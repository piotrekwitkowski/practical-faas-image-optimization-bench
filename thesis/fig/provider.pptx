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>
      <p:cViewPr varScale="1">
        <p:scale>
          <a:sx n="112" d="100"/>
          <a:sy n="112" d="100"/>
        </p:scale>
        <p:origin x="3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576A2-7EC5-AF38-E6A3-5EEA897C35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78E76-6703-B35A-EF27-A5A35B649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C8930-AF3B-77E0-4B44-5FE604DE1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6FD48-07BD-9ED9-4A24-AEEFA1A1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D7A3A5-9874-7182-D914-5F66BACAA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80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D478-BB65-9F70-84F4-CFD100952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30FE6-D2FB-9680-E36D-E163B8E1D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E1C94-8D6A-FFEA-9AF7-B6655169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C03AE-E887-C1BE-E06A-1009388D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9D44A-836F-1E14-6238-19F4DD4A1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95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D7A69-979B-FFD7-51ED-4BF5B4A57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12C04A-05B7-C1F6-3F74-C655E7102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81C236-600A-2B11-930A-4F1AEB10F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598B-79F9-8C51-BA2E-15C41B7AFE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3BCAC-EADD-027D-7865-ACCE14043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2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2A47-4D7F-CEAB-F48C-8B1EABF6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4B5FCD-99FF-9F8C-BCB5-9C04A79EDD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74DC8F-6C4D-F384-6882-6260B4040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7BE49-0674-8389-945E-A1E7CF89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CA5A1A-7C2C-9BD2-11F1-729AC34DC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19BD99-0115-0F4C-25EB-87E1C8140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8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85547-F1A3-94DA-B0E0-DEEBA115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D97717-864C-8671-73C6-CD9BB232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10BEC-FD11-8D65-B033-92F72C68AF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38148-20F4-DB82-14EC-B204E4349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132F29-0D73-9278-81E0-EECEA27E8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9FE898-A8CA-F4DD-F1AA-ADD147823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3F3EDE-BAE0-DE69-A703-1B4437BD9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17F494-49A9-D107-3D64-56D202A45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544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D2E5D-912B-5D38-B7E1-333A44DED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BD7DBF-FA64-6DFA-1F63-D8EF4AFE3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7CD1D-DE3C-EF52-93C2-8D6CDBDD8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AB7EF-BAD7-073C-34E2-E54C29EB7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89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58C62D-8DA4-155E-E1FF-37C0437AD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7A19EF-1FF7-621D-D1DF-46C55B32D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D03F3-FCF0-10AF-325A-D25ED3774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9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02EA9-623F-0577-D8A2-350B37EA7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99CED-7ACD-74D1-9C42-83F64C0D1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43BE14-DB94-F243-46C6-1AAB27F3A4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8D2E1-E6FC-15A4-C04E-971AA722A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9E04E9-C38E-6F0C-0F41-A6A53DDC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942191-0E1C-69E2-33B4-1A32577B1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767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CBF93-4B07-BDE6-01BF-3C16DEAAE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23E9AB-4F79-0FE3-7F67-435F9BEB46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7C66C1-4F55-EA28-889E-51811EEB34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9ACD72-F39C-8D52-CB95-66E863700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512477-8BEC-307E-7970-F498DEDC3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30815-E591-A9E3-C59F-749E818CB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553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DF347-A07D-928B-19F8-C91270FA5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AF9AD0-15C8-8179-65B7-5DFEA8F45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270D5-4C27-6D24-538B-81326ABF4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608E3C-3892-1A7A-7715-9D424D5DA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B27F57-809F-5DDC-D0E6-9E0B2C311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412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6E67C7-CA93-CF9D-1D76-05A5B8139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CC1D59-BD6B-3594-145B-C7C075363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301C4-26D5-02A7-51DF-453EA734E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4E64F-730A-1364-4C65-3D9DDEA67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A5867-9829-B074-3436-F3C27A9B4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394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C188FF-7FA1-E6B9-49B0-E008EF575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893245-68F4-4D7A-7AB8-EE55747C8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F3BD69-4797-6B54-65BD-FE7E496A01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69808E-F2C4-DC41-8D8A-6F1EDAD0888B}" type="datetimeFigureOut">
              <a:rPr lang="en-US" smtClean="0"/>
              <a:t>3/7/25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2FFB8-3B17-C124-7201-4FC21D0B4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6F762A-F7F9-B08D-4912-CD9E3465B7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644C4-4AFD-654F-8A97-A2AF5B18D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559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FF9618-C4BC-666E-E6ED-1EAA166C23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532392"/>
              </p:ext>
            </p:extLst>
          </p:nvPr>
        </p:nvGraphicFramePr>
        <p:xfrm>
          <a:off x="1369060" y="811106"/>
          <a:ext cx="5683250" cy="667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760">
                  <a:extLst>
                    <a:ext uri="{9D8B030D-6E8A-4147-A177-3AD203B41FA5}">
                      <a16:colId xmlns:a16="http://schemas.microsoft.com/office/drawing/2014/main" val="2975418953"/>
                    </a:ext>
                  </a:extLst>
                </a:gridCol>
                <a:gridCol w="1667510">
                  <a:extLst>
                    <a:ext uri="{9D8B030D-6E8A-4147-A177-3AD203B41FA5}">
                      <a16:colId xmlns:a16="http://schemas.microsoft.com/office/drawing/2014/main" val="552989932"/>
                    </a:ext>
                  </a:extLst>
                </a:gridCol>
                <a:gridCol w="869950">
                  <a:extLst>
                    <a:ext uri="{9D8B030D-6E8A-4147-A177-3AD203B41FA5}">
                      <a16:colId xmlns:a16="http://schemas.microsoft.com/office/drawing/2014/main" val="4033979679"/>
                    </a:ext>
                  </a:extLst>
                </a:gridCol>
                <a:gridCol w="1383030">
                  <a:extLst>
                    <a:ext uri="{9D8B030D-6E8A-4147-A177-3AD203B41FA5}">
                      <a16:colId xmlns:a16="http://schemas.microsoft.com/office/drawing/2014/main" val="587024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/>
                      <a:r>
                        <a:rPr lang="en-GB" dirty="0">
                          <a:effectLst/>
                        </a:rPr>
                        <a:t>Memory (MB)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dirty="0">
                          <a:effectLst/>
                        </a:rPr>
                        <a:t>Provider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CPUs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dirty="0">
                          <a:effectLst/>
                        </a:rPr>
                        <a:t>Percentage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203097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885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98.73%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7473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0.33%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87095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0.39%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79203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0.16%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47001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0.39%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573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1769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96.31%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41710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1.65%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6014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1.04%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2453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0.46%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18943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0.55%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79075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3538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94.88%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1341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3.94%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8469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0.63%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6675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0.55%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91774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885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02540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1769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78289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3538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4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dirty="0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211220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386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7C65-AE8C-1F2E-0CA1-826F1C0CD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4A7B114-C26B-F313-9FDE-9B9338B82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6181259"/>
              </p:ext>
            </p:extLst>
          </p:nvPr>
        </p:nvGraphicFramePr>
        <p:xfrm>
          <a:off x="3940810" y="833966"/>
          <a:ext cx="4711700" cy="864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3111">
                  <a:extLst>
                    <a:ext uri="{9D8B030D-6E8A-4147-A177-3AD203B41FA5}">
                      <a16:colId xmlns:a16="http://schemas.microsoft.com/office/drawing/2014/main" val="2975418953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552989932"/>
                    </a:ext>
                  </a:extLst>
                </a:gridCol>
                <a:gridCol w="1316708">
                  <a:extLst>
                    <a:ext uri="{9D8B030D-6E8A-4147-A177-3AD203B41FA5}">
                      <a16:colId xmlns:a16="http://schemas.microsoft.com/office/drawing/2014/main" val="4033979679"/>
                    </a:ext>
                  </a:extLst>
                </a:gridCol>
                <a:gridCol w="1588770">
                  <a:extLst>
                    <a:ext uri="{9D8B030D-6E8A-4147-A177-3AD203B41FA5}">
                      <a16:colId xmlns:a16="http://schemas.microsoft.com/office/drawing/2014/main" val="587024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 fontAlgn="b"/>
                      <a:r>
                        <a:rPr lang="en-GB" dirty="0">
                          <a:effectLst/>
                        </a:rPr>
                        <a:t>Memory (MB)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 dirty="0">
                          <a:effectLst/>
                        </a:rPr>
                        <a:t>Provider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Available Memory (MB)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Percentage Distribution</a:t>
                      </a:r>
                    </a:p>
                  </a:txBody>
                  <a:tcPr marL="0" marR="0" marT="19050" marB="19050" anchor="b"/>
                </a:tc>
                <a:extLst>
                  <a:ext uri="{0D108BD9-81ED-4DB2-BD59-A6C34878D82A}">
                    <a16:rowId xmlns:a16="http://schemas.microsoft.com/office/drawing/2014/main" val="2030970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885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1191.73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92.57%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7473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1706.73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5.61%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870956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3214.72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0.15%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7920322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3214.72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0.40%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4700181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5612.16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0.33%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57333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7489.98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0.39%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41710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9278.80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0.16%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560147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10706.62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0.39%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245323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1769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3214.72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20.90%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189432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3214.72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75.40%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7790753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5612.16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1.65%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13413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7489.98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1.04%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9846915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9278.80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0.46%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466757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10706.62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0.55%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917749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3538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AWS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5612.16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94.88%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02540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7489.98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3.94%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78289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9278.80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0.63%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21122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endParaRPr lang="en-GB">
                        <a:effectLst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10706.62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0.55%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15670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885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1024.00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2756466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1769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1687.05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487400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 rtl="0" fontAlgn="b"/>
                      <a:r>
                        <a:rPr lang="en-GB">
                          <a:effectLst/>
                        </a:rPr>
                        <a:t>3538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GB">
                          <a:effectLst/>
                        </a:rPr>
                        <a:t>GCP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dirty="0">
                          <a:effectLst/>
                        </a:rPr>
                        <a:t>3374.10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en-GB" dirty="0">
                          <a:effectLst/>
                        </a:rPr>
                        <a:t>100.00%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723524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547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157</Words>
  <Application>Microsoft Macintosh PowerPoint</Application>
  <PresentationFormat>Widescreen</PresentationFormat>
  <Paragraphs>108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Piotrek Witkowski</dc:creator>
  <cp:keywords/>
  <dc:description/>
  <cp:lastModifiedBy>Piotrek Witkowski</cp:lastModifiedBy>
  <cp:revision>1</cp:revision>
  <dcterms:created xsi:type="dcterms:W3CDTF">2025-03-07T07:34:20Z</dcterms:created>
  <dcterms:modified xsi:type="dcterms:W3CDTF">2025-03-07T07:37:58Z</dcterms:modified>
  <cp:category/>
</cp:coreProperties>
</file>