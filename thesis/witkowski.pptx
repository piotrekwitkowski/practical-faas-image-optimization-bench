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390" r:id="rId2"/>
    <p:sldId id="385" r:id="rId3"/>
    <p:sldId id="395" r:id="rId4"/>
    <p:sldId id="391" r:id="rId5"/>
    <p:sldId id="393" r:id="rId6"/>
    <p:sldId id="396" r:id="rId7"/>
    <p:sldId id="398" r:id="rId8"/>
    <p:sldId id="399" r:id="rId9"/>
    <p:sldId id="400" r:id="rId10"/>
    <p:sldId id="411" r:id="rId11"/>
    <p:sldId id="401" r:id="rId12"/>
    <p:sldId id="408" r:id="rId13"/>
    <p:sldId id="406" r:id="rId14"/>
    <p:sldId id="410" r:id="rId15"/>
    <p:sldId id="407" r:id="rId16"/>
    <p:sldId id="412" r:id="rId17"/>
    <p:sldId id="405" r:id="rId18"/>
    <p:sldId id="413" r:id="rId19"/>
    <p:sldId id="403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F00"/>
    <a:srgbClr val="F7DF1E"/>
    <a:srgbClr val="663399"/>
    <a:srgbClr val="1F90CC"/>
    <a:srgbClr val="2196F3"/>
    <a:srgbClr val="468B2C"/>
    <a:srgbClr val="3E8624"/>
    <a:srgbClr val="F7E02A"/>
    <a:srgbClr val="662F9A"/>
    <a:srgbClr val="C40D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3"/>
    <p:restoredTop sz="96327"/>
  </p:normalViewPr>
  <p:slideViewPr>
    <p:cSldViewPr snapToGrid="0" snapToObjects="1">
      <p:cViewPr>
        <p:scale>
          <a:sx n="124" d="100"/>
          <a:sy n="124" d="100"/>
        </p:scale>
        <p:origin x="14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D42-C646-9BC2-EC30CDE1B1D9}"/>
              </c:ext>
            </c:extLst>
          </c:dPt>
          <c:dPt>
            <c:idx val="1"/>
            <c:bubble3D val="0"/>
            <c:spPr>
              <a:solidFill>
                <a:srgbClr val="F7DF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42-C646-9BC2-EC30CDE1B1D9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D42-C646-9BC2-EC30CDE1B1D9}"/>
              </c:ext>
            </c:extLst>
          </c:dPt>
          <c:dPt>
            <c:idx val="3"/>
            <c:bubble3D val="0"/>
            <c:spPr>
              <a:solidFill>
                <a:srgbClr val="66339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4D42-C646-9BC2-EC30CDE1B1D9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4D42-C646-9BC2-EC30CDE1B1D9}"/>
              </c:ext>
            </c:extLst>
          </c:dPt>
          <c:dLbls>
            <c:dLbl>
              <c:idx val="0"/>
              <c:layout>
                <c:manualLayout>
                  <c:x val="2.6375059577521389E-3"/>
                  <c:y val="1.106087027711171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B05ABB3-560A-6443-B225-1D47BA6D425D}" type="CELLRANGE">
                      <a:rPr lang="en-US" sz="2400" smtClean="0"/>
                      <a:pPr>
                        <a:defRPr sz="2000" b="1">
                          <a:solidFill>
                            <a:schemeClr val="accent1"/>
                          </a:solidFill>
                        </a:defRPr>
                      </a:pPr>
                      <a:t>[CELLRANGE]</a:t>
                    </a:fld>
                    <a:r>
                      <a:rPr lang="en-US" sz="2400" dirty="0"/>
                      <a:t> KB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4D42-C646-9BC2-EC30CDE1B1D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15544EE-7A5D-A749-891D-D30E2E45B6CC}" type="CELLRANGE">
                      <a:rPr lang="en-US" sz="2000" smtClean="0">
                        <a:solidFill>
                          <a:srgbClr val="F7DF00"/>
                        </a:solidFill>
                      </a:rPr>
                      <a:pPr/>
                      <a:t>[CELLRANGE]</a:t>
                    </a:fld>
                    <a:r>
                      <a:rPr lang="en-US" sz="2000" dirty="0">
                        <a:solidFill>
                          <a:srgbClr val="F7DF00"/>
                        </a:solidFill>
                      </a:rPr>
                      <a:t> KB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D42-C646-9BC2-EC30CDE1B1D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2850FD8-E399-A344-9FD4-12D07C5EF0E0}" type="CELLRANGE">
                      <a:rPr lang="en-US" smtClean="0">
                        <a:solidFill>
                          <a:srgbClr val="1F90CC"/>
                        </a:solidFill>
                      </a:rPr>
                      <a:pPr/>
                      <a:t>[CELLRANGE]</a:t>
                    </a:fld>
                    <a:r>
                      <a:rPr lang="en-US">
                        <a:solidFill>
                          <a:srgbClr val="1F90CC"/>
                        </a:solidFill>
                      </a:rPr>
                      <a:t> KB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D42-C646-9BC2-EC30CDE1B1D9}"/>
                </c:ext>
              </c:extLst>
            </c:dLbl>
            <c:dLbl>
              <c:idx val="3"/>
              <c:layout>
                <c:manualLayout>
                  <c:x val="-7.503392933353132E-3"/>
                  <c:y val="1.7928190130263521E-3"/>
                </c:manualLayout>
              </c:layout>
              <c:tx>
                <c:rich>
                  <a:bodyPr/>
                  <a:lstStyle/>
                  <a:p>
                    <a:fld id="{85766D9D-5C69-9B46-8B17-7F9D6C3D393C}" type="CELLRANGE">
                      <a:rPr lang="en-US" smtClean="0">
                        <a:solidFill>
                          <a:srgbClr val="663399"/>
                        </a:solidFill>
                      </a:rPr>
                      <a:pPr/>
                      <a:t>[CELLRANGE]</a:t>
                    </a:fld>
                    <a:r>
                      <a:rPr lang="en-US" dirty="0">
                        <a:solidFill>
                          <a:srgbClr val="663399"/>
                        </a:solidFill>
                      </a:rPr>
                      <a:t> KB</a:t>
                    </a: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4D42-C646-9BC2-EC30CDE1B1D9}"/>
                </c:ext>
              </c:extLst>
            </c:dLbl>
            <c:dLbl>
              <c:idx val="4"/>
              <c:layout>
                <c:manualLayout>
                  <c:x val="1.0550023831008556E-2"/>
                  <c:y val="0"/>
                </c:manualLayout>
              </c:layout>
              <c:tx>
                <c:rich>
                  <a:bodyPr/>
                  <a:lstStyle/>
                  <a:p>
                    <a:fld id="{3007E61B-7F56-1C43-B02D-C8DAC909398F}" type="CELLRANGE">
                      <a:rPr lang="en-US" smtClean="0"/>
                      <a:pPr/>
                      <a:t>[CELLRANGE]</a:t>
                    </a:fld>
                    <a:r>
                      <a:rPr lang="en-US"/>
                      <a:t> KB</a:t>
                    </a: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4D42-C646-9BC2-EC30CDE1B1D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Images</c:v>
                </c:pt>
                <c:pt idx="1">
                  <c:v>JS</c:v>
                </c:pt>
                <c:pt idx="2">
                  <c:v>Fonts</c:v>
                </c:pt>
                <c:pt idx="3">
                  <c:v>CSS</c:v>
                </c:pt>
                <c:pt idx="4">
                  <c:v>HTML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900</c:v>
                </c:pt>
                <c:pt idx="1">
                  <c:v>558</c:v>
                </c:pt>
                <c:pt idx="2">
                  <c:v>111</c:v>
                </c:pt>
                <c:pt idx="3">
                  <c:v>73</c:v>
                </c:pt>
                <c:pt idx="4">
                  <c:v>18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Sheet1!$B$2:$B$6</c15:f>
                <c15:dlblRangeCache>
                  <c:ptCount val="5"/>
                  <c:pt idx="0">
                    <c:v>900</c:v>
                  </c:pt>
                  <c:pt idx="1">
                    <c:v>558</c:v>
                  </c:pt>
                  <c:pt idx="2">
                    <c:v>111</c:v>
                  </c:pt>
                  <c:pt idx="3">
                    <c:v>73</c:v>
                  </c:pt>
                  <c:pt idx="4">
                    <c:v>18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D42-C646-9BC2-EC30CDE1B1D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360"/>
      </c:pieChart>
      <c:spPr>
        <a:noFill/>
        <a:ln>
          <a:noFill/>
        </a:ln>
        <a:effectLst/>
      </c:spPr>
    </c:plotArea>
    <c:legend>
      <c:legendPos val="tr"/>
      <c:layout>
        <c:manualLayout>
          <c:xMode val="edge"/>
          <c:yMode val="edge"/>
          <c:x val="0.88555518981216597"/>
          <c:y val="0.23504349338862607"/>
          <c:w val="0.1025760333779494"/>
          <c:h val="0.383745789847383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just"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08.02.25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">
            <a:extLst>
              <a:ext uri="{FF2B5EF4-FFF2-40B4-BE49-F238E27FC236}">
                <a16:creationId xmlns:a16="http://schemas.microsoft.com/office/drawing/2014/main" id="{B386A387-DA57-91BD-D891-022DD8FDBC54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829F71-DE3A-95F2-4D8B-BD8981C5C2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5908" y="5909573"/>
            <a:ext cx="808572" cy="758484"/>
          </a:xfrm>
          <a:prstGeom prst="rect">
            <a:avLst/>
          </a:prstGeom>
        </p:spPr>
      </p:pic>
      <p:pic>
        <p:nvPicPr>
          <p:cNvPr id="5" name="Grafik 6">
            <a:extLst>
              <a:ext uri="{FF2B5EF4-FFF2-40B4-BE49-F238E27FC236}">
                <a16:creationId xmlns:a16="http://schemas.microsoft.com/office/drawing/2014/main" id="{6A2AF881-3A1A-FEC6-D7E0-45FC618D07C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1371600"/>
            <a:ext cx="9721850" cy="39276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 err="1"/>
              <a:t>Aufzählung</a:t>
            </a:r>
            <a:r>
              <a:rPr lang="en-US" noProof="0" dirty="0"/>
              <a:t> 1. Ebene Arial Regular 18 </a:t>
            </a:r>
            <a:r>
              <a:rPr lang="en-US" noProof="0" dirty="0" err="1"/>
              <a:t>pt</a:t>
            </a:r>
            <a:r>
              <a:rPr lang="en-US" noProof="0" dirty="0"/>
              <a:t>, ZA: 24 </a:t>
            </a:r>
            <a:r>
              <a:rPr lang="en-US" noProof="0" dirty="0" err="1"/>
              <a:t>pt</a:t>
            </a:r>
            <a:endParaRPr lang="en-US" noProof="0" dirty="0"/>
          </a:p>
          <a:p>
            <a:pPr lvl="1"/>
            <a:r>
              <a:rPr lang="en-US" noProof="0" dirty="0"/>
              <a:t>2. Ebene</a:t>
            </a:r>
          </a:p>
          <a:p>
            <a:pPr lvl="2"/>
            <a:r>
              <a:rPr lang="en-US" noProof="0" dirty="0"/>
              <a:t>3. Ebene</a:t>
            </a:r>
          </a:p>
          <a:p>
            <a:pPr lvl="3"/>
            <a:r>
              <a:rPr lang="en-US" noProof="0" dirty="0"/>
              <a:t>4. Ebene</a:t>
            </a:r>
          </a:p>
          <a:p>
            <a:pPr lvl="4"/>
            <a:r>
              <a:rPr lang="en-US" noProof="0" dirty="0"/>
              <a:t>5. Ebene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Headline Arial Regular 24pt, ZA: 28pt</a:t>
            </a:r>
            <a:br>
              <a:rPr lang="en-US" noProof="0" dirty="0"/>
            </a:br>
            <a:r>
              <a:rPr lang="en-US" noProof="0" dirty="0"/>
              <a:t>optional 2-zeilig</a:t>
            </a:r>
          </a:p>
        </p:txBody>
      </p:sp>
      <p:sp>
        <p:nvSpPr>
          <p:cNvPr id="2" name="Textfeld 18">
            <a:extLst>
              <a:ext uri="{FF2B5EF4-FFF2-40B4-BE49-F238E27FC236}">
                <a16:creationId xmlns:a16="http://schemas.microsoft.com/office/drawing/2014/main" id="{660B5B3C-50CB-6461-08B4-01280E6C2786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675EF3AE-78B3-9641-A88A-C3B5FFA9245E}" type="slidenum">
              <a:rPr lang="en-US" sz="12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19">
            <a:extLst>
              <a:ext uri="{FF2B5EF4-FFF2-40B4-BE49-F238E27FC236}">
                <a16:creationId xmlns:a16="http://schemas.microsoft.com/office/drawing/2014/main" id="{20DCE9A1-2B6C-61F0-5CD7-A5EFA88FF1A3}"/>
              </a:ext>
            </a:extLst>
          </p:cNvPr>
          <p:cNvSpPr txBox="1"/>
          <p:nvPr userDrawn="1"/>
        </p:nvSpPr>
        <p:spPr>
          <a:xfrm>
            <a:off x="1625600" y="6399924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Mustermann | Fachgebiet | Anlass der Präsentation | </a:t>
            </a:r>
            <a:fld id="{8AB8AE3C-4F02-BE49-87A2-4A6516160ED6}" type="datetime4">
              <a:rPr lang="en-US" sz="12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February 8, 2025</a:t>
            </a:fld>
            <a:endParaRPr lang="en-US" sz="1200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feld 18">
            <a:extLst>
              <a:ext uri="{FF2B5EF4-FFF2-40B4-BE49-F238E27FC236}">
                <a16:creationId xmlns:a16="http://schemas.microsoft.com/office/drawing/2014/main" id="{47C46F95-C5D0-5B8E-88CD-F9E050CF03F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675EF3AE-78B3-9641-A88A-C3B5FFA9245E}" type="slidenum">
              <a:rPr lang="en-US" sz="1200" noProof="0" smtClean="0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noProof="0">
              <a:solidFill>
                <a:srgbClr val="5754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19">
            <a:extLst>
              <a:ext uri="{FF2B5EF4-FFF2-40B4-BE49-F238E27FC236}">
                <a16:creationId xmlns:a16="http://schemas.microsoft.com/office/drawing/2014/main" id="{28EC7CD3-2AF9-9E3A-7A6F-9FFD261C5576}"/>
              </a:ext>
            </a:extLst>
          </p:cNvPr>
          <p:cNvSpPr txBox="1"/>
          <p:nvPr userDrawn="1"/>
        </p:nvSpPr>
        <p:spPr>
          <a:xfrm>
            <a:off x="1625538" y="6399922"/>
            <a:ext cx="8131919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 dirty="0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Piotr Witkowski | 3</a:t>
            </a:r>
            <a:r>
              <a:rPr lang="en-US" sz="1200" baseline="30000" noProof="0" dirty="0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200" noProof="0" dirty="0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Practical FaaS Performance Variability Implications in the Serverless Image Optimization Scenario</a:t>
            </a:r>
          </a:p>
        </p:txBody>
      </p:sp>
      <p:pic>
        <p:nvPicPr>
          <p:cNvPr id="6" name="Grafik 7">
            <a:extLst>
              <a:ext uri="{FF2B5EF4-FFF2-40B4-BE49-F238E27FC236}">
                <a16:creationId xmlns:a16="http://schemas.microsoft.com/office/drawing/2014/main" id="{A2A62279-7B89-CFFB-4446-857162631A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B0C8F2C-8B0C-DF19-2FE8-8FE797030C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5908" y="5905718"/>
            <a:ext cx="808572" cy="7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07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lmanac.httparchive.org/en/2024/page-weight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hyperlink" Target="https://example.com/" TargetMode="External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hyperlink" Target="https://example.com/landscape-885-avif-1920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hyperlink" Target="https://aws.com/landscape-885-avif-1080" TargetMode="External"/><Relationship Id="rId5" Type="http://schemas.openxmlformats.org/officeDocument/2006/relationships/image" Target="../media/image18.svg"/><Relationship Id="rId10" Type="http://schemas.openxmlformats.org/officeDocument/2006/relationships/hyperlink" Target="https://123456.lambda.aws/landscape-885-avif-640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">
            <a:extLst>
              <a:ext uri="{FF2B5EF4-FFF2-40B4-BE49-F238E27FC236}">
                <a16:creationId xmlns:a16="http://schemas.microsoft.com/office/drawing/2014/main" id="{75D76D7E-F2EC-DE63-6897-B7547ADBB8D0}"/>
              </a:ext>
            </a:extLst>
          </p:cNvPr>
          <p:cNvSpPr/>
          <p:nvPr/>
        </p:nvSpPr>
        <p:spPr>
          <a:xfrm>
            <a:off x="0" y="1668462"/>
            <a:ext cx="12192000" cy="5189537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oad with trees in the middle&#10;&#10;Description automatically generated">
            <a:extLst>
              <a:ext uri="{FF2B5EF4-FFF2-40B4-BE49-F238E27FC236}">
                <a16:creationId xmlns:a16="http://schemas.microsoft.com/office/drawing/2014/main" id="{31F27963-115A-2FC9-E10F-9ED0AAD729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46" b="40894"/>
          <a:stretch/>
        </p:blipFill>
        <p:spPr>
          <a:xfrm>
            <a:off x="0" y="1266209"/>
            <a:ext cx="8878880" cy="327360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566C600-4B84-5842-B3E8-43C0EE42DEAE}"/>
              </a:ext>
            </a:extLst>
          </p:cNvPr>
          <p:cNvSpPr txBox="1"/>
          <p:nvPr/>
        </p:nvSpPr>
        <p:spPr>
          <a:xfrm>
            <a:off x="550801" y="4973943"/>
            <a:ext cx="862402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 FaaS Performance Variability Implications in the Serverless Image Optimization Scenario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D8A406-EC2B-3942-821D-690FFD0DA113}"/>
              </a:ext>
            </a:extLst>
          </p:cNvPr>
          <p:cNvSpPr txBox="1"/>
          <p:nvPr/>
        </p:nvSpPr>
        <p:spPr>
          <a:xfrm>
            <a:off x="550801" y="6085778"/>
            <a:ext cx="8328079" cy="2834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Piotr Witkowski | Scalable Software Systems | </a:t>
            </a:r>
            <a:fld id="{0F6880AF-F197-8546-A084-1C3550DC2BAA}" type="datetime4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February 8, 2025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DF0F648-8DC4-65AF-85D3-522CC9E2A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5908" y="5909573"/>
            <a:ext cx="808572" cy="7584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9E1CC6-53FC-69EE-1A9F-F4BFCE6CADD1}"/>
              </a:ext>
            </a:extLst>
          </p:cNvPr>
          <p:cNvSpPr txBox="1"/>
          <p:nvPr/>
        </p:nvSpPr>
        <p:spPr>
          <a:xfrm>
            <a:off x="-59073" y="4385041"/>
            <a:ext cx="15760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Adam </a:t>
            </a:r>
            <a:r>
              <a:rPr lang="en-US" sz="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Vrandenburg</a:t>
            </a:r>
            <a:r>
              <a:rPr 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en-US" sz="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Unsplash</a:t>
            </a:r>
            <a:endParaRPr lang="en-US" sz="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154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D06757-7B25-F00F-6B1C-FF7B6C2E95CB}"/>
              </a:ext>
            </a:extLst>
          </p:cNvPr>
          <p:cNvCxnSpPr>
            <a:cxnSpLocks/>
          </p:cNvCxnSpPr>
          <p:nvPr/>
        </p:nvCxnSpPr>
        <p:spPr>
          <a:xfrm flipH="1">
            <a:off x="1399934" y="1040211"/>
            <a:ext cx="3652620" cy="3697823"/>
          </a:xfrm>
          <a:prstGeom prst="straightConnector1">
            <a:avLst/>
          </a:prstGeom>
          <a:ln w="41275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9D2C73-CEE8-7CA3-A5C9-CA221B1389F3}"/>
              </a:ext>
            </a:extLst>
          </p:cNvPr>
          <p:cNvSpPr txBox="1"/>
          <p:nvPr/>
        </p:nvSpPr>
        <p:spPr>
          <a:xfrm>
            <a:off x="370799" y="4860000"/>
            <a:ext cx="1798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dirty="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773CE6-AE7B-04CA-8D16-165406662597}"/>
              </a:ext>
            </a:extLst>
          </p:cNvPr>
          <p:cNvCxnSpPr>
            <a:cxnSpLocks/>
          </p:cNvCxnSpPr>
          <p:nvPr/>
        </p:nvCxnSpPr>
        <p:spPr>
          <a:xfrm>
            <a:off x="5049979" y="854811"/>
            <a:ext cx="3452091" cy="3780000"/>
          </a:xfrm>
          <a:prstGeom prst="straightConnector1">
            <a:avLst/>
          </a:prstGeom>
          <a:ln w="41275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680F2B5-AE0A-7875-26C0-352EFC088692}"/>
              </a:ext>
            </a:extLst>
          </p:cNvPr>
          <p:cNvSpPr txBox="1"/>
          <p:nvPr/>
        </p:nvSpPr>
        <p:spPr>
          <a:xfrm>
            <a:off x="9889456" y="3672448"/>
            <a:ext cx="19832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dirty="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</a:t>
            </a:r>
            <a:br>
              <a:rPr lang="en-US" sz="3200" b="1" dirty="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426971-CED8-6A4C-2A42-6446DBE8AB14}"/>
              </a:ext>
            </a:extLst>
          </p:cNvPr>
          <p:cNvCxnSpPr>
            <a:cxnSpLocks/>
          </p:cNvCxnSpPr>
          <p:nvPr/>
        </p:nvCxnSpPr>
        <p:spPr>
          <a:xfrm>
            <a:off x="5052554" y="1040211"/>
            <a:ext cx="1326731" cy="2519607"/>
          </a:xfrm>
          <a:prstGeom prst="straightConnector1">
            <a:avLst/>
          </a:prstGeom>
          <a:ln w="41275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FCF5B75-111D-15E7-FB8B-385D49516D4A}"/>
              </a:ext>
            </a:extLst>
          </p:cNvPr>
          <p:cNvSpPr txBox="1"/>
          <p:nvPr/>
        </p:nvSpPr>
        <p:spPr>
          <a:xfrm>
            <a:off x="3226244" y="4860000"/>
            <a:ext cx="2372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dirty="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CDN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3A917B-A221-CE2D-B8B0-7B93B25E531B}"/>
              </a:ext>
            </a:extLst>
          </p:cNvPr>
          <p:cNvCxnSpPr>
            <a:cxnSpLocks/>
          </p:cNvCxnSpPr>
          <p:nvPr/>
        </p:nvCxnSpPr>
        <p:spPr>
          <a:xfrm flipH="1">
            <a:off x="3532208" y="1040211"/>
            <a:ext cx="1520346" cy="2519607"/>
          </a:xfrm>
          <a:prstGeom prst="straightConnector1">
            <a:avLst/>
          </a:prstGeom>
          <a:ln w="41275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6A16363-B25C-2BAE-2E5D-729D5DC79E50}"/>
              </a:ext>
            </a:extLst>
          </p:cNvPr>
          <p:cNvSpPr txBox="1"/>
          <p:nvPr/>
        </p:nvSpPr>
        <p:spPr>
          <a:xfrm>
            <a:off x="2302544" y="3672000"/>
            <a:ext cx="23920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dirty="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on-demand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F05A22-F24E-9CE1-5A2C-0E1634962C4B}"/>
              </a:ext>
            </a:extLst>
          </p:cNvPr>
          <p:cNvSpPr txBox="1"/>
          <p:nvPr/>
        </p:nvSpPr>
        <p:spPr>
          <a:xfrm>
            <a:off x="5266398" y="3672000"/>
            <a:ext cx="2367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dirty="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self-hosted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0141162-3AD4-80A1-08B4-BABBCF0122AC}"/>
              </a:ext>
            </a:extLst>
          </p:cNvPr>
          <p:cNvCxnSpPr>
            <a:cxnSpLocks/>
          </p:cNvCxnSpPr>
          <p:nvPr/>
        </p:nvCxnSpPr>
        <p:spPr>
          <a:xfrm flipH="1">
            <a:off x="4656840" y="1040211"/>
            <a:ext cx="395714" cy="3697822"/>
          </a:xfrm>
          <a:prstGeom prst="straightConnector1">
            <a:avLst/>
          </a:prstGeom>
          <a:ln w="41275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756D555-2555-ACCD-CE9D-442608545930}"/>
              </a:ext>
            </a:extLst>
          </p:cNvPr>
          <p:cNvSpPr txBox="1"/>
          <p:nvPr/>
        </p:nvSpPr>
        <p:spPr>
          <a:xfrm>
            <a:off x="7550098" y="4860000"/>
            <a:ext cx="2459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dirty="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adaptability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D126070-B0D6-2127-BCFF-532E224B7025}"/>
              </a:ext>
            </a:extLst>
          </p:cNvPr>
          <p:cNvCxnSpPr>
            <a:cxnSpLocks/>
          </p:cNvCxnSpPr>
          <p:nvPr/>
        </p:nvCxnSpPr>
        <p:spPr>
          <a:xfrm>
            <a:off x="5052554" y="1040211"/>
            <a:ext cx="4995088" cy="2519607"/>
          </a:xfrm>
          <a:prstGeom prst="straightConnector1">
            <a:avLst/>
          </a:prstGeom>
          <a:ln w="41275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6">
            <a:extLst>
              <a:ext uri="{FF2B5EF4-FFF2-40B4-BE49-F238E27FC236}">
                <a16:creationId xmlns:a16="http://schemas.microsoft.com/office/drawing/2014/main" id="{21506790-0007-F052-985F-97DA2220CB93}"/>
              </a:ext>
            </a:extLst>
          </p:cNvPr>
          <p:cNvSpPr txBox="1"/>
          <p:nvPr/>
        </p:nvSpPr>
        <p:spPr>
          <a:xfrm>
            <a:off x="370799" y="396789"/>
            <a:ext cx="9363510" cy="1286845"/>
          </a:xfrm>
          <a:prstGeom prst="rect">
            <a:avLst/>
          </a:prstGeom>
          <a:solidFill>
            <a:srgbClr val="C40D1E"/>
          </a:solidFill>
        </p:spPr>
        <p:txBody>
          <a:bodyPr wrap="square" lIns="180000" tIns="180000" rIns="180000" bIns="18000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dirty="0">
                <a:solidFill>
                  <a:srgbClr val="DB6D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FaaS</a:t>
            </a:r>
            <a:r>
              <a:rPr lang="en-US" sz="3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Variability</a:t>
            </a:r>
            <a:r>
              <a:rPr 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DB6D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Implications in the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Serverless</a:t>
            </a:r>
            <a:r>
              <a:rPr 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Optimization </a:t>
            </a:r>
            <a:r>
              <a:rPr lang="en-US" sz="3000" dirty="0">
                <a:solidFill>
                  <a:srgbClr val="DB6D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</a:p>
        </p:txBody>
      </p:sp>
    </p:spTree>
    <p:extLst>
      <p:ext uri="{BB962C8B-B14F-4D97-AF65-F5344CB8AC3E}">
        <p14:creationId xmlns:p14="http://schemas.microsoft.com/office/powerpoint/2010/main" val="871161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9" grpId="0"/>
      <p:bldP spid="22" grpId="0"/>
      <p:bldP spid="26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0576-D508-FB2B-AF9A-64A120FD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72FD3-B984-681C-B0F4-891B5EECC3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en-US" b="1" dirty="0"/>
              <a:t>What is Image Optimization?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1EE974-C32B-4B94-3279-FD8C442E6388}"/>
              </a:ext>
            </a:extLst>
          </p:cNvPr>
          <p:cNvGrpSpPr>
            <a:grpSpLocks noChangeAspect="1"/>
          </p:cNvGrpSpPr>
          <p:nvPr/>
        </p:nvGrpSpPr>
        <p:grpSpPr>
          <a:xfrm>
            <a:off x="1515965" y="2043867"/>
            <a:ext cx="898360" cy="1502706"/>
            <a:chOff x="7795805" y="805069"/>
            <a:chExt cx="2915488" cy="487680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889FB3F-E121-C102-9FCE-26B4FDAE438F}"/>
                </a:ext>
              </a:extLst>
            </p:cNvPr>
            <p:cNvSpPr/>
            <p:nvPr/>
          </p:nvSpPr>
          <p:spPr>
            <a:xfrm>
              <a:off x="7901838" y="911082"/>
              <a:ext cx="2703423" cy="4664773"/>
            </a:xfrm>
            <a:custGeom>
              <a:avLst/>
              <a:gdLst>
                <a:gd name="connsiteX0" fmla="*/ 2448106 w 2703423"/>
                <a:gd name="connsiteY0" fmla="*/ 4664774 h 4664773"/>
                <a:gd name="connsiteX1" fmla="*/ 255318 w 2703423"/>
                <a:gd name="connsiteY1" fmla="*/ 4664774 h 4664773"/>
                <a:gd name="connsiteX2" fmla="*/ 0 w 2703423"/>
                <a:gd name="connsiteY2" fmla="*/ 4409456 h 4664773"/>
                <a:gd name="connsiteX3" fmla="*/ 0 w 2703423"/>
                <a:gd name="connsiteY3" fmla="*/ 255327 h 4664773"/>
                <a:gd name="connsiteX4" fmla="*/ 255318 w 2703423"/>
                <a:gd name="connsiteY4" fmla="*/ 0 h 4664773"/>
                <a:gd name="connsiteX5" fmla="*/ 2448106 w 2703423"/>
                <a:gd name="connsiteY5" fmla="*/ 0 h 4664773"/>
                <a:gd name="connsiteX6" fmla="*/ 2703424 w 2703423"/>
                <a:gd name="connsiteY6" fmla="*/ 255318 h 4664773"/>
                <a:gd name="connsiteX7" fmla="*/ 2703424 w 2703423"/>
                <a:gd name="connsiteY7" fmla="*/ 4409428 h 4664773"/>
                <a:gd name="connsiteX8" fmla="*/ 2448106 w 2703423"/>
                <a:gd name="connsiteY8" fmla="*/ 4664774 h 46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3423" h="4664773">
                  <a:moveTo>
                    <a:pt x="2448106" y="4664774"/>
                  </a:moveTo>
                  <a:lnTo>
                    <a:pt x="255318" y="4664774"/>
                  </a:lnTo>
                  <a:cubicBezTo>
                    <a:pt x="114300" y="4664774"/>
                    <a:pt x="0" y="4550464"/>
                    <a:pt x="0" y="4409456"/>
                  </a:cubicBezTo>
                  <a:lnTo>
                    <a:pt x="0" y="255327"/>
                  </a:lnTo>
                  <a:cubicBezTo>
                    <a:pt x="-10" y="114310"/>
                    <a:pt x="114310" y="0"/>
                    <a:pt x="255318" y="0"/>
                  </a:cubicBezTo>
                  <a:lnTo>
                    <a:pt x="2448106" y="0"/>
                  </a:lnTo>
                  <a:cubicBezTo>
                    <a:pt x="2589124" y="0"/>
                    <a:pt x="2703424" y="114310"/>
                    <a:pt x="2703424" y="255318"/>
                  </a:cubicBezTo>
                  <a:lnTo>
                    <a:pt x="2703424" y="4409428"/>
                  </a:lnTo>
                  <a:cubicBezTo>
                    <a:pt x="2703433" y="4550464"/>
                    <a:pt x="2589124" y="4664774"/>
                    <a:pt x="2448106" y="4664774"/>
                  </a:cubicBezTo>
                  <a:close/>
                </a:path>
              </a:pathLst>
            </a:custGeom>
            <a:solidFill>
              <a:srgbClr val="9E9E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C0B2464-1AC1-1DB1-D486-515611C5E911}"/>
                </a:ext>
              </a:extLst>
            </p:cNvPr>
            <p:cNvSpPr/>
            <p:nvPr/>
          </p:nvSpPr>
          <p:spPr>
            <a:xfrm>
              <a:off x="7901828" y="1780429"/>
              <a:ext cx="2703442" cy="2968485"/>
            </a:xfrm>
            <a:custGeom>
              <a:avLst/>
              <a:gdLst>
                <a:gd name="connsiteX0" fmla="*/ 0 w 2703442"/>
                <a:gd name="connsiteY0" fmla="*/ 0 h 2968485"/>
                <a:gd name="connsiteX1" fmla="*/ 2703443 w 2703442"/>
                <a:gd name="connsiteY1" fmla="*/ 0 h 2968485"/>
                <a:gd name="connsiteX2" fmla="*/ 2703443 w 2703442"/>
                <a:gd name="connsiteY2" fmla="*/ 2968485 h 2968485"/>
                <a:gd name="connsiteX3" fmla="*/ 0 w 2703442"/>
                <a:gd name="connsiteY3" fmla="*/ 2968485 h 2968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3442" h="2968485">
                  <a:moveTo>
                    <a:pt x="0" y="0"/>
                  </a:moveTo>
                  <a:lnTo>
                    <a:pt x="2703443" y="0"/>
                  </a:lnTo>
                  <a:lnTo>
                    <a:pt x="2703443" y="2968485"/>
                  </a:lnTo>
                  <a:lnTo>
                    <a:pt x="0" y="2968485"/>
                  </a:lnTo>
                  <a:close/>
                </a:path>
              </a:pathLst>
            </a:custGeom>
            <a:solidFill>
              <a:srgbClr val="2196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27" name="Graphic 21">
              <a:extLst>
                <a:ext uri="{FF2B5EF4-FFF2-40B4-BE49-F238E27FC236}">
                  <a16:creationId xmlns:a16="http://schemas.microsoft.com/office/drawing/2014/main" id="{8EA3AA7D-DC20-059D-7B69-F5618B2C011E}"/>
                </a:ext>
              </a:extLst>
            </p:cNvPr>
            <p:cNvGrpSpPr/>
            <p:nvPr/>
          </p:nvGrpSpPr>
          <p:grpSpPr>
            <a:xfrm>
              <a:off x="7795805" y="805069"/>
              <a:ext cx="2915488" cy="4876800"/>
              <a:chOff x="3952674" y="990600"/>
              <a:chExt cx="2915488" cy="4876800"/>
            </a:xfrm>
            <a:solidFill>
              <a:srgbClr val="231F20"/>
            </a:solidFill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FF0EC90D-5297-EDED-A4C7-F573C699E022}"/>
                  </a:ext>
                </a:extLst>
              </p:cNvPr>
              <p:cNvSpPr/>
              <p:nvPr/>
            </p:nvSpPr>
            <p:spPr>
              <a:xfrm>
                <a:off x="5110038" y="1432350"/>
                <a:ext cx="600760" cy="212026"/>
              </a:xfrm>
              <a:custGeom>
                <a:avLst/>
                <a:gdLst>
                  <a:gd name="connsiteX0" fmla="*/ 106013 w 600760"/>
                  <a:gd name="connsiteY0" fmla="*/ 212027 h 212026"/>
                  <a:gd name="connsiteX1" fmla="*/ 494748 w 600760"/>
                  <a:gd name="connsiteY1" fmla="*/ 212027 h 212026"/>
                  <a:gd name="connsiteX2" fmla="*/ 600761 w 600760"/>
                  <a:gd name="connsiteY2" fmla="*/ 106013 h 212026"/>
                  <a:gd name="connsiteX3" fmla="*/ 494748 w 600760"/>
                  <a:gd name="connsiteY3" fmla="*/ 0 h 212026"/>
                  <a:gd name="connsiteX4" fmla="*/ 106013 w 600760"/>
                  <a:gd name="connsiteY4" fmla="*/ 0 h 212026"/>
                  <a:gd name="connsiteX5" fmla="*/ 0 w 600760"/>
                  <a:gd name="connsiteY5" fmla="*/ 106013 h 212026"/>
                  <a:gd name="connsiteX6" fmla="*/ 106013 w 600760"/>
                  <a:gd name="connsiteY6" fmla="*/ 212027 h 212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760" h="212026">
                    <a:moveTo>
                      <a:pt x="106013" y="212027"/>
                    </a:moveTo>
                    <a:lnTo>
                      <a:pt x="494748" y="212027"/>
                    </a:lnTo>
                    <a:cubicBezTo>
                      <a:pt x="553288" y="212027"/>
                      <a:pt x="600761" y="164554"/>
                      <a:pt x="600761" y="106013"/>
                    </a:cubicBezTo>
                    <a:cubicBezTo>
                      <a:pt x="600761" y="47473"/>
                      <a:pt x="553288" y="0"/>
                      <a:pt x="494748" y="0"/>
                    </a:cubicBezTo>
                    <a:lnTo>
                      <a:pt x="106013" y="0"/>
                    </a:lnTo>
                    <a:cubicBezTo>
                      <a:pt x="47473" y="0"/>
                      <a:pt x="0" y="47473"/>
                      <a:pt x="0" y="106013"/>
                    </a:cubicBezTo>
                    <a:cubicBezTo>
                      <a:pt x="0" y="164554"/>
                      <a:pt x="47463" y="212027"/>
                      <a:pt x="106013" y="212027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342E482-05AA-06EA-75D7-F0284FBC05C2}"/>
                  </a:ext>
                </a:extLst>
              </p:cNvPr>
              <p:cNvSpPr/>
              <p:nvPr/>
            </p:nvSpPr>
            <p:spPr>
              <a:xfrm>
                <a:off x="5288499" y="5231292"/>
                <a:ext cx="243830" cy="212026"/>
              </a:xfrm>
              <a:custGeom>
                <a:avLst/>
                <a:gdLst>
                  <a:gd name="connsiteX0" fmla="*/ 137817 w 243830"/>
                  <a:gd name="connsiteY0" fmla="*/ 0 h 212026"/>
                  <a:gd name="connsiteX1" fmla="*/ 106013 w 243830"/>
                  <a:gd name="connsiteY1" fmla="*/ 0 h 212026"/>
                  <a:gd name="connsiteX2" fmla="*/ 0 w 243830"/>
                  <a:gd name="connsiteY2" fmla="*/ 106013 h 212026"/>
                  <a:gd name="connsiteX3" fmla="*/ 106013 w 243830"/>
                  <a:gd name="connsiteY3" fmla="*/ 212026 h 212026"/>
                  <a:gd name="connsiteX4" fmla="*/ 137817 w 243830"/>
                  <a:gd name="connsiteY4" fmla="*/ 212026 h 212026"/>
                  <a:gd name="connsiteX5" fmla="*/ 243830 w 243830"/>
                  <a:gd name="connsiteY5" fmla="*/ 106013 h 212026"/>
                  <a:gd name="connsiteX6" fmla="*/ 137817 w 243830"/>
                  <a:gd name="connsiteY6" fmla="*/ 0 h 212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830" h="212026">
                    <a:moveTo>
                      <a:pt x="137817" y="0"/>
                    </a:moveTo>
                    <a:lnTo>
                      <a:pt x="106013" y="0"/>
                    </a:lnTo>
                    <a:cubicBezTo>
                      <a:pt x="47473" y="0"/>
                      <a:pt x="0" y="47472"/>
                      <a:pt x="0" y="106013"/>
                    </a:cubicBezTo>
                    <a:cubicBezTo>
                      <a:pt x="0" y="164554"/>
                      <a:pt x="47473" y="212026"/>
                      <a:pt x="106013" y="212026"/>
                    </a:cubicBezTo>
                    <a:lnTo>
                      <a:pt x="137817" y="212026"/>
                    </a:lnTo>
                    <a:cubicBezTo>
                      <a:pt x="196358" y="212026"/>
                      <a:pt x="243830" y="164554"/>
                      <a:pt x="243830" y="106013"/>
                    </a:cubicBezTo>
                    <a:cubicBezTo>
                      <a:pt x="243830" y="47472"/>
                      <a:pt x="196377" y="0"/>
                      <a:pt x="137817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48760888-C395-FF57-BA87-DB4783003BC0}"/>
                  </a:ext>
                </a:extLst>
              </p:cNvPr>
              <p:cNvSpPr/>
              <p:nvPr/>
            </p:nvSpPr>
            <p:spPr>
              <a:xfrm>
                <a:off x="3952674" y="990600"/>
                <a:ext cx="2915488" cy="4876800"/>
              </a:xfrm>
              <a:custGeom>
                <a:avLst/>
                <a:gdLst>
                  <a:gd name="connsiteX0" fmla="*/ 4180628 w 4286640"/>
                  <a:gd name="connsiteY0" fmla="*/ 1743989 h 4876800"/>
                  <a:gd name="connsiteX1" fmla="*/ 2915479 w 4286640"/>
                  <a:gd name="connsiteY1" fmla="*/ 1743989 h 4876800"/>
                  <a:gd name="connsiteX2" fmla="*/ 2915479 w 4286640"/>
                  <a:gd name="connsiteY2" fmla="*/ 361340 h 4876800"/>
                  <a:gd name="connsiteX3" fmla="*/ 2554138 w 4286640"/>
                  <a:gd name="connsiteY3" fmla="*/ 0 h 4876800"/>
                  <a:gd name="connsiteX4" fmla="*/ 361350 w 4286640"/>
                  <a:gd name="connsiteY4" fmla="*/ 0 h 4876800"/>
                  <a:gd name="connsiteX5" fmla="*/ 0 w 4286640"/>
                  <a:gd name="connsiteY5" fmla="*/ 361340 h 4876800"/>
                  <a:gd name="connsiteX6" fmla="*/ 0 w 4286640"/>
                  <a:gd name="connsiteY6" fmla="*/ 4515460 h 4876800"/>
                  <a:gd name="connsiteX7" fmla="*/ 361340 w 4286640"/>
                  <a:gd name="connsiteY7" fmla="*/ 4876800 h 4876800"/>
                  <a:gd name="connsiteX8" fmla="*/ 2554138 w 4286640"/>
                  <a:gd name="connsiteY8" fmla="*/ 4876800 h 4876800"/>
                  <a:gd name="connsiteX9" fmla="*/ 2915488 w 4286640"/>
                  <a:gd name="connsiteY9" fmla="*/ 4515460 h 4876800"/>
                  <a:gd name="connsiteX10" fmla="*/ 2915488 w 4286640"/>
                  <a:gd name="connsiteY10" fmla="*/ 3175225 h 4876800"/>
                  <a:gd name="connsiteX11" fmla="*/ 4180628 w 4286640"/>
                  <a:gd name="connsiteY11" fmla="*/ 3175225 h 4876800"/>
                  <a:gd name="connsiteX12" fmla="*/ 4286641 w 4286640"/>
                  <a:gd name="connsiteY12" fmla="*/ 3069212 h 4876800"/>
                  <a:gd name="connsiteX13" fmla="*/ 4286641 w 4286640"/>
                  <a:gd name="connsiteY13" fmla="*/ 1850012 h 4876800"/>
                  <a:gd name="connsiteX14" fmla="*/ 4180628 w 4286640"/>
                  <a:gd name="connsiteY14" fmla="*/ 1743989 h 4876800"/>
                  <a:gd name="connsiteX15" fmla="*/ 361350 w 4286640"/>
                  <a:gd name="connsiteY15" fmla="*/ 212036 h 4876800"/>
                  <a:gd name="connsiteX16" fmla="*/ 2554138 w 4286640"/>
                  <a:gd name="connsiteY16" fmla="*/ 212036 h 4876800"/>
                  <a:gd name="connsiteX17" fmla="*/ 2703452 w 4286640"/>
                  <a:gd name="connsiteY17" fmla="*/ 361340 h 4876800"/>
                  <a:gd name="connsiteX18" fmla="*/ 2703452 w 4286640"/>
                  <a:gd name="connsiteY18" fmla="*/ 869347 h 4876800"/>
                  <a:gd name="connsiteX19" fmla="*/ 212046 w 4286640"/>
                  <a:gd name="connsiteY19" fmla="*/ 869347 h 4876800"/>
                  <a:gd name="connsiteX20" fmla="*/ 212046 w 4286640"/>
                  <a:gd name="connsiteY20" fmla="*/ 361340 h 4876800"/>
                  <a:gd name="connsiteX21" fmla="*/ 361350 w 4286640"/>
                  <a:gd name="connsiteY21" fmla="*/ 212036 h 4876800"/>
                  <a:gd name="connsiteX22" fmla="*/ 2554138 w 4286640"/>
                  <a:gd name="connsiteY22" fmla="*/ 4664764 h 4876800"/>
                  <a:gd name="connsiteX23" fmla="*/ 361350 w 4286640"/>
                  <a:gd name="connsiteY23" fmla="*/ 4664764 h 4876800"/>
                  <a:gd name="connsiteX24" fmla="*/ 212046 w 4286640"/>
                  <a:gd name="connsiteY24" fmla="*/ 4515460 h 4876800"/>
                  <a:gd name="connsiteX25" fmla="*/ 212046 w 4286640"/>
                  <a:gd name="connsiteY25" fmla="*/ 4049859 h 4876800"/>
                  <a:gd name="connsiteX26" fmla="*/ 2703452 w 4286640"/>
                  <a:gd name="connsiteY26" fmla="*/ 4049859 h 4876800"/>
                  <a:gd name="connsiteX27" fmla="*/ 2703452 w 4286640"/>
                  <a:gd name="connsiteY27" fmla="*/ 4515460 h 4876800"/>
                  <a:gd name="connsiteX28" fmla="*/ 2554138 w 4286640"/>
                  <a:gd name="connsiteY28" fmla="*/ 4664764 h 4876800"/>
                  <a:gd name="connsiteX29" fmla="*/ 2703443 w 4286640"/>
                  <a:gd name="connsiteY29" fmla="*/ 3837832 h 4876800"/>
                  <a:gd name="connsiteX30" fmla="*/ 212036 w 4286640"/>
                  <a:gd name="connsiteY30" fmla="*/ 3837832 h 4876800"/>
                  <a:gd name="connsiteX31" fmla="*/ 212036 w 4286640"/>
                  <a:gd name="connsiteY31" fmla="*/ 1081373 h 4876800"/>
                  <a:gd name="connsiteX32" fmla="*/ 524789 w 4286640"/>
                  <a:gd name="connsiteY32" fmla="*/ 1081373 h 4876800"/>
                  <a:gd name="connsiteX33" fmla="*/ 524789 w 4286640"/>
                  <a:gd name="connsiteY33" fmla="*/ 1823495 h 4876800"/>
                  <a:gd name="connsiteX34" fmla="*/ 630803 w 4286640"/>
                  <a:gd name="connsiteY34" fmla="*/ 1929508 h 4876800"/>
                  <a:gd name="connsiteX35" fmla="*/ 736816 w 4286640"/>
                  <a:gd name="connsiteY35" fmla="*/ 1823495 h 4876800"/>
                  <a:gd name="connsiteX36" fmla="*/ 736816 w 4286640"/>
                  <a:gd name="connsiteY36" fmla="*/ 1081373 h 4876800"/>
                  <a:gd name="connsiteX37" fmla="*/ 2703443 w 4286640"/>
                  <a:gd name="connsiteY37" fmla="*/ 1081373 h 4876800"/>
                  <a:gd name="connsiteX38" fmla="*/ 2703443 w 4286640"/>
                  <a:gd name="connsiteY38" fmla="*/ 1743980 h 4876800"/>
                  <a:gd name="connsiteX39" fmla="*/ 2166280 w 4286640"/>
                  <a:gd name="connsiteY39" fmla="*/ 1743980 h 4876800"/>
                  <a:gd name="connsiteX40" fmla="*/ 2166280 w 4286640"/>
                  <a:gd name="connsiteY40" fmla="*/ 1399423 h 4876800"/>
                  <a:gd name="connsiteX41" fmla="*/ 2097138 w 4286640"/>
                  <a:gd name="connsiteY41" fmla="*/ 1300020 h 4876800"/>
                  <a:gd name="connsiteX42" fmla="*/ 1979886 w 4286640"/>
                  <a:gd name="connsiteY42" fmla="*/ 1330290 h 4876800"/>
                  <a:gd name="connsiteX43" fmla="*/ 1068143 w 4286640"/>
                  <a:gd name="connsiteY43" fmla="*/ 2390470 h 4876800"/>
                  <a:gd name="connsiteX44" fmla="*/ 1068143 w 4286640"/>
                  <a:gd name="connsiteY44" fmla="*/ 2528726 h 4876800"/>
                  <a:gd name="connsiteX45" fmla="*/ 1979895 w 4286640"/>
                  <a:gd name="connsiteY45" fmla="*/ 3588896 h 4876800"/>
                  <a:gd name="connsiteX46" fmla="*/ 2060296 w 4286640"/>
                  <a:gd name="connsiteY46" fmla="*/ 3625777 h 4876800"/>
                  <a:gd name="connsiteX47" fmla="*/ 2097148 w 4286640"/>
                  <a:gd name="connsiteY47" fmla="*/ 3619157 h 4876800"/>
                  <a:gd name="connsiteX48" fmla="*/ 2166290 w 4286640"/>
                  <a:gd name="connsiteY48" fmla="*/ 3519754 h 4876800"/>
                  <a:gd name="connsiteX49" fmla="*/ 2166290 w 4286640"/>
                  <a:gd name="connsiteY49" fmla="*/ 3175197 h 4876800"/>
                  <a:gd name="connsiteX50" fmla="*/ 2703452 w 4286640"/>
                  <a:gd name="connsiteY50" fmla="*/ 3175197 h 4876800"/>
                  <a:gd name="connsiteX51" fmla="*/ 2703452 w 4286640"/>
                  <a:gd name="connsiteY51" fmla="*/ 3837832 h 4876800"/>
                  <a:gd name="connsiteX52" fmla="*/ 4074614 w 4286640"/>
                  <a:gd name="connsiteY52" fmla="*/ 2963190 h 4876800"/>
                  <a:gd name="connsiteX53" fmla="*/ 2060286 w 4286640"/>
                  <a:gd name="connsiteY53" fmla="*/ 2963190 h 4876800"/>
                  <a:gd name="connsiteX54" fmla="*/ 1954273 w 4286640"/>
                  <a:gd name="connsiteY54" fmla="*/ 3069203 h 4876800"/>
                  <a:gd name="connsiteX55" fmla="*/ 1954273 w 4286640"/>
                  <a:gd name="connsiteY55" fmla="*/ 3233900 h 4876800"/>
                  <a:gd name="connsiteX56" fmla="*/ 1288371 w 4286640"/>
                  <a:gd name="connsiteY56" fmla="*/ 2459603 h 4876800"/>
                  <a:gd name="connsiteX57" fmla="*/ 1954273 w 4286640"/>
                  <a:gd name="connsiteY57" fmla="*/ 1685306 h 4876800"/>
                  <a:gd name="connsiteX58" fmla="*/ 1954273 w 4286640"/>
                  <a:gd name="connsiteY58" fmla="*/ 1850003 h 4876800"/>
                  <a:gd name="connsiteX59" fmla="*/ 2060286 w 4286640"/>
                  <a:gd name="connsiteY59" fmla="*/ 1956016 h 4876800"/>
                  <a:gd name="connsiteX60" fmla="*/ 4074614 w 4286640"/>
                  <a:gd name="connsiteY60" fmla="*/ 1956016 h 4876800"/>
                  <a:gd name="connsiteX61" fmla="*/ 4074614 w 4286640"/>
                  <a:gd name="connsiteY61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524789 w 4286641"/>
                  <a:gd name="connsiteY33" fmla="*/ 1823495 h 4876800"/>
                  <a:gd name="connsiteX34" fmla="*/ 736816 w 4286641"/>
                  <a:gd name="connsiteY34" fmla="*/ 1823495 h 4876800"/>
                  <a:gd name="connsiteX35" fmla="*/ 736816 w 4286641"/>
                  <a:gd name="connsiteY35" fmla="*/ 1081373 h 4876800"/>
                  <a:gd name="connsiteX36" fmla="*/ 2703443 w 4286641"/>
                  <a:gd name="connsiteY36" fmla="*/ 1081373 h 4876800"/>
                  <a:gd name="connsiteX37" fmla="*/ 2703443 w 4286641"/>
                  <a:gd name="connsiteY37" fmla="*/ 1743980 h 4876800"/>
                  <a:gd name="connsiteX38" fmla="*/ 2166280 w 4286641"/>
                  <a:gd name="connsiteY38" fmla="*/ 1743980 h 4876800"/>
                  <a:gd name="connsiteX39" fmla="*/ 2166280 w 4286641"/>
                  <a:gd name="connsiteY39" fmla="*/ 1399423 h 4876800"/>
                  <a:gd name="connsiteX40" fmla="*/ 2097138 w 4286641"/>
                  <a:gd name="connsiteY40" fmla="*/ 1300020 h 4876800"/>
                  <a:gd name="connsiteX41" fmla="*/ 1979886 w 4286641"/>
                  <a:gd name="connsiteY41" fmla="*/ 1330290 h 4876800"/>
                  <a:gd name="connsiteX42" fmla="*/ 1068143 w 4286641"/>
                  <a:gd name="connsiteY42" fmla="*/ 2390470 h 4876800"/>
                  <a:gd name="connsiteX43" fmla="*/ 1068143 w 4286641"/>
                  <a:gd name="connsiteY43" fmla="*/ 2528726 h 4876800"/>
                  <a:gd name="connsiteX44" fmla="*/ 1979895 w 4286641"/>
                  <a:gd name="connsiteY44" fmla="*/ 3588896 h 4876800"/>
                  <a:gd name="connsiteX45" fmla="*/ 2060296 w 4286641"/>
                  <a:gd name="connsiteY45" fmla="*/ 3625777 h 4876800"/>
                  <a:gd name="connsiteX46" fmla="*/ 2097148 w 4286641"/>
                  <a:gd name="connsiteY46" fmla="*/ 3619157 h 4876800"/>
                  <a:gd name="connsiteX47" fmla="*/ 2166290 w 4286641"/>
                  <a:gd name="connsiteY47" fmla="*/ 3519754 h 4876800"/>
                  <a:gd name="connsiteX48" fmla="*/ 2166290 w 4286641"/>
                  <a:gd name="connsiteY48" fmla="*/ 3175197 h 4876800"/>
                  <a:gd name="connsiteX49" fmla="*/ 2703452 w 4286641"/>
                  <a:gd name="connsiteY49" fmla="*/ 3175197 h 4876800"/>
                  <a:gd name="connsiteX50" fmla="*/ 2703452 w 4286641"/>
                  <a:gd name="connsiteY50" fmla="*/ 3837832 h 4876800"/>
                  <a:gd name="connsiteX51" fmla="*/ 2703443 w 4286641"/>
                  <a:gd name="connsiteY51" fmla="*/ 3837832 h 4876800"/>
                  <a:gd name="connsiteX52" fmla="*/ 4074614 w 4286641"/>
                  <a:gd name="connsiteY52" fmla="*/ 2963190 h 4876800"/>
                  <a:gd name="connsiteX53" fmla="*/ 2060286 w 4286641"/>
                  <a:gd name="connsiteY53" fmla="*/ 2963190 h 4876800"/>
                  <a:gd name="connsiteX54" fmla="*/ 1954273 w 4286641"/>
                  <a:gd name="connsiteY54" fmla="*/ 3069203 h 4876800"/>
                  <a:gd name="connsiteX55" fmla="*/ 1954273 w 4286641"/>
                  <a:gd name="connsiteY55" fmla="*/ 3233900 h 4876800"/>
                  <a:gd name="connsiteX56" fmla="*/ 1288371 w 4286641"/>
                  <a:gd name="connsiteY56" fmla="*/ 2459603 h 4876800"/>
                  <a:gd name="connsiteX57" fmla="*/ 1954273 w 4286641"/>
                  <a:gd name="connsiteY57" fmla="*/ 1685306 h 4876800"/>
                  <a:gd name="connsiteX58" fmla="*/ 1954273 w 4286641"/>
                  <a:gd name="connsiteY58" fmla="*/ 1850003 h 4876800"/>
                  <a:gd name="connsiteX59" fmla="*/ 2060286 w 4286641"/>
                  <a:gd name="connsiteY59" fmla="*/ 1956016 h 4876800"/>
                  <a:gd name="connsiteX60" fmla="*/ 4074614 w 4286641"/>
                  <a:gd name="connsiteY60" fmla="*/ 1956016 h 4876800"/>
                  <a:gd name="connsiteX61" fmla="*/ 4074614 w 4286641"/>
                  <a:gd name="connsiteY61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524789 w 4286641"/>
                  <a:gd name="connsiteY33" fmla="*/ 1823495 h 4876800"/>
                  <a:gd name="connsiteX34" fmla="*/ 736816 w 4286641"/>
                  <a:gd name="connsiteY34" fmla="*/ 1081373 h 4876800"/>
                  <a:gd name="connsiteX35" fmla="*/ 2703443 w 4286641"/>
                  <a:gd name="connsiteY35" fmla="*/ 1081373 h 4876800"/>
                  <a:gd name="connsiteX36" fmla="*/ 2703443 w 4286641"/>
                  <a:gd name="connsiteY36" fmla="*/ 1743980 h 4876800"/>
                  <a:gd name="connsiteX37" fmla="*/ 2166280 w 4286641"/>
                  <a:gd name="connsiteY37" fmla="*/ 1743980 h 4876800"/>
                  <a:gd name="connsiteX38" fmla="*/ 2166280 w 4286641"/>
                  <a:gd name="connsiteY38" fmla="*/ 1399423 h 4876800"/>
                  <a:gd name="connsiteX39" fmla="*/ 2097138 w 4286641"/>
                  <a:gd name="connsiteY39" fmla="*/ 1300020 h 4876800"/>
                  <a:gd name="connsiteX40" fmla="*/ 1979886 w 4286641"/>
                  <a:gd name="connsiteY40" fmla="*/ 1330290 h 4876800"/>
                  <a:gd name="connsiteX41" fmla="*/ 1068143 w 4286641"/>
                  <a:gd name="connsiteY41" fmla="*/ 2390470 h 4876800"/>
                  <a:gd name="connsiteX42" fmla="*/ 1068143 w 4286641"/>
                  <a:gd name="connsiteY42" fmla="*/ 2528726 h 4876800"/>
                  <a:gd name="connsiteX43" fmla="*/ 1979895 w 4286641"/>
                  <a:gd name="connsiteY43" fmla="*/ 3588896 h 4876800"/>
                  <a:gd name="connsiteX44" fmla="*/ 2060296 w 4286641"/>
                  <a:gd name="connsiteY44" fmla="*/ 3625777 h 4876800"/>
                  <a:gd name="connsiteX45" fmla="*/ 2097148 w 4286641"/>
                  <a:gd name="connsiteY45" fmla="*/ 3619157 h 4876800"/>
                  <a:gd name="connsiteX46" fmla="*/ 2166290 w 4286641"/>
                  <a:gd name="connsiteY46" fmla="*/ 3519754 h 4876800"/>
                  <a:gd name="connsiteX47" fmla="*/ 2166290 w 4286641"/>
                  <a:gd name="connsiteY47" fmla="*/ 3175197 h 4876800"/>
                  <a:gd name="connsiteX48" fmla="*/ 2703452 w 4286641"/>
                  <a:gd name="connsiteY48" fmla="*/ 3175197 h 4876800"/>
                  <a:gd name="connsiteX49" fmla="*/ 2703452 w 4286641"/>
                  <a:gd name="connsiteY49" fmla="*/ 3837832 h 4876800"/>
                  <a:gd name="connsiteX50" fmla="*/ 2703443 w 4286641"/>
                  <a:gd name="connsiteY50" fmla="*/ 3837832 h 4876800"/>
                  <a:gd name="connsiteX51" fmla="*/ 4074614 w 4286641"/>
                  <a:gd name="connsiteY51" fmla="*/ 2963190 h 4876800"/>
                  <a:gd name="connsiteX52" fmla="*/ 2060286 w 4286641"/>
                  <a:gd name="connsiteY52" fmla="*/ 2963190 h 4876800"/>
                  <a:gd name="connsiteX53" fmla="*/ 1954273 w 4286641"/>
                  <a:gd name="connsiteY53" fmla="*/ 3069203 h 4876800"/>
                  <a:gd name="connsiteX54" fmla="*/ 1954273 w 4286641"/>
                  <a:gd name="connsiteY54" fmla="*/ 3233900 h 4876800"/>
                  <a:gd name="connsiteX55" fmla="*/ 1288371 w 4286641"/>
                  <a:gd name="connsiteY55" fmla="*/ 2459603 h 4876800"/>
                  <a:gd name="connsiteX56" fmla="*/ 1954273 w 4286641"/>
                  <a:gd name="connsiteY56" fmla="*/ 1685306 h 4876800"/>
                  <a:gd name="connsiteX57" fmla="*/ 1954273 w 4286641"/>
                  <a:gd name="connsiteY57" fmla="*/ 1850003 h 4876800"/>
                  <a:gd name="connsiteX58" fmla="*/ 2060286 w 4286641"/>
                  <a:gd name="connsiteY58" fmla="*/ 1956016 h 4876800"/>
                  <a:gd name="connsiteX59" fmla="*/ 4074614 w 4286641"/>
                  <a:gd name="connsiteY59" fmla="*/ 1956016 h 4876800"/>
                  <a:gd name="connsiteX60" fmla="*/ 4074614 w 4286641"/>
                  <a:gd name="connsiteY60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390470 h 4876800"/>
                  <a:gd name="connsiteX41" fmla="*/ 1068143 w 4286641"/>
                  <a:gd name="connsiteY41" fmla="*/ 2528726 h 4876800"/>
                  <a:gd name="connsiteX42" fmla="*/ 1979895 w 4286641"/>
                  <a:gd name="connsiteY42" fmla="*/ 3588896 h 4876800"/>
                  <a:gd name="connsiteX43" fmla="*/ 2060296 w 4286641"/>
                  <a:gd name="connsiteY43" fmla="*/ 3625777 h 4876800"/>
                  <a:gd name="connsiteX44" fmla="*/ 2097148 w 4286641"/>
                  <a:gd name="connsiteY44" fmla="*/ 3619157 h 4876800"/>
                  <a:gd name="connsiteX45" fmla="*/ 2166290 w 4286641"/>
                  <a:gd name="connsiteY45" fmla="*/ 3519754 h 4876800"/>
                  <a:gd name="connsiteX46" fmla="*/ 2166290 w 4286641"/>
                  <a:gd name="connsiteY46" fmla="*/ 3175197 h 4876800"/>
                  <a:gd name="connsiteX47" fmla="*/ 2703452 w 4286641"/>
                  <a:gd name="connsiteY47" fmla="*/ 3175197 h 4876800"/>
                  <a:gd name="connsiteX48" fmla="*/ 2703452 w 4286641"/>
                  <a:gd name="connsiteY48" fmla="*/ 3837832 h 4876800"/>
                  <a:gd name="connsiteX49" fmla="*/ 2703443 w 4286641"/>
                  <a:gd name="connsiteY49" fmla="*/ 3837832 h 4876800"/>
                  <a:gd name="connsiteX50" fmla="*/ 4074614 w 4286641"/>
                  <a:gd name="connsiteY50" fmla="*/ 2963190 h 4876800"/>
                  <a:gd name="connsiteX51" fmla="*/ 2060286 w 4286641"/>
                  <a:gd name="connsiteY51" fmla="*/ 2963190 h 4876800"/>
                  <a:gd name="connsiteX52" fmla="*/ 1954273 w 4286641"/>
                  <a:gd name="connsiteY52" fmla="*/ 3069203 h 4876800"/>
                  <a:gd name="connsiteX53" fmla="*/ 1954273 w 4286641"/>
                  <a:gd name="connsiteY53" fmla="*/ 3233900 h 4876800"/>
                  <a:gd name="connsiteX54" fmla="*/ 1288371 w 4286641"/>
                  <a:gd name="connsiteY54" fmla="*/ 2459603 h 4876800"/>
                  <a:gd name="connsiteX55" fmla="*/ 1954273 w 4286641"/>
                  <a:gd name="connsiteY55" fmla="*/ 1685306 h 4876800"/>
                  <a:gd name="connsiteX56" fmla="*/ 1954273 w 4286641"/>
                  <a:gd name="connsiteY56" fmla="*/ 1850003 h 4876800"/>
                  <a:gd name="connsiteX57" fmla="*/ 2060286 w 4286641"/>
                  <a:gd name="connsiteY57" fmla="*/ 1956016 h 4876800"/>
                  <a:gd name="connsiteX58" fmla="*/ 4074614 w 4286641"/>
                  <a:gd name="connsiteY58" fmla="*/ 1956016 h 4876800"/>
                  <a:gd name="connsiteX59" fmla="*/ 4074614 w 4286641"/>
                  <a:gd name="connsiteY59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288371 w 4286641"/>
                  <a:gd name="connsiteY53" fmla="*/ 2459603 h 4876800"/>
                  <a:gd name="connsiteX54" fmla="*/ 1954273 w 4286641"/>
                  <a:gd name="connsiteY54" fmla="*/ 1685306 h 4876800"/>
                  <a:gd name="connsiteX55" fmla="*/ 1954273 w 4286641"/>
                  <a:gd name="connsiteY55" fmla="*/ 1850003 h 4876800"/>
                  <a:gd name="connsiteX56" fmla="*/ 2060286 w 4286641"/>
                  <a:gd name="connsiteY56" fmla="*/ 1956016 h 4876800"/>
                  <a:gd name="connsiteX57" fmla="*/ 4074614 w 4286641"/>
                  <a:gd name="connsiteY57" fmla="*/ 1956016 h 4876800"/>
                  <a:gd name="connsiteX58" fmla="*/ 4074614 w 4286641"/>
                  <a:gd name="connsiteY58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954273 w 4286641"/>
                  <a:gd name="connsiteY53" fmla="*/ 1685306 h 4876800"/>
                  <a:gd name="connsiteX54" fmla="*/ 1954273 w 4286641"/>
                  <a:gd name="connsiteY54" fmla="*/ 1850003 h 4876800"/>
                  <a:gd name="connsiteX55" fmla="*/ 2060286 w 4286641"/>
                  <a:gd name="connsiteY55" fmla="*/ 1956016 h 4876800"/>
                  <a:gd name="connsiteX56" fmla="*/ 4074614 w 4286641"/>
                  <a:gd name="connsiteY56" fmla="*/ 1956016 h 4876800"/>
                  <a:gd name="connsiteX57" fmla="*/ 4074614 w 4286641"/>
                  <a:gd name="connsiteY57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954273 w 4286641"/>
                  <a:gd name="connsiteY53" fmla="*/ 1685306 h 4876800"/>
                  <a:gd name="connsiteX54" fmla="*/ 2060286 w 4286641"/>
                  <a:gd name="connsiteY54" fmla="*/ 1956016 h 4876800"/>
                  <a:gd name="connsiteX55" fmla="*/ 4074614 w 4286641"/>
                  <a:gd name="connsiteY55" fmla="*/ 1956016 h 4876800"/>
                  <a:gd name="connsiteX56" fmla="*/ 4074614 w 4286641"/>
                  <a:gd name="connsiteY56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954273 w 4286641"/>
                  <a:gd name="connsiteY53" fmla="*/ 1685306 h 4876800"/>
                  <a:gd name="connsiteX54" fmla="*/ 4074614 w 4286641"/>
                  <a:gd name="connsiteY54" fmla="*/ 1956016 h 4876800"/>
                  <a:gd name="connsiteX55" fmla="*/ 4074614 w 4286641"/>
                  <a:gd name="connsiteY55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233900 h 4876800"/>
                  <a:gd name="connsiteX52" fmla="*/ 1954273 w 4286641"/>
                  <a:gd name="connsiteY52" fmla="*/ 1685306 h 4876800"/>
                  <a:gd name="connsiteX53" fmla="*/ 4074614 w 4286641"/>
                  <a:gd name="connsiteY53" fmla="*/ 1956016 h 4876800"/>
                  <a:gd name="connsiteX54" fmla="*/ 4074614 w 4286641"/>
                  <a:gd name="connsiteY54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1685306 h 4876800"/>
                  <a:gd name="connsiteX52" fmla="*/ 4074614 w 4286641"/>
                  <a:gd name="connsiteY52" fmla="*/ 1956016 h 4876800"/>
                  <a:gd name="connsiteX53" fmla="*/ 4074614 w 4286641"/>
                  <a:gd name="connsiteY53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1954273 w 4286641"/>
                  <a:gd name="connsiteY50" fmla="*/ 1685306 h 4876800"/>
                  <a:gd name="connsiteX51" fmla="*/ 4074614 w 4286641"/>
                  <a:gd name="connsiteY51" fmla="*/ 1956016 h 4876800"/>
                  <a:gd name="connsiteX52" fmla="*/ 4074614 w 4286641"/>
                  <a:gd name="connsiteY52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979895 w 4286641"/>
                  <a:gd name="connsiteY40" fmla="*/ 3588896 h 4876800"/>
                  <a:gd name="connsiteX41" fmla="*/ 2060296 w 4286641"/>
                  <a:gd name="connsiteY41" fmla="*/ 3625777 h 4876800"/>
                  <a:gd name="connsiteX42" fmla="*/ 2097148 w 4286641"/>
                  <a:gd name="connsiteY42" fmla="*/ 3619157 h 4876800"/>
                  <a:gd name="connsiteX43" fmla="*/ 2166290 w 4286641"/>
                  <a:gd name="connsiteY43" fmla="*/ 3519754 h 4876800"/>
                  <a:gd name="connsiteX44" fmla="*/ 2166290 w 4286641"/>
                  <a:gd name="connsiteY44" fmla="*/ 3175197 h 4876800"/>
                  <a:gd name="connsiteX45" fmla="*/ 2703452 w 4286641"/>
                  <a:gd name="connsiteY45" fmla="*/ 3175197 h 4876800"/>
                  <a:gd name="connsiteX46" fmla="*/ 2703452 w 4286641"/>
                  <a:gd name="connsiteY46" fmla="*/ 3837832 h 4876800"/>
                  <a:gd name="connsiteX47" fmla="*/ 2703443 w 4286641"/>
                  <a:gd name="connsiteY47" fmla="*/ 3837832 h 4876800"/>
                  <a:gd name="connsiteX48" fmla="*/ 4074614 w 4286641"/>
                  <a:gd name="connsiteY48" fmla="*/ 2963190 h 4876800"/>
                  <a:gd name="connsiteX49" fmla="*/ 1954273 w 4286641"/>
                  <a:gd name="connsiteY49" fmla="*/ 1685306 h 4876800"/>
                  <a:gd name="connsiteX50" fmla="*/ 4074614 w 4286641"/>
                  <a:gd name="connsiteY50" fmla="*/ 1956016 h 4876800"/>
                  <a:gd name="connsiteX51" fmla="*/ 4074614 w 4286641"/>
                  <a:gd name="connsiteY51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979895 w 4286641"/>
                  <a:gd name="connsiteY40" fmla="*/ 3588896 h 4876800"/>
                  <a:gd name="connsiteX41" fmla="*/ 2060296 w 4286641"/>
                  <a:gd name="connsiteY41" fmla="*/ 3625777 h 4876800"/>
                  <a:gd name="connsiteX42" fmla="*/ 2097148 w 4286641"/>
                  <a:gd name="connsiteY42" fmla="*/ 3619157 h 4876800"/>
                  <a:gd name="connsiteX43" fmla="*/ 2166290 w 4286641"/>
                  <a:gd name="connsiteY43" fmla="*/ 3519754 h 4876800"/>
                  <a:gd name="connsiteX44" fmla="*/ 2166290 w 4286641"/>
                  <a:gd name="connsiteY44" fmla="*/ 3175197 h 4876800"/>
                  <a:gd name="connsiteX45" fmla="*/ 2703452 w 4286641"/>
                  <a:gd name="connsiteY45" fmla="*/ 3175197 h 4876800"/>
                  <a:gd name="connsiteX46" fmla="*/ 2703452 w 4286641"/>
                  <a:gd name="connsiteY46" fmla="*/ 3837832 h 4876800"/>
                  <a:gd name="connsiteX47" fmla="*/ 2703443 w 4286641"/>
                  <a:gd name="connsiteY47" fmla="*/ 3837832 h 4876800"/>
                  <a:gd name="connsiteX48" fmla="*/ 4074614 w 4286641"/>
                  <a:gd name="connsiteY48" fmla="*/ 1956016 h 4876800"/>
                  <a:gd name="connsiteX49" fmla="*/ 1954273 w 4286641"/>
                  <a:gd name="connsiteY49" fmla="*/ 1685306 h 4876800"/>
                  <a:gd name="connsiteX50" fmla="*/ 4074614 w 4286641"/>
                  <a:gd name="connsiteY50" fmla="*/ 1956016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979895 w 4286641"/>
                  <a:gd name="connsiteY40" fmla="*/ 3588896 h 4876800"/>
                  <a:gd name="connsiteX41" fmla="*/ 2060296 w 4286641"/>
                  <a:gd name="connsiteY41" fmla="*/ 3625777 h 4876800"/>
                  <a:gd name="connsiteX42" fmla="*/ 2097148 w 4286641"/>
                  <a:gd name="connsiteY42" fmla="*/ 3619157 h 4876800"/>
                  <a:gd name="connsiteX43" fmla="*/ 2166290 w 4286641"/>
                  <a:gd name="connsiteY43" fmla="*/ 3519754 h 4876800"/>
                  <a:gd name="connsiteX44" fmla="*/ 2166290 w 4286641"/>
                  <a:gd name="connsiteY44" fmla="*/ 3175197 h 4876800"/>
                  <a:gd name="connsiteX45" fmla="*/ 2703452 w 4286641"/>
                  <a:gd name="connsiteY45" fmla="*/ 3175197 h 4876800"/>
                  <a:gd name="connsiteX46" fmla="*/ 2703452 w 4286641"/>
                  <a:gd name="connsiteY46" fmla="*/ 3837832 h 4876800"/>
                  <a:gd name="connsiteX47" fmla="*/ 2703443 w 4286641"/>
                  <a:gd name="connsiteY47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097148 w 4286641"/>
                  <a:gd name="connsiteY41" fmla="*/ 3619157 h 4876800"/>
                  <a:gd name="connsiteX42" fmla="*/ 2166290 w 4286641"/>
                  <a:gd name="connsiteY42" fmla="*/ 3519754 h 4876800"/>
                  <a:gd name="connsiteX43" fmla="*/ 2166290 w 4286641"/>
                  <a:gd name="connsiteY43" fmla="*/ 3175197 h 4876800"/>
                  <a:gd name="connsiteX44" fmla="*/ 2703452 w 4286641"/>
                  <a:gd name="connsiteY44" fmla="*/ 3175197 h 4876800"/>
                  <a:gd name="connsiteX45" fmla="*/ 2703452 w 4286641"/>
                  <a:gd name="connsiteY45" fmla="*/ 3837832 h 4876800"/>
                  <a:gd name="connsiteX46" fmla="*/ 2703443 w 4286641"/>
                  <a:gd name="connsiteY46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097148 w 4286641"/>
                  <a:gd name="connsiteY41" fmla="*/ 3619157 h 4876800"/>
                  <a:gd name="connsiteX42" fmla="*/ 2166290 w 4286641"/>
                  <a:gd name="connsiteY42" fmla="*/ 3519754 h 4876800"/>
                  <a:gd name="connsiteX43" fmla="*/ 2703452 w 4286641"/>
                  <a:gd name="connsiteY43" fmla="*/ 3175197 h 4876800"/>
                  <a:gd name="connsiteX44" fmla="*/ 2703452 w 4286641"/>
                  <a:gd name="connsiteY44" fmla="*/ 3837832 h 4876800"/>
                  <a:gd name="connsiteX45" fmla="*/ 2703443 w 4286641"/>
                  <a:gd name="connsiteY45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097148 w 4286641"/>
                  <a:gd name="connsiteY41" fmla="*/ 3619157 h 4876800"/>
                  <a:gd name="connsiteX42" fmla="*/ 2703452 w 4286641"/>
                  <a:gd name="connsiteY42" fmla="*/ 3175197 h 4876800"/>
                  <a:gd name="connsiteX43" fmla="*/ 2703452 w 4286641"/>
                  <a:gd name="connsiteY43" fmla="*/ 3837832 h 4876800"/>
                  <a:gd name="connsiteX44" fmla="*/ 2703443 w 4286641"/>
                  <a:gd name="connsiteY44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703452 w 4286641"/>
                  <a:gd name="connsiteY41" fmla="*/ 3175197 h 4876800"/>
                  <a:gd name="connsiteX42" fmla="*/ 2703452 w 4286641"/>
                  <a:gd name="connsiteY42" fmla="*/ 3837832 h 4876800"/>
                  <a:gd name="connsiteX43" fmla="*/ 2703443 w 4286641"/>
                  <a:gd name="connsiteY43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703452 w 4286641"/>
                  <a:gd name="connsiteY40" fmla="*/ 3175197 h 4876800"/>
                  <a:gd name="connsiteX41" fmla="*/ 2703452 w 4286641"/>
                  <a:gd name="connsiteY41" fmla="*/ 3837832 h 4876800"/>
                  <a:gd name="connsiteX42" fmla="*/ 2703443 w 4286641"/>
                  <a:gd name="connsiteY42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2703452 w 4286641"/>
                  <a:gd name="connsiteY39" fmla="*/ 3175197 h 4876800"/>
                  <a:gd name="connsiteX40" fmla="*/ 2703452 w 4286641"/>
                  <a:gd name="connsiteY40" fmla="*/ 3837832 h 4876800"/>
                  <a:gd name="connsiteX41" fmla="*/ 2703443 w 4286641"/>
                  <a:gd name="connsiteY41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399423 h 4876800"/>
                  <a:gd name="connsiteX36" fmla="*/ 2097138 w 4286641"/>
                  <a:gd name="connsiteY36" fmla="*/ 1300020 h 4876800"/>
                  <a:gd name="connsiteX37" fmla="*/ 1979886 w 4286641"/>
                  <a:gd name="connsiteY37" fmla="*/ 1330290 h 4876800"/>
                  <a:gd name="connsiteX38" fmla="*/ 2703452 w 4286641"/>
                  <a:gd name="connsiteY38" fmla="*/ 3175197 h 4876800"/>
                  <a:gd name="connsiteX39" fmla="*/ 2703452 w 4286641"/>
                  <a:gd name="connsiteY39" fmla="*/ 3837832 h 4876800"/>
                  <a:gd name="connsiteX40" fmla="*/ 2703443 w 4286641"/>
                  <a:gd name="connsiteY40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399423 h 4876800"/>
                  <a:gd name="connsiteX36" fmla="*/ 1979886 w 4286641"/>
                  <a:gd name="connsiteY36" fmla="*/ 1330290 h 4876800"/>
                  <a:gd name="connsiteX37" fmla="*/ 2703452 w 4286641"/>
                  <a:gd name="connsiteY37" fmla="*/ 3175197 h 4876800"/>
                  <a:gd name="connsiteX38" fmla="*/ 2703452 w 4286641"/>
                  <a:gd name="connsiteY38" fmla="*/ 3837832 h 4876800"/>
                  <a:gd name="connsiteX39" fmla="*/ 2703443 w 4286641"/>
                  <a:gd name="connsiteY39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399423 h 4876800"/>
                  <a:gd name="connsiteX36" fmla="*/ 2703452 w 4286641"/>
                  <a:gd name="connsiteY36" fmla="*/ 3175197 h 4876800"/>
                  <a:gd name="connsiteX37" fmla="*/ 2703452 w 4286641"/>
                  <a:gd name="connsiteY37" fmla="*/ 3837832 h 4876800"/>
                  <a:gd name="connsiteX38" fmla="*/ 2703443 w 4286641"/>
                  <a:gd name="connsiteY38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703452 w 4286641"/>
                  <a:gd name="connsiteY35" fmla="*/ 3175197 h 4876800"/>
                  <a:gd name="connsiteX36" fmla="*/ 2703452 w 4286641"/>
                  <a:gd name="connsiteY36" fmla="*/ 3837832 h 4876800"/>
                  <a:gd name="connsiteX37" fmla="*/ 2703443 w 4286641"/>
                  <a:gd name="connsiteY37" fmla="*/ 3837832 h 4876800"/>
                  <a:gd name="connsiteX0" fmla="*/ 4286641 w 4286641"/>
                  <a:gd name="connsiteY0" fmla="*/ 30692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361350 w 4286641"/>
                  <a:gd name="connsiteY13" fmla="*/ 212036 h 4876800"/>
                  <a:gd name="connsiteX14" fmla="*/ 2554138 w 4286641"/>
                  <a:gd name="connsiteY14" fmla="*/ 212036 h 4876800"/>
                  <a:gd name="connsiteX15" fmla="*/ 2703452 w 4286641"/>
                  <a:gd name="connsiteY15" fmla="*/ 361340 h 4876800"/>
                  <a:gd name="connsiteX16" fmla="*/ 2703452 w 4286641"/>
                  <a:gd name="connsiteY16" fmla="*/ 869347 h 4876800"/>
                  <a:gd name="connsiteX17" fmla="*/ 212046 w 4286641"/>
                  <a:gd name="connsiteY17" fmla="*/ 869347 h 4876800"/>
                  <a:gd name="connsiteX18" fmla="*/ 212046 w 4286641"/>
                  <a:gd name="connsiteY18" fmla="*/ 361340 h 4876800"/>
                  <a:gd name="connsiteX19" fmla="*/ 361350 w 4286641"/>
                  <a:gd name="connsiteY19" fmla="*/ 212036 h 4876800"/>
                  <a:gd name="connsiteX20" fmla="*/ 2554138 w 4286641"/>
                  <a:gd name="connsiteY20" fmla="*/ 4664764 h 4876800"/>
                  <a:gd name="connsiteX21" fmla="*/ 361350 w 4286641"/>
                  <a:gd name="connsiteY21" fmla="*/ 4664764 h 4876800"/>
                  <a:gd name="connsiteX22" fmla="*/ 212046 w 4286641"/>
                  <a:gd name="connsiteY22" fmla="*/ 4515460 h 4876800"/>
                  <a:gd name="connsiteX23" fmla="*/ 212046 w 4286641"/>
                  <a:gd name="connsiteY23" fmla="*/ 4049859 h 4876800"/>
                  <a:gd name="connsiteX24" fmla="*/ 2703452 w 4286641"/>
                  <a:gd name="connsiteY24" fmla="*/ 4049859 h 4876800"/>
                  <a:gd name="connsiteX25" fmla="*/ 2703452 w 4286641"/>
                  <a:gd name="connsiteY25" fmla="*/ 4515460 h 4876800"/>
                  <a:gd name="connsiteX26" fmla="*/ 2554138 w 4286641"/>
                  <a:gd name="connsiteY26" fmla="*/ 4664764 h 4876800"/>
                  <a:gd name="connsiteX27" fmla="*/ 2703443 w 4286641"/>
                  <a:gd name="connsiteY27" fmla="*/ 3837832 h 4876800"/>
                  <a:gd name="connsiteX28" fmla="*/ 212036 w 4286641"/>
                  <a:gd name="connsiteY28" fmla="*/ 3837832 h 4876800"/>
                  <a:gd name="connsiteX29" fmla="*/ 212036 w 4286641"/>
                  <a:gd name="connsiteY29" fmla="*/ 1081373 h 4876800"/>
                  <a:gd name="connsiteX30" fmla="*/ 524789 w 4286641"/>
                  <a:gd name="connsiteY30" fmla="*/ 1081373 h 4876800"/>
                  <a:gd name="connsiteX31" fmla="*/ 736816 w 4286641"/>
                  <a:gd name="connsiteY31" fmla="*/ 1081373 h 4876800"/>
                  <a:gd name="connsiteX32" fmla="*/ 2703443 w 4286641"/>
                  <a:gd name="connsiteY32" fmla="*/ 1081373 h 4876800"/>
                  <a:gd name="connsiteX33" fmla="*/ 2703443 w 4286641"/>
                  <a:gd name="connsiteY33" fmla="*/ 1743980 h 4876800"/>
                  <a:gd name="connsiteX34" fmla="*/ 2703452 w 4286641"/>
                  <a:gd name="connsiteY34" fmla="*/ 3175197 h 4876800"/>
                  <a:gd name="connsiteX35" fmla="*/ 2703452 w 4286641"/>
                  <a:gd name="connsiteY35" fmla="*/ 3837832 h 4876800"/>
                  <a:gd name="connsiteX36" fmla="*/ 2703443 w 4286641"/>
                  <a:gd name="connsiteY36" fmla="*/ 3837832 h 4876800"/>
                  <a:gd name="connsiteX0" fmla="*/ 4286641 w 4286641"/>
                  <a:gd name="connsiteY0" fmla="*/ 30692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286641 w 4286641"/>
                  <a:gd name="connsiteY11" fmla="*/ 3069212 h 4876800"/>
                  <a:gd name="connsiteX12" fmla="*/ 361350 w 4286641"/>
                  <a:gd name="connsiteY12" fmla="*/ 212036 h 4876800"/>
                  <a:gd name="connsiteX13" fmla="*/ 2554138 w 4286641"/>
                  <a:gd name="connsiteY13" fmla="*/ 212036 h 4876800"/>
                  <a:gd name="connsiteX14" fmla="*/ 2703452 w 4286641"/>
                  <a:gd name="connsiteY14" fmla="*/ 361340 h 4876800"/>
                  <a:gd name="connsiteX15" fmla="*/ 2703452 w 4286641"/>
                  <a:gd name="connsiteY15" fmla="*/ 869347 h 4876800"/>
                  <a:gd name="connsiteX16" fmla="*/ 212046 w 4286641"/>
                  <a:gd name="connsiteY16" fmla="*/ 869347 h 4876800"/>
                  <a:gd name="connsiteX17" fmla="*/ 212046 w 4286641"/>
                  <a:gd name="connsiteY17" fmla="*/ 361340 h 4876800"/>
                  <a:gd name="connsiteX18" fmla="*/ 361350 w 4286641"/>
                  <a:gd name="connsiteY18" fmla="*/ 212036 h 4876800"/>
                  <a:gd name="connsiteX19" fmla="*/ 2554138 w 4286641"/>
                  <a:gd name="connsiteY19" fmla="*/ 4664764 h 4876800"/>
                  <a:gd name="connsiteX20" fmla="*/ 361350 w 4286641"/>
                  <a:gd name="connsiteY20" fmla="*/ 4664764 h 4876800"/>
                  <a:gd name="connsiteX21" fmla="*/ 212046 w 4286641"/>
                  <a:gd name="connsiteY21" fmla="*/ 4515460 h 4876800"/>
                  <a:gd name="connsiteX22" fmla="*/ 212046 w 4286641"/>
                  <a:gd name="connsiteY22" fmla="*/ 4049859 h 4876800"/>
                  <a:gd name="connsiteX23" fmla="*/ 2703452 w 4286641"/>
                  <a:gd name="connsiteY23" fmla="*/ 4049859 h 4876800"/>
                  <a:gd name="connsiteX24" fmla="*/ 2703452 w 4286641"/>
                  <a:gd name="connsiteY24" fmla="*/ 4515460 h 4876800"/>
                  <a:gd name="connsiteX25" fmla="*/ 2554138 w 4286641"/>
                  <a:gd name="connsiteY25" fmla="*/ 4664764 h 4876800"/>
                  <a:gd name="connsiteX26" fmla="*/ 2703443 w 4286641"/>
                  <a:gd name="connsiteY26" fmla="*/ 3837832 h 4876800"/>
                  <a:gd name="connsiteX27" fmla="*/ 212036 w 4286641"/>
                  <a:gd name="connsiteY27" fmla="*/ 3837832 h 4876800"/>
                  <a:gd name="connsiteX28" fmla="*/ 212036 w 4286641"/>
                  <a:gd name="connsiteY28" fmla="*/ 1081373 h 4876800"/>
                  <a:gd name="connsiteX29" fmla="*/ 524789 w 4286641"/>
                  <a:gd name="connsiteY29" fmla="*/ 1081373 h 4876800"/>
                  <a:gd name="connsiteX30" fmla="*/ 736816 w 4286641"/>
                  <a:gd name="connsiteY30" fmla="*/ 1081373 h 4876800"/>
                  <a:gd name="connsiteX31" fmla="*/ 2703443 w 4286641"/>
                  <a:gd name="connsiteY31" fmla="*/ 1081373 h 4876800"/>
                  <a:gd name="connsiteX32" fmla="*/ 2703443 w 4286641"/>
                  <a:gd name="connsiteY32" fmla="*/ 1743980 h 4876800"/>
                  <a:gd name="connsiteX33" fmla="*/ 2703452 w 4286641"/>
                  <a:gd name="connsiteY33" fmla="*/ 3175197 h 4876800"/>
                  <a:gd name="connsiteX34" fmla="*/ 2703452 w 4286641"/>
                  <a:gd name="connsiteY34" fmla="*/ 3837832 h 4876800"/>
                  <a:gd name="connsiteX35" fmla="*/ 2703443 w 4286641"/>
                  <a:gd name="connsiteY35" fmla="*/ 3837832 h 4876800"/>
                  <a:gd name="connsiteX0" fmla="*/ 2915488 w 2915488"/>
                  <a:gd name="connsiteY0" fmla="*/ 3175225 h 4876800"/>
                  <a:gd name="connsiteX1" fmla="*/ 2915479 w 2915488"/>
                  <a:gd name="connsiteY1" fmla="*/ 1743989 h 4876800"/>
                  <a:gd name="connsiteX2" fmla="*/ 2915479 w 2915488"/>
                  <a:gd name="connsiteY2" fmla="*/ 361340 h 4876800"/>
                  <a:gd name="connsiteX3" fmla="*/ 2554138 w 2915488"/>
                  <a:gd name="connsiteY3" fmla="*/ 0 h 4876800"/>
                  <a:gd name="connsiteX4" fmla="*/ 361350 w 2915488"/>
                  <a:gd name="connsiteY4" fmla="*/ 0 h 4876800"/>
                  <a:gd name="connsiteX5" fmla="*/ 0 w 2915488"/>
                  <a:gd name="connsiteY5" fmla="*/ 361340 h 4876800"/>
                  <a:gd name="connsiteX6" fmla="*/ 0 w 2915488"/>
                  <a:gd name="connsiteY6" fmla="*/ 4515460 h 4876800"/>
                  <a:gd name="connsiteX7" fmla="*/ 361340 w 2915488"/>
                  <a:gd name="connsiteY7" fmla="*/ 4876800 h 4876800"/>
                  <a:gd name="connsiteX8" fmla="*/ 2554138 w 2915488"/>
                  <a:gd name="connsiteY8" fmla="*/ 4876800 h 4876800"/>
                  <a:gd name="connsiteX9" fmla="*/ 2915488 w 2915488"/>
                  <a:gd name="connsiteY9" fmla="*/ 4515460 h 4876800"/>
                  <a:gd name="connsiteX10" fmla="*/ 2915488 w 2915488"/>
                  <a:gd name="connsiteY10" fmla="*/ 3175225 h 4876800"/>
                  <a:gd name="connsiteX11" fmla="*/ 361350 w 2915488"/>
                  <a:gd name="connsiteY11" fmla="*/ 212036 h 4876800"/>
                  <a:gd name="connsiteX12" fmla="*/ 2554138 w 2915488"/>
                  <a:gd name="connsiteY12" fmla="*/ 212036 h 4876800"/>
                  <a:gd name="connsiteX13" fmla="*/ 2703452 w 2915488"/>
                  <a:gd name="connsiteY13" fmla="*/ 361340 h 4876800"/>
                  <a:gd name="connsiteX14" fmla="*/ 2703452 w 2915488"/>
                  <a:gd name="connsiteY14" fmla="*/ 869347 h 4876800"/>
                  <a:gd name="connsiteX15" fmla="*/ 212046 w 2915488"/>
                  <a:gd name="connsiteY15" fmla="*/ 869347 h 4876800"/>
                  <a:gd name="connsiteX16" fmla="*/ 212046 w 2915488"/>
                  <a:gd name="connsiteY16" fmla="*/ 361340 h 4876800"/>
                  <a:gd name="connsiteX17" fmla="*/ 361350 w 2915488"/>
                  <a:gd name="connsiteY17" fmla="*/ 212036 h 4876800"/>
                  <a:gd name="connsiteX18" fmla="*/ 2554138 w 2915488"/>
                  <a:gd name="connsiteY18" fmla="*/ 4664764 h 4876800"/>
                  <a:gd name="connsiteX19" fmla="*/ 361350 w 2915488"/>
                  <a:gd name="connsiteY19" fmla="*/ 4664764 h 4876800"/>
                  <a:gd name="connsiteX20" fmla="*/ 212046 w 2915488"/>
                  <a:gd name="connsiteY20" fmla="*/ 4515460 h 4876800"/>
                  <a:gd name="connsiteX21" fmla="*/ 212046 w 2915488"/>
                  <a:gd name="connsiteY21" fmla="*/ 4049859 h 4876800"/>
                  <a:gd name="connsiteX22" fmla="*/ 2703452 w 2915488"/>
                  <a:gd name="connsiteY22" fmla="*/ 4049859 h 4876800"/>
                  <a:gd name="connsiteX23" fmla="*/ 2703452 w 2915488"/>
                  <a:gd name="connsiteY23" fmla="*/ 4515460 h 4876800"/>
                  <a:gd name="connsiteX24" fmla="*/ 2554138 w 2915488"/>
                  <a:gd name="connsiteY24" fmla="*/ 4664764 h 4876800"/>
                  <a:gd name="connsiteX25" fmla="*/ 2703443 w 2915488"/>
                  <a:gd name="connsiteY25" fmla="*/ 3837832 h 4876800"/>
                  <a:gd name="connsiteX26" fmla="*/ 212036 w 2915488"/>
                  <a:gd name="connsiteY26" fmla="*/ 3837832 h 4876800"/>
                  <a:gd name="connsiteX27" fmla="*/ 212036 w 2915488"/>
                  <a:gd name="connsiteY27" fmla="*/ 1081373 h 4876800"/>
                  <a:gd name="connsiteX28" fmla="*/ 524789 w 2915488"/>
                  <a:gd name="connsiteY28" fmla="*/ 1081373 h 4876800"/>
                  <a:gd name="connsiteX29" fmla="*/ 736816 w 2915488"/>
                  <a:gd name="connsiteY29" fmla="*/ 1081373 h 4876800"/>
                  <a:gd name="connsiteX30" fmla="*/ 2703443 w 2915488"/>
                  <a:gd name="connsiteY30" fmla="*/ 1081373 h 4876800"/>
                  <a:gd name="connsiteX31" fmla="*/ 2703443 w 2915488"/>
                  <a:gd name="connsiteY31" fmla="*/ 1743980 h 4876800"/>
                  <a:gd name="connsiteX32" fmla="*/ 2703452 w 2915488"/>
                  <a:gd name="connsiteY32" fmla="*/ 3175197 h 4876800"/>
                  <a:gd name="connsiteX33" fmla="*/ 2703452 w 2915488"/>
                  <a:gd name="connsiteY33" fmla="*/ 3837832 h 4876800"/>
                  <a:gd name="connsiteX34" fmla="*/ 2703443 w 2915488"/>
                  <a:gd name="connsiteY34" fmla="*/ 383783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915488" h="4876800">
                    <a:moveTo>
                      <a:pt x="2915488" y="3175225"/>
                    </a:moveTo>
                    <a:cubicBezTo>
                      <a:pt x="2915485" y="2698146"/>
                      <a:pt x="2915482" y="2221068"/>
                      <a:pt x="2915479" y="1743989"/>
                    </a:cubicBezTo>
                    <a:lnTo>
                      <a:pt x="2915479" y="361340"/>
                    </a:lnTo>
                    <a:cubicBezTo>
                      <a:pt x="2915479" y="162096"/>
                      <a:pt x="2753382" y="0"/>
                      <a:pt x="2554138" y="0"/>
                    </a:cubicBezTo>
                    <a:lnTo>
                      <a:pt x="361350" y="0"/>
                    </a:lnTo>
                    <a:cubicBezTo>
                      <a:pt x="162116" y="0"/>
                      <a:pt x="0" y="162096"/>
                      <a:pt x="0" y="361340"/>
                    </a:cubicBezTo>
                    <a:lnTo>
                      <a:pt x="0" y="4515460"/>
                    </a:lnTo>
                    <a:cubicBezTo>
                      <a:pt x="0" y="4714694"/>
                      <a:pt x="162096" y="4876800"/>
                      <a:pt x="361340" y="4876800"/>
                    </a:cubicBezTo>
                    <a:lnTo>
                      <a:pt x="2554138" y="4876800"/>
                    </a:lnTo>
                    <a:cubicBezTo>
                      <a:pt x="2753392" y="4876800"/>
                      <a:pt x="2915488" y="4714704"/>
                      <a:pt x="2915488" y="4515460"/>
                    </a:cubicBezTo>
                    <a:lnTo>
                      <a:pt x="2915488" y="3175225"/>
                    </a:lnTo>
                    <a:close/>
                    <a:moveTo>
                      <a:pt x="361350" y="212036"/>
                    </a:moveTo>
                    <a:lnTo>
                      <a:pt x="2554138" y="212036"/>
                    </a:lnTo>
                    <a:cubicBezTo>
                      <a:pt x="2636472" y="212036"/>
                      <a:pt x="2703452" y="279006"/>
                      <a:pt x="2703452" y="361340"/>
                    </a:cubicBezTo>
                    <a:lnTo>
                      <a:pt x="2703452" y="869347"/>
                    </a:lnTo>
                    <a:lnTo>
                      <a:pt x="212046" y="869347"/>
                    </a:lnTo>
                    <a:lnTo>
                      <a:pt x="212046" y="361340"/>
                    </a:lnTo>
                    <a:cubicBezTo>
                      <a:pt x="212036" y="279006"/>
                      <a:pt x="279016" y="212036"/>
                      <a:pt x="361350" y="212036"/>
                    </a:cubicBezTo>
                    <a:close/>
                    <a:moveTo>
                      <a:pt x="2554138" y="4664764"/>
                    </a:moveTo>
                    <a:lnTo>
                      <a:pt x="361350" y="4664764"/>
                    </a:lnTo>
                    <a:cubicBezTo>
                      <a:pt x="279016" y="4664764"/>
                      <a:pt x="212046" y="4597794"/>
                      <a:pt x="212046" y="4515460"/>
                    </a:cubicBezTo>
                    <a:lnTo>
                      <a:pt x="212046" y="4049859"/>
                    </a:lnTo>
                    <a:lnTo>
                      <a:pt x="2703452" y="4049859"/>
                    </a:lnTo>
                    <a:lnTo>
                      <a:pt x="2703452" y="4515460"/>
                    </a:lnTo>
                    <a:cubicBezTo>
                      <a:pt x="2703443" y="4597794"/>
                      <a:pt x="2636463" y="4664764"/>
                      <a:pt x="2554138" y="4664764"/>
                    </a:cubicBezTo>
                    <a:close/>
                    <a:moveTo>
                      <a:pt x="2703443" y="3837832"/>
                    </a:moveTo>
                    <a:lnTo>
                      <a:pt x="212036" y="3837832"/>
                    </a:lnTo>
                    <a:lnTo>
                      <a:pt x="212036" y="1081373"/>
                    </a:lnTo>
                    <a:lnTo>
                      <a:pt x="524789" y="1081373"/>
                    </a:lnTo>
                    <a:lnTo>
                      <a:pt x="736816" y="1081373"/>
                    </a:lnTo>
                    <a:lnTo>
                      <a:pt x="2703443" y="1081373"/>
                    </a:lnTo>
                    <a:lnTo>
                      <a:pt x="2703443" y="1743980"/>
                    </a:lnTo>
                    <a:cubicBezTo>
                      <a:pt x="2703446" y="2221052"/>
                      <a:pt x="2703449" y="2698125"/>
                      <a:pt x="2703452" y="3175197"/>
                    </a:cubicBezTo>
                    <a:lnTo>
                      <a:pt x="2703452" y="3837832"/>
                    </a:lnTo>
                    <a:lnTo>
                      <a:pt x="2703443" y="3837832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0DDE4B-2E0C-926C-B4FB-06AA8234CEE2}"/>
              </a:ext>
            </a:extLst>
          </p:cNvPr>
          <p:cNvGrpSpPr/>
          <p:nvPr/>
        </p:nvGrpSpPr>
        <p:grpSpPr>
          <a:xfrm>
            <a:off x="9338659" y="3343587"/>
            <a:ext cx="2025642" cy="1700074"/>
            <a:chOff x="9909406" y="2076291"/>
            <a:chExt cx="2025642" cy="1700074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46D52449-6114-DD54-884B-01497B1C6E98}"/>
                </a:ext>
              </a:extLst>
            </p:cNvPr>
            <p:cNvSpPr/>
            <p:nvPr/>
          </p:nvSpPr>
          <p:spPr>
            <a:xfrm>
              <a:off x="9981743" y="2148628"/>
              <a:ext cx="1880947" cy="1229854"/>
            </a:xfrm>
            <a:custGeom>
              <a:avLst/>
              <a:gdLst>
                <a:gd name="connsiteX0" fmla="*/ 2572912 w 2816266"/>
                <a:gd name="connsiteY0" fmla="*/ 1841411 h 1841411"/>
                <a:gd name="connsiteX1" fmla="*/ 243373 w 2816266"/>
                <a:gd name="connsiteY1" fmla="*/ 1841411 h 1841411"/>
                <a:gd name="connsiteX2" fmla="*/ 0 w 2816266"/>
                <a:gd name="connsiteY2" fmla="*/ 1598038 h 1841411"/>
                <a:gd name="connsiteX3" fmla="*/ 0 w 2816266"/>
                <a:gd name="connsiteY3" fmla="*/ 243373 h 1841411"/>
                <a:gd name="connsiteX4" fmla="*/ 243373 w 2816266"/>
                <a:gd name="connsiteY4" fmla="*/ 0 h 1841411"/>
                <a:gd name="connsiteX5" fmla="*/ 2572893 w 2816266"/>
                <a:gd name="connsiteY5" fmla="*/ 0 h 1841411"/>
                <a:gd name="connsiteX6" fmla="*/ 2816266 w 2816266"/>
                <a:gd name="connsiteY6" fmla="*/ 243373 h 1841411"/>
                <a:gd name="connsiteX7" fmla="*/ 2816266 w 2816266"/>
                <a:gd name="connsiteY7" fmla="*/ 1598028 h 1841411"/>
                <a:gd name="connsiteX8" fmla="*/ 2572912 w 2816266"/>
                <a:gd name="connsiteY8" fmla="*/ 1841411 h 184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6266" h="1841411">
                  <a:moveTo>
                    <a:pt x="2572912" y="1841411"/>
                  </a:moveTo>
                  <a:lnTo>
                    <a:pt x="243373" y="1841411"/>
                  </a:lnTo>
                  <a:cubicBezTo>
                    <a:pt x="108966" y="1841411"/>
                    <a:pt x="0" y="1732455"/>
                    <a:pt x="0" y="1598038"/>
                  </a:cubicBezTo>
                  <a:lnTo>
                    <a:pt x="0" y="243373"/>
                  </a:lnTo>
                  <a:cubicBezTo>
                    <a:pt x="0" y="108966"/>
                    <a:pt x="108956" y="0"/>
                    <a:pt x="243373" y="0"/>
                  </a:cubicBezTo>
                  <a:lnTo>
                    <a:pt x="2572893" y="0"/>
                  </a:lnTo>
                  <a:cubicBezTo>
                    <a:pt x="2707300" y="0"/>
                    <a:pt x="2816266" y="108957"/>
                    <a:pt x="2816266" y="243373"/>
                  </a:cubicBezTo>
                  <a:lnTo>
                    <a:pt x="2816266" y="1598028"/>
                  </a:lnTo>
                  <a:cubicBezTo>
                    <a:pt x="2816276" y="1732455"/>
                    <a:pt x="2707319" y="1841411"/>
                    <a:pt x="2572912" y="1841411"/>
                  </a:cubicBezTo>
                  <a:close/>
                </a:path>
              </a:pathLst>
            </a:custGeom>
            <a:solidFill>
              <a:srgbClr val="2196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1C18752-369B-9C41-2D79-A4A5E023126F}"/>
                </a:ext>
              </a:extLst>
            </p:cNvPr>
            <p:cNvSpPr/>
            <p:nvPr/>
          </p:nvSpPr>
          <p:spPr>
            <a:xfrm>
              <a:off x="10650935" y="3378521"/>
              <a:ext cx="542583" cy="325549"/>
            </a:xfrm>
            <a:custGeom>
              <a:avLst/>
              <a:gdLst>
                <a:gd name="connsiteX0" fmla="*/ 0 w 812387"/>
                <a:gd name="connsiteY0" fmla="*/ 0 h 487432"/>
                <a:gd name="connsiteX1" fmla="*/ 812387 w 812387"/>
                <a:gd name="connsiteY1" fmla="*/ 0 h 487432"/>
                <a:gd name="connsiteX2" fmla="*/ 812387 w 812387"/>
                <a:gd name="connsiteY2" fmla="*/ 487432 h 487432"/>
                <a:gd name="connsiteX3" fmla="*/ 0 w 812387"/>
                <a:gd name="connsiteY3" fmla="*/ 487432 h 48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2387" h="487432">
                  <a:moveTo>
                    <a:pt x="0" y="0"/>
                  </a:moveTo>
                  <a:lnTo>
                    <a:pt x="812387" y="0"/>
                  </a:lnTo>
                  <a:lnTo>
                    <a:pt x="812387" y="487432"/>
                  </a:lnTo>
                  <a:lnTo>
                    <a:pt x="0" y="487432"/>
                  </a:lnTo>
                  <a:close/>
                </a:path>
              </a:pathLst>
            </a:custGeom>
            <a:solidFill>
              <a:srgbClr val="9E9E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9D7BA07-F9A5-8E03-0C91-852FFEC850F8}"/>
                </a:ext>
              </a:extLst>
            </p:cNvPr>
            <p:cNvSpPr/>
            <p:nvPr/>
          </p:nvSpPr>
          <p:spPr>
            <a:xfrm>
              <a:off x="9909406" y="2076291"/>
              <a:ext cx="2025642" cy="1700074"/>
            </a:xfrm>
            <a:custGeom>
              <a:avLst/>
              <a:gdLst>
                <a:gd name="connsiteX0" fmla="*/ 2681221 w 3032912"/>
                <a:gd name="connsiteY0" fmla="*/ 0 h 2545451"/>
                <a:gd name="connsiteX1" fmla="*/ 351682 w 3032912"/>
                <a:gd name="connsiteY1" fmla="*/ 0 h 2545451"/>
                <a:gd name="connsiteX2" fmla="*/ 0 w 3032912"/>
                <a:gd name="connsiteY2" fmla="*/ 351682 h 2545451"/>
                <a:gd name="connsiteX3" fmla="*/ 0 w 3032912"/>
                <a:gd name="connsiteY3" fmla="*/ 1706337 h 2545451"/>
                <a:gd name="connsiteX4" fmla="*/ 351682 w 3032912"/>
                <a:gd name="connsiteY4" fmla="*/ 2058019 h 2545451"/>
                <a:gd name="connsiteX5" fmla="*/ 1001935 w 3032912"/>
                <a:gd name="connsiteY5" fmla="*/ 2058019 h 2545451"/>
                <a:gd name="connsiteX6" fmla="*/ 1001935 w 3032912"/>
                <a:gd name="connsiteY6" fmla="*/ 2328815 h 2545451"/>
                <a:gd name="connsiteX7" fmla="*/ 696163 w 3032912"/>
                <a:gd name="connsiteY7" fmla="*/ 2328815 h 2545451"/>
                <a:gd name="connsiteX8" fmla="*/ 587845 w 3032912"/>
                <a:gd name="connsiteY8" fmla="*/ 2437133 h 2545451"/>
                <a:gd name="connsiteX9" fmla="*/ 696163 w 3032912"/>
                <a:gd name="connsiteY9" fmla="*/ 2545452 h 2545451"/>
                <a:gd name="connsiteX10" fmla="*/ 2336749 w 3032912"/>
                <a:gd name="connsiteY10" fmla="*/ 2545452 h 2545451"/>
                <a:gd name="connsiteX11" fmla="*/ 2445068 w 3032912"/>
                <a:gd name="connsiteY11" fmla="*/ 2437133 h 2545451"/>
                <a:gd name="connsiteX12" fmla="*/ 2336749 w 3032912"/>
                <a:gd name="connsiteY12" fmla="*/ 2328815 h 2545451"/>
                <a:gd name="connsiteX13" fmla="*/ 2030968 w 3032912"/>
                <a:gd name="connsiteY13" fmla="*/ 2328815 h 2545451"/>
                <a:gd name="connsiteX14" fmla="*/ 2030968 w 3032912"/>
                <a:gd name="connsiteY14" fmla="*/ 2058019 h 2545451"/>
                <a:gd name="connsiteX15" fmla="*/ 2681221 w 3032912"/>
                <a:gd name="connsiteY15" fmla="*/ 2058019 h 2545451"/>
                <a:gd name="connsiteX16" fmla="*/ 3032912 w 3032912"/>
                <a:gd name="connsiteY16" fmla="*/ 1706337 h 2545451"/>
                <a:gd name="connsiteX17" fmla="*/ 3032912 w 3032912"/>
                <a:gd name="connsiteY17" fmla="*/ 351682 h 2545451"/>
                <a:gd name="connsiteX18" fmla="*/ 2681221 w 3032912"/>
                <a:gd name="connsiteY18" fmla="*/ 0 h 2545451"/>
                <a:gd name="connsiteX19" fmla="*/ 1814322 w 3032912"/>
                <a:gd name="connsiteY19" fmla="*/ 2328834 h 2545451"/>
                <a:gd name="connsiteX20" fmla="*/ 1218571 w 3032912"/>
                <a:gd name="connsiteY20" fmla="*/ 2328834 h 2545451"/>
                <a:gd name="connsiteX21" fmla="*/ 1218571 w 3032912"/>
                <a:gd name="connsiteY21" fmla="*/ 2058038 h 2545451"/>
                <a:gd name="connsiteX22" fmla="*/ 1814322 w 3032912"/>
                <a:gd name="connsiteY22" fmla="*/ 2058038 h 2545451"/>
                <a:gd name="connsiteX23" fmla="*/ 1814322 w 3032912"/>
                <a:gd name="connsiteY23" fmla="*/ 2328834 h 2545451"/>
                <a:gd name="connsiteX24" fmla="*/ 2681221 w 3032912"/>
                <a:gd name="connsiteY24" fmla="*/ 1841402 h 2545451"/>
                <a:gd name="connsiteX25" fmla="*/ 351682 w 3032912"/>
                <a:gd name="connsiteY25" fmla="*/ 1841402 h 2545451"/>
                <a:gd name="connsiteX26" fmla="*/ 216627 w 3032912"/>
                <a:gd name="connsiteY26" fmla="*/ 1706347 h 2545451"/>
                <a:gd name="connsiteX27" fmla="*/ 216627 w 3032912"/>
                <a:gd name="connsiteY27" fmla="*/ 351682 h 2545451"/>
                <a:gd name="connsiteX28" fmla="*/ 351682 w 3032912"/>
                <a:gd name="connsiteY28" fmla="*/ 216627 h 2545451"/>
                <a:gd name="connsiteX29" fmla="*/ 2681202 w 3032912"/>
                <a:gd name="connsiteY29" fmla="*/ 216627 h 2545451"/>
                <a:gd name="connsiteX30" fmla="*/ 2816257 w 3032912"/>
                <a:gd name="connsiteY30" fmla="*/ 351682 h 2545451"/>
                <a:gd name="connsiteX31" fmla="*/ 2816257 w 3032912"/>
                <a:gd name="connsiteY31" fmla="*/ 1353969 h 2545451"/>
                <a:gd name="connsiteX32" fmla="*/ 1055884 w 3032912"/>
                <a:gd name="connsiteY32" fmla="*/ 1353969 h 2545451"/>
                <a:gd name="connsiteX33" fmla="*/ 947566 w 3032912"/>
                <a:gd name="connsiteY33" fmla="*/ 1462288 h 2545451"/>
                <a:gd name="connsiteX34" fmla="*/ 1055884 w 3032912"/>
                <a:gd name="connsiteY34" fmla="*/ 1570606 h 2545451"/>
                <a:gd name="connsiteX35" fmla="*/ 2816266 w 3032912"/>
                <a:gd name="connsiteY35" fmla="*/ 1570606 h 2545451"/>
                <a:gd name="connsiteX36" fmla="*/ 2816266 w 3032912"/>
                <a:gd name="connsiteY36" fmla="*/ 1706347 h 2545451"/>
                <a:gd name="connsiteX37" fmla="*/ 2681221 w 3032912"/>
                <a:gd name="connsiteY37" fmla="*/ 1841402 h 2545451"/>
                <a:gd name="connsiteX0" fmla="*/ 2681221 w 3032912"/>
                <a:gd name="connsiteY0" fmla="*/ 0 h 2545452"/>
                <a:gd name="connsiteX1" fmla="*/ 351682 w 3032912"/>
                <a:gd name="connsiteY1" fmla="*/ 0 h 2545452"/>
                <a:gd name="connsiteX2" fmla="*/ 0 w 3032912"/>
                <a:gd name="connsiteY2" fmla="*/ 351682 h 2545452"/>
                <a:gd name="connsiteX3" fmla="*/ 0 w 3032912"/>
                <a:gd name="connsiteY3" fmla="*/ 1706337 h 2545452"/>
                <a:gd name="connsiteX4" fmla="*/ 351682 w 3032912"/>
                <a:gd name="connsiteY4" fmla="*/ 2058019 h 2545452"/>
                <a:gd name="connsiteX5" fmla="*/ 1001935 w 3032912"/>
                <a:gd name="connsiteY5" fmla="*/ 2058019 h 2545452"/>
                <a:gd name="connsiteX6" fmla="*/ 1001935 w 3032912"/>
                <a:gd name="connsiteY6" fmla="*/ 2328815 h 2545452"/>
                <a:gd name="connsiteX7" fmla="*/ 696163 w 3032912"/>
                <a:gd name="connsiteY7" fmla="*/ 2328815 h 2545452"/>
                <a:gd name="connsiteX8" fmla="*/ 587845 w 3032912"/>
                <a:gd name="connsiteY8" fmla="*/ 2437133 h 2545452"/>
                <a:gd name="connsiteX9" fmla="*/ 696163 w 3032912"/>
                <a:gd name="connsiteY9" fmla="*/ 2545452 h 2545452"/>
                <a:gd name="connsiteX10" fmla="*/ 2336749 w 3032912"/>
                <a:gd name="connsiteY10" fmla="*/ 2545452 h 2545452"/>
                <a:gd name="connsiteX11" fmla="*/ 2445068 w 3032912"/>
                <a:gd name="connsiteY11" fmla="*/ 2437133 h 2545452"/>
                <a:gd name="connsiteX12" fmla="*/ 2336749 w 3032912"/>
                <a:gd name="connsiteY12" fmla="*/ 2328815 h 2545452"/>
                <a:gd name="connsiteX13" fmla="*/ 2030968 w 3032912"/>
                <a:gd name="connsiteY13" fmla="*/ 2328815 h 2545452"/>
                <a:gd name="connsiteX14" fmla="*/ 2030968 w 3032912"/>
                <a:gd name="connsiteY14" fmla="*/ 2058019 h 2545452"/>
                <a:gd name="connsiteX15" fmla="*/ 2681221 w 3032912"/>
                <a:gd name="connsiteY15" fmla="*/ 2058019 h 2545452"/>
                <a:gd name="connsiteX16" fmla="*/ 3032912 w 3032912"/>
                <a:gd name="connsiteY16" fmla="*/ 1706337 h 2545452"/>
                <a:gd name="connsiteX17" fmla="*/ 3032912 w 3032912"/>
                <a:gd name="connsiteY17" fmla="*/ 351682 h 2545452"/>
                <a:gd name="connsiteX18" fmla="*/ 2681221 w 3032912"/>
                <a:gd name="connsiteY18" fmla="*/ 0 h 2545452"/>
                <a:gd name="connsiteX19" fmla="*/ 1814322 w 3032912"/>
                <a:gd name="connsiteY19" fmla="*/ 2328834 h 2545452"/>
                <a:gd name="connsiteX20" fmla="*/ 1218571 w 3032912"/>
                <a:gd name="connsiteY20" fmla="*/ 2328834 h 2545452"/>
                <a:gd name="connsiteX21" fmla="*/ 1218571 w 3032912"/>
                <a:gd name="connsiteY21" fmla="*/ 2058038 h 2545452"/>
                <a:gd name="connsiteX22" fmla="*/ 1814322 w 3032912"/>
                <a:gd name="connsiteY22" fmla="*/ 2058038 h 2545452"/>
                <a:gd name="connsiteX23" fmla="*/ 1814322 w 3032912"/>
                <a:gd name="connsiteY23" fmla="*/ 2328834 h 2545452"/>
                <a:gd name="connsiteX24" fmla="*/ 2681221 w 3032912"/>
                <a:gd name="connsiteY24" fmla="*/ 1841402 h 2545452"/>
                <a:gd name="connsiteX25" fmla="*/ 351682 w 3032912"/>
                <a:gd name="connsiteY25" fmla="*/ 1841402 h 2545452"/>
                <a:gd name="connsiteX26" fmla="*/ 216627 w 3032912"/>
                <a:gd name="connsiteY26" fmla="*/ 1706347 h 2545452"/>
                <a:gd name="connsiteX27" fmla="*/ 216627 w 3032912"/>
                <a:gd name="connsiteY27" fmla="*/ 351682 h 2545452"/>
                <a:gd name="connsiteX28" fmla="*/ 351682 w 3032912"/>
                <a:gd name="connsiteY28" fmla="*/ 216627 h 2545452"/>
                <a:gd name="connsiteX29" fmla="*/ 2681202 w 3032912"/>
                <a:gd name="connsiteY29" fmla="*/ 216627 h 2545452"/>
                <a:gd name="connsiteX30" fmla="*/ 2816257 w 3032912"/>
                <a:gd name="connsiteY30" fmla="*/ 351682 h 2545452"/>
                <a:gd name="connsiteX31" fmla="*/ 2816257 w 3032912"/>
                <a:gd name="connsiteY31" fmla="*/ 1353969 h 2545452"/>
                <a:gd name="connsiteX32" fmla="*/ 1055884 w 3032912"/>
                <a:gd name="connsiteY32" fmla="*/ 1353969 h 2545452"/>
                <a:gd name="connsiteX33" fmla="*/ 1055884 w 3032912"/>
                <a:gd name="connsiteY33" fmla="*/ 1570606 h 2545452"/>
                <a:gd name="connsiteX34" fmla="*/ 2816266 w 3032912"/>
                <a:gd name="connsiteY34" fmla="*/ 1570606 h 2545452"/>
                <a:gd name="connsiteX35" fmla="*/ 2816266 w 3032912"/>
                <a:gd name="connsiteY35" fmla="*/ 1706347 h 2545452"/>
                <a:gd name="connsiteX36" fmla="*/ 2681221 w 3032912"/>
                <a:gd name="connsiteY36" fmla="*/ 1841402 h 2545452"/>
                <a:gd name="connsiteX0" fmla="*/ 2681221 w 3032912"/>
                <a:gd name="connsiteY0" fmla="*/ 0 h 2545452"/>
                <a:gd name="connsiteX1" fmla="*/ 351682 w 3032912"/>
                <a:gd name="connsiteY1" fmla="*/ 0 h 2545452"/>
                <a:gd name="connsiteX2" fmla="*/ 0 w 3032912"/>
                <a:gd name="connsiteY2" fmla="*/ 351682 h 2545452"/>
                <a:gd name="connsiteX3" fmla="*/ 0 w 3032912"/>
                <a:gd name="connsiteY3" fmla="*/ 1706337 h 2545452"/>
                <a:gd name="connsiteX4" fmla="*/ 351682 w 3032912"/>
                <a:gd name="connsiteY4" fmla="*/ 2058019 h 2545452"/>
                <a:gd name="connsiteX5" fmla="*/ 1001935 w 3032912"/>
                <a:gd name="connsiteY5" fmla="*/ 2058019 h 2545452"/>
                <a:gd name="connsiteX6" fmla="*/ 1001935 w 3032912"/>
                <a:gd name="connsiteY6" fmla="*/ 2328815 h 2545452"/>
                <a:gd name="connsiteX7" fmla="*/ 696163 w 3032912"/>
                <a:gd name="connsiteY7" fmla="*/ 2328815 h 2545452"/>
                <a:gd name="connsiteX8" fmla="*/ 587845 w 3032912"/>
                <a:gd name="connsiteY8" fmla="*/ 2437133 h 2545452"/>
                <a:gd name="connsiteX9" fmla="*/ 696163 w 3032912"/>
                <a:gd name="connsiteY9" fmla="*/ 2545452 h 2545452"/>
                <a:gd name="connsiteX10" fmla="*/ 2336749 w 3032912"/>
                <a:gd name="connsiteY10" fmla="*/ 2545452 h 2545452"/>
                <a:gd name="connsiteX11" fmla="*/ 2445068 w 3032912"/>
                <a:gd name="connsiteY11" fmla="*/ 2437133 h 2545452"/>
                <a:gd name="connsiteX12" fmla="*/ 2336749 w 3032912"/>
                <a:gd name="connsiteY12" fmla="*/ 2328815 h 2545452"/>
                <a:gd name="connsiteX13" fmla="*/ 2030968 w 3032912"/>
                <a:gd name="connsiteY13" fmla="*/ 2328815 h 2545452"/>
                <a:gd name="connsiteX14" fmla="*/ 2030968 w 3032912"/>
                <a:gd name="connsiteY14" fmla="*/ 2058019 h 2545452"/>
                <a:gd name="connsiteX15" fmla="*/ 2681221 w 3032912"/>
                <a:gd name="connsiteY15" fmla="*/ 2058019 h 2545452"/>
                <a:gd name="connsiteX16" fmla="*/ 3032912 w 3032912"/>
                <a:gd name="connsiteY16" fmla="*/ 1706337 h 2545452"/>
                <a:gd name="connsiteX17" fmla="*/ 3032912 w 3032912"/>
                <a:gd name="connsiteY17" fmla="*/ 351682 h 2545452"/>
                <a:gd name="connsiteX18" fmla="*/ 2681221 w 3032912"/>
                <a:gd name="connsiteY18" fmla="*/ 0 h 2545452"/>
                <a:gd name="connsiteX19" fmla="*/ 1814322 w 3032912"/>
                <a:gd name="connsiteY19" fmla="*/ 2328834 h 2545452"/>
                <a:gd name="connsiteX20" fmla="*/ 1218571 w 3032912"/>
                <a:gd name="connsiteY20" fmla="*/ 2328834 h 2545452"/>
                <a:gd name="connsiteX21" fmla="*/ 1218571 w 3032912"/>
                <a:gd name="connsiteY21" fmla="*/ 2058038 h 2545452"/>
                <a:gd name="connsiteX22" fmla="*/ 1814322 w 3032912"/>
                <a:gd name="connsiteY22" fmla="*/ 2058038 h 2545452"/>
                <a:gd name="connsiteX23" fmla="*/ 1814322 w 3032912"/>
                <a:gd name="connsiteY23" fmla="*/ 2328834 h 2545452"/>
                <a:gd name="connsiteX24" fmla="*/ 2681221 w 3032912"/>
                <a:gd name="connsiteY24" fmla="*/ 1841402 h 2545452"/>
                <a:gd name="connsiteX25" fmla="*/ 351682 w 3032912"/>
                <a:gd name="connsiteY25" fmla="*/ 1841402 h 2545452"/>
                <a:gd name="connsiteX26" fmla="*/ 216627 w 3032912"/>
                <a:gd name="connsiteY26" fmla="*/ 1706347 h 2545452"/>
                <a:gd name="connsiteX27" fmla="*/ 216627 w 3032912"/>
                <a:gd name="connsiteY27" fmla="*/ 351682 h 2545452"/>
                <a:gd name="connsiteX28" fmla="*/ 351682 w 3032912"/>
                <a:gd name="connsiteY28" fmla="*/ 216627 h 2545452"/>
                <a:gd name="connsiteX29" fmla="*/ 2681202 w 3032912"/>
                <a:gd name="connsiteY29" fmla="*/ 216627 h 2545452"/>
                <a:gd name="connsiteX30" fmla="*/ 2816257 w 3032912"/>
                <a:gd name="connsiteY30" fmla="*/ 351682 h 2545452"/>
                <a:gd name="connsiteX31" fmla="*/ 2816257 w 3032912"/>
                <a:gd name="connsiteY31" fmla="*/ 1353969 h 2545452"/>
                <a:gd name="connsiteX32" fmla="*/ 1055884 w 3032912"/>
                <a:gd name="connsiteY32" fmla="*/ 1353969 h 2545452"/>
                <a:gd name="connsiteX33" fmla="*/ 2816266 w 3032912"/>
                <a:gd name="connsiteY33" fmla="*/ 1570606 h 2545452"/>
                <a:gd name="connsiteX34" fmla="*/ 2816266 w 3032912"/>
                <a:gd name="connsiteY34" fmla="*/ 1706347 h 2545452"/>
                <a:gd name="connsiteX35" fmla="*/ 2681221 w 3032912"/>
                <a:gd name="connsiteY35" fmla="*/ 1841402 h 2545452"/>
                <a:gd name="connsiteX0" fmla="*/ 2681221 w 3032912"/>
                <a:gd name="connsiteY0" fmla="*/ 0 h 2545452"/>
                <a:gd name="connsiteX1" fmla="*/ 351682 w 3032912"/>
                <a:gd name="connsiteY1" fmla="*/ 0 h 2545452"/>
                <a:gd name="connsiteX2" fmla="*/ 0 w 3032912"/>
                <a:gd name="connsiteY2" fmla="*/ 351682 h 2545452"/>
                <a:gd name="connsiteX3" fmla="*/ 0 w 3032912"/>
                <a:gd name="connsiteY3" fmla="*/ 1706337 h 2545452"/>
                <a:gd name="connsiteX4" fmla="*/ 351682 w 3032912"/>
                <a:gd name="connsiteY4" fmla="*/ 2058019 h 2545452"/>
                <a:gd name="connsiteX5" fmla="*/ 1001935 w 3032912"/>
                <a:gd name="connsiteY5" fmla="*/ 2058019 h 2545452"/>
                <a:gd name="connsiteX6" fmla="*/ 1001935 w 3032912"/>
                <a:gd name="connsiteY6" fmla="*/ 2328815 h 2545452"/>
                <a:gd name="connsiteX7" fmla="*/ 696163 w 3032912"/>
                <a:gd name="connsiteY7" fmla="*/ 2328815 h 2545452"/>
                <a:gd name="connsiteX8" fmla="*/ 587845 w 3032912"/>
                <a:gd name="connsiteY8" fmla="*/ 2437133 h 2545452"/>
                <a:gd name="connsiteX9" fmla="*/ 696163 w 3032912"/>
                <a:gd name="connsiteY9" fmla="*/ 2545452 h 2545452"/>
                <a:gd name="connsiteX10" fmla="*/ 2336749 w 3032912"/>
                <a:gd name="connsiteY10" fmla="*/ 2545452 h 2545452"/>
                <a:gd name="connsiteX11" fmla="*/ 2445068 w 3032912"/>
                <a:gd name="connsiteY11" fmla="*/ 2437133 h 2545452"/>
                <a:gd name="connsiteX12" fmla="*/ 2336749 w 3032912"/>
                <a:gd name="connsiteY12" fmla="*/ 2328815 h 2545452"/>
                <a:gd name="connsiteX13" fmla="*/ 2030968 w 3032912"/>
                <a:gd name="connsiteY13" fmla="*/ 2328815 h 2545452"/>
                <a:gd name="connsiteX14" fmla="*/ 2030968 w 3032912"/>
                <a:gd name="connsiteY14" fmla="*/ 2058019 h 2545452"/>
                <a:gd name="connsiteX15" fmla="*/ 2681221 w 3032912"/>
                <a:gd name="connsiteY15" fmla="*/ 2058019 h 2545452"/>
                <a:gd name="connsiteX16" fmla="*/ 3032912 w 3032912"/>
                <a:gd name="connsiteY16" fmla="*/ 1706337 h 2545452"/>
                <a:gd name="connsiteX17" fmla="*/ 3032912 w 3032912"/>
                <a:gd name="connsiteY17" fmla="*/ 351682 h 2545452"/>
                <a:gd name="connsiteX18" fmla="*/ 2681221 w 3032912"/>
                <a:gd name="connsiteY18" fmla="*/ 0 h 2545452"/>
                <a:gd name="connsiteX19" fmla="*/ 1814322 w 3032912"/>
                <a:gd name="connsiteY19" fmla="*/ 2328834 h 2545452"/>
                <a:gd name="connsiteX20" fmla="*/ 1218571 w 3032912"/>
                <a:gd name="connsiteY20" fmla="*/ 2328834 h 2545452"/>
                <a:gd name="connsiteX21" fmla="*/ 1218571 w 3032912"/>
                <a:gd name="connsiteY21" fmla="*/ 2058038 h 2545452"/>
                <a:gd name="connsiteX22" fmla="*/ 1814322 w 3032912"/>
                <a:gd name="connsiteY22" fmla="*/ 2058038 h 2545452"/>
                <a:gd name="connsiteX23" fmla="*/ 1814322 w 3032912"/>
                <a:gd name="connsiteY23" fmla="*/ 2328834 h 2545452"/>
                <a:gd name="connsiteX24" fmla="*/ 2681221 w 3032912"/>
                <a:gd name="connsiteY24" fmla="*/ 1841402 h 2545452"/>
                <a:gd name="connsiteX25" fmla="*/ 351682 w 3032912"/>
                <a:gd name="connsiteY25" fmla="*/ 1841402 h 2545452"/>
                <a:gd name="connsiteX26" fmla="*/ 216627 w 3032912"/>
                <a:gd name="connsiteY26" fmla="*/ 1706347 h 2545452"/>
                <a:gd name="connsiteX27" fmla="*/ 216627 w 3032912"/>
                <a:gd name="connsiteY27" fmla="*/ 351682 h 2545452"/>
                <a:gd name="connsiteX28" fmla="*/ 351682 w 3032912"/>
                <a:gd name="connsiteY28" fmla="*/ 216627 h 2545452"/>
                <a:gd name="connsiteX29" fmla="*/ 2681202 w 3032912"/>
                <a:gd name="connsiteY29" fmla="*/ 216627 h 2545452"/>
                <a:gd name="connsiteX30" fmla="*/ 2816257 w 3032912"/>
                <a:gd name="connsiteY30" fmla="*/ 351682 h 2545452"/>
                <a:gd name="connsiteX31" fmla="*/ 2816257 w 3032912"/>
                <a:gd name="connsiteY31" fmla="*/ 1353969 h 2545452"/>
                <a:gd name="connsiteX32" fmla="*/ 2816266 w 3032912"/>
                <a:gd name="connsiteY32" fmla="*/ 1570606 h 2545452"/>
                <a:gd name="connsiteX33" fmla="*/ 2816266 w 3032912"/>
                <a:gd name="connsiteY33" fmla="*/ 1706347 h 2545452"/>
                <a:gd name="connsiteX34" fmla="*/ 2681221 w 3032912"/>
                <a:gd name="connsiteY34" fmla="*/ 1841402 h 254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32912" h="2545452">
                  <a:moveTo>
                    <a:pt x="2681221" y="0"/>
                  </a:moveTo>
                  <a:lnTo>
                    <a:pt x="351682" y="0"/>
                  </a:lnTo>
                  <a:cubicBezTo>
                    <a:pt x="157763" y="0"/>
                    <a:pt x="0" y="157763"/>
                    <a:pt x="0" y="351682"/>
                  </a:cubicBezTo>
                  <a:lnTo>
                    <a:pt x="0" y="1706337"/>
                  </a:lnTo>
                  <a:cubicBezTo>
                    <a:pt x="0" y="1900257"/>
                    <a:pt x="157763" y="2058019"/>
                    <a:pt x="351682" y="2058019"/>
                  </a:cubicBezTo>
                  <a:lnTo>
                    <a:pt x="1001935" y="2058019"/>
                  </a:lnTo>
                  <a:lnTo>
                    <a:pt x="1001935" y="2328815"/>
                  </a:lnTo>
                  <a:lnTo>
                    <a:pt x="696163" y="2328815"/>
                  </a:lnTo>
                  <a:cubicBezTo>
                    <a:pt x="636337" y="2328815"/>
                    <a:pt x="587845" y="2377307"/>
                    <a:pt x="587845" y="2437133"/>
                  </a:cubicBezTo>
                  <a:cubicBezTo>
                    <a:pt x="587845" y="2496960"/>
                    <a:pt x="636337" y="2545452"/>
                    <a:pt x="696163" y="2545452"/>
                  </a:cubicBezTo>
                  <a:lnTo>
                    <a:pt x="2336749" y="2545452"/>
                  </a:lnTo>
                  <a:cubicBezTo>
                    <a:pt x="2396576" y="2545452"/>
                    <a:pt x="2445068" y="2496960"/>
                    <a:pt x="2445068" y="2437133"/>
                  </a:cubicBezTo>
                  <a:cubicBezTo>
                    <a:pt x="2445068" y="2377307"/>
                    <a:pt x="2396576" y="2328815"/>
                    <a:pt x="2336749" y="2328815"/>
                  </a:cubicBezTo>
                  <a:lnTo>
                    <a:pt x="2030968" y="2328815"/>
                  </a:lnTo>
                  <a:lnTo>
                    <a:pt x="2030968" y="2058019"/>
                  </a:lnTo>
                  <a:lnTo>
                    <a:pt x="2681221" y="2058019"/>
                  </a:lnTo>
                  <a:cubicBezTo>
                    <a:pt x="2875140" y="2058019"/>
                    <a:pt x="3032912" y="1900257"/>
                    <a:pt x="3032912" y="1706337"/>
                  </a:cubicBezTo>
                  <a:lnTo>
                    <a:pt x="3032912" y="351682"/>
                  </a:lnTo>
                  <a:cubicBezTo>
                    <a:pt x="3032903" y="157763"/>
                    <a:pt x="2875140" y="0"/>
                    <a:pt x="2681221" y="0"/>
                  </a:cubicBezTo>
                  <a:close/>
                  <a:moveTo>
                    <a:pt x="1814322" y="2328834"/>
                  </a:moveTo>
                  <a:lnTo>
                    <a:pt x="1218571" y="2328834"/>
                  </a:lnTo>
                  <a:lnTo>
                    <a:pt x="1218571" y="2058038"/>
                  </a:lnTo>
                  <a:lnTo>
                    <a:pt x="1814322" y="2058038"/>
                  </a:lnTo>
                  <a:lnTo>
                    <a:pt x="1814322" y="2328834"/>
                  </a:lnTo>
                  <a:close/>
                  <a:moveTo>
                    <a:pt x="2681221" y="1841402"/>
                  </a:moveTo>
                  <a:lnTo>
                    <a:pt x="351682" y="1841402"/>
                  </a:lnTo>
                  <a:cubicBezTo>
                    <a:pt x="277216" y="1841402"/>
                    <a:pt x="216627" y="1780823"/>
                    <a:pt x="216627" y="1706347"/>
                  </a:cubicBezTo>
                  <a:lnTo>
                    <a:pt x="216627" y="351682"/>
                  </a:lnTo>
                  <a:cubicBezTo>
                    <a:pt x="216627" y="277216"/>
                    <a:pt x="277206" y="216627"/>
                    <a:pt x="351682" y="216627"/>
                  </a:cubicBezTo>
                  <a:lnTo>
                    <a:pt x="2681202" y="216627"/>
                  </a:lnTo>
                  <a:cubicBezTo>
                    <a:pt x="2755668" y="216627"/>
                    <a:pt x="2816257" y="277206"/>
                    <a:pt x="2816257" y="351682"/>
                  </a:cubicBezTo>
                  <a:lnTo>
                    <a:pt x="2816257" y="1353969"/>
                  </a:lnTo>
                  <a:cubicBezTo>
                    <a:pt x="2816260" y="1426181"/>
                    <a:pt x="2816263" y="1498394"/>
                    <a:pt x="2816266" y="1570606"/>
                  </a:cubicBezTo>
                  <a:lnTo>
                    <a:pt x="2816266" y="1706347"/>
                  </a:lnTo>
                  <a:cubicBezTo>
                    <a:pt x="2816266" y="1780823"/>
                    <a:pt x="2755687" y="1841402"/>
                    <a:pt x="2681221" y="1841402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46DDA57-CB01-29E7-E36B-47AFDF282635}"/>
              </a:ext>
            </a:extLst>
          </p:cNvPr>
          <p:cNvSpPr txBox="1"/>
          <p:nvPr/>
        </p:nvSpPr>
        <p:spPr>
          <a:xfrm>
            <a:off x="2321960" y="6986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9587907-DD1B-76F5-EB0E-6F3398A3A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3179" y="2330766"/>
            <a:ext cx="2025642" cy="20256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58B991-6329-E117-254B-1D16403E7BC7}"/>
              </a:ext>
            </a:extLst>
          </p:cNvPr>
          <p:cNvSpPr txBox="1"/>
          <p:nvPr/>
        </p:nvSpPr>
        <p:spPr>
          <a:xfrm>
            <a:off x="935751" y="3579239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“1 image please!”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2743B-402D-4FFB-7D8C-192927C915D3}"/>
              </a:ext>
            </a:extLst>
          </p:cNvPr>
          <p:cNvSpPr txBox="1"/>
          <p:nvPr/>
        </p:nvSpPr>
        <p:spPr>
          <a:xfrm>
            <a:off x="9284510" y="5043661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“1 image please!”</a:t>
            </a:r>
          </a:p>
        </p:txBody>
      </p:sp>
    </p:spTree>
    <p:extLst>
      <p:ext uri="{BB962C8B-B14F-4D97-AF65-F5344CB8AC3E}">
        <p14:creationId xmlns:p14="http://schemas.microsoft.com/office/powerpoint/2010/main" val="168819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B16DA-B587-F6F1-4598-A3F76C8932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en-US" b="1" dirty="0"/>
              <a:t>What is Image Optimization?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4B0345E3-DA65-D568-59FC-0A66CDA38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157648"/>
              </p:ext>
            </p:extLst>
          </p:nvPr>
        </p:nvGraphicFramePr>
        <p:xfrm>
          <a:off x="1097280" y="2554622"/>
          <a:ext cx="9614017" cy="238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494">
                  <a:extLst>
                    <a:ext uri="{9D8B030D-6E8A-4147-A177-3AD203B41FA5}">
                      <a16:colId xmlns:a16="http://schemas.microsoft.com/office/drawing/2014/main" val="1786920759"/>
                    </a:ext>
                  </a:extLst>
                </a:gridCol>
                <a:gridCol w="4217166">
                  <a:extLst>
                    <a:ext uri="{9D8B030D-6E8A-4147-A177-3AD203B41FA5}">
                      <a16:colId xmlns:a16="http://schemas.microsoft.com/office/drawing/2014/main" val="3497598986"/>
                    </a:ext>
                  </a:extLst>
                </a:gridCol>
                <a:gridCol w="3882357">
                  <a:extLst>
                    <a:ext uri="{9D8B030D-6E8A-4147-A177-3AD203B41FA5}">
                      <a16:colId xmlns:a16="http://schemas.microsoft.com/office/drawing/2014/main" val="44902338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19353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Screen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Small, limited by portability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Large, typically stationary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0381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Networking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Highly variable, typically wireless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Reliable, wireless or wired connection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87789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Compute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battery power, big.LITTLE CPUs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Efficient cooling for sustained load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448705"/>
                  </a:ext>
                </a:extLst>
              </a:tr>
            </a:tbl>
          </a:graphicData>
        </a:graphic>
      </p:graphicFrame>
      <p:grpSp>
        <p:nvGrpSpPr>
          <p:cNvPr id="53" name="Group 52">
            <a:extLst>
              <a:ext uri="{FF2B5EF4-FFF2-40B4-BE49-F238E27FC236}">
                <a16:creationId xmlns:a16="http://schemas.microsoft.com/office/drawing/2014/main" id="{4804A0CF-53DF-F1F8-1DCC-D6604EAC7B55}"/>
              </a:ext>
            </a:extLst>
          </p:cNvPr>
          <p:cNvGrpSpPr>
            <a:grpSpLocks noChangeAspect="1"/>
          </p:cNvGrpSpPr>
          <p:nvPr/>
        </p:nvGrpSpPr>
        <p:grpSpPr>
          <a:xfrm>
            <a:off x="4262641" y="1289527"/>
            <a:ext cx="898360" cy="1502706"/>
            <a:chOff x="7795805" y="805069"/>
            <a:chExt cx="2915488" cy="4876800"/>
          </a:xfrm>
        </p:grpSpPr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E29574F-3C0F-D145-A3F7-EAC177EC7231}"/>
                </a:ext>
              </a:extLst>
            </p:cNvPr>
            <p:cNvSpPr/>
            <p:nvPr/>
          </p:nvSpPr>
          <p:spPr>
            <a:xfrm>
              <a:off x="7901838" y="911082"/>
              <a:ext cx="2703423" cy="4664773"/>
            </a:xfrm>
            <a:custGeom>
              <a:avLst/>
              <a:gdLst>
                <a:gd name="connsiteX0" fmla="*/ 2448106 w 2703423"/>
                <a:gd name="connsiteY0" fmla="*/ 4664774 h 4664773"/>
                <a:gd name="connsiteX1" fmla="*/ 255318 w 2703423"/>
                <a:gd name="connsiteY1" fmla="*/ 4664774 h 4664773"/>
                <a:gd name="connsiteX2" fmla="*/ 0 w 2703423"/>
                <a:gd name="connsiteY2" fmla="*/ 4409456 h 4664773"/>
                <a:gd name="connsiteX3" fmla="*/ 0 w 2703423"/>
                <a:gd name="connsiteY3" fmla="*/ 255327 h 4664773"/>
                <a:gd name="connsiteX4" fmla="*/ 255318 w 2703423"/>
                <a:gd name="connsiteY4" fmla="*/ 0 h 4664773"/>
                <a:gd name="connsiteX5" fmla="*/ 2448106 w 2703423"/>
                <a:gd name="connsiteY5" fmla="*/ 0 h 4664773"/>
                <a:gd name="connsiteX6" fmla="*/ 2703424 w 2703423"/>
                <a:gd name="connsiteY6" fmla="*/ 255318 h 4664773"/>
                <a:gd name="connsiteX7" fmla="*/ 2703424 w 2703423"/>
                <a:gd name="connsiteY7" fmla="*/ 4409428 h 4664773"/>
                <a:gd name="connsiteX8" fmla="*/ 2448106 w 2703423"/>
                <a:gd name="connsiteY8" fmla="*/ 4664774 h 46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3423" h="4664773">
                  <a:moveTo>
                    <a:pt x="2448106" y="4664774"/>
                  </a:moveTo>
                  <a:lnTo>
                    <a:pt x="255318" y="4664774"/>
                  </a:lnTo>
                  <a:cubicBezTo>
                    <a:pt x="114300" y="4664774"/>
                    <a:pt x="0" y="4550464"/>
                    <a:pt x="0" y="4409456"/>
                  </a:cubicBezTo>
                  <a:lnTo>
                    <a:pt x="0" y="255327"/>
                  </a:lnTo>
                  <a:cubicBezTo>
                    <a:pt x="-10" y="114310"/>
                    <a:pt x="114310" y="0"/>
                    <a:pt x="255318" y="0"/>
                  </a:cubicBezTo>
                  <a:lnTo>
                    <a:pt x="2448106" y="0"/>
                  </a:lnTo>
                  <a:cubicBezTo>
                    <a:pt x="2589124" y="0"/>
                    <a:pt x="2703424" y="114310"/>
                    <a:pt x="2703424" y="255318"/>
                  </a:cubicBezTo>
                  <a:lnTo>
                    <a:pt x="2703424" y="4409428"/>
                  </a:lnTo>
                  <a:cubicBezTo>
                    <a:pt x="2703433" y="4550464"/>
                    <a:pt x="2589124" y="4664774"/>
                    <a:pt x="2448106" y="4664774"/>
                  </a:cubicBezTo>
                  <a:close/>
                </a:path>
              </a:pathLst>
            </a:custGeom>
            <a:solidFill>
              <a:srgbClr val="9E9E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1BF9B3E2-BF89-3A16-8B44-8BE618884D3B}"/>
                </a:ext>
              </a:extLst>
            </p:cNvPr>
            <p:cNvSpPr/>
            <p:nvPr/>
          </p:nvSpPr>
          <p:spPr>
            <a:xfrm>
              <a:off x="7901828" y="1780429"/>
              <a:ext cx="2703442" cy="2968485"/>
            </a:xfrm>
            <a:custGeom>
              <a:avLst/>
              <a:gdLst>
                <a:gd name="connsiteX0" fmla="*/ 0 w 2703442"/>
                <a:gd name="connsiteY0" fmla="*/ 0 h 2968485"/>
                <a:gd name="connsiteX1" fmla="*/ 2703443 w 2703442"/>
                <a:gd name="connsiteY1" fmla="*/ 0 h 2968485"/>
                <a:gd name="connsiteX2" fmla="*/ 2703443 w 2703442"/>
                <a:gd name="connsiteY2" fmla="*/ 2968485 h 2968485"/>
                <a:gd name="connsiteX3" fmla="*/ 0 w 2703442"/>
                <a:gd name="connsiteY3" fmla="*/ 2968485 h 2968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3442" h="2968485">
                  <a:moveTo>
                    <a:pt x="0" y="0"/>
                  </a:moveTo>
                  <a:lnTo>
                    <a:pt x="2703443" y="0"/>
                  </a:lnTo>
                  <a:lnTo>
                    <a:pt x="2703443" y="2968485"/>
                  </a:lnTo>
                  <a:lnTo>
                    <a:pt x="0" y="2968485"/>
                  </a:lnTo>
                  <a:close/>
                </a:path>
              </a:pathLst>
            </a:custGeom>
            <a:solidFill>
              <a:srgbClr val="2196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56" name="Graphic 21">
              <a:extLst>
                <a:ext uri="{FF2B5EF4-FFF2-40B4-BE49-F238E27FC236}">
                  <a16:creationId xmlns:a16="http://schemas.microsoft.com/office/drawing/2014/main" id="{E291F974-0747-9B1C-5413-787CC887A881}"/>
                </a:ext>
              </a:extLst>
            </p:cNvPr>
            <p:cNvGrpSpPr/>
            <p:nvPr/>
          </p:nvGrpSpPr>
          <p:grpSpPr>
            <a:xfrm>
              <a:off x="7795805" y="805069"/>
              <a:ext cx="2915488" cy="4876800"/>
              <a:chOff x="3952674" y="990600"/>
              <a:chExt cx="2915488" cy="4876800"/>
            </a:xfrm>
            <a:solidFill>
              <a:srgbClr val="231F20"/>
            </a:solidFill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6050D946-75E7-4548-0878-2A647FDAAE2F}"/>
                  </a:ext>
                </a:extLst>
              </p:cNvPr>
              <p:cNvSpPr/>
              <p:nvPr/>
            </p:nvSpPr>
            <p:spPr>
              <a:xfrm>
                <a:off x="5110038" y="1432350"/>
                <a:ext cx="600760" cy="212026"/>
              </a:xfrm>
              <a:custGeom>
                <a:avLst/>
                <a:gdLst>
                  <a:gd name="connsiteX0" fmla="*/ 106013 w 600760"/>
                  <a:gd name="connsiteY0" fmla="*/ 212027 h 212026"/>
                  <a:gd name="connsiteX1" fmla="*/ 494748 w 600760"/>
                  <a:gd name="connsiteY1" fmla="*/ 212027 h 212026"/>
                  <a:gd name="connsiteX2" fmla="*/ 600761 w 600760"/>
                  <a:gd name="connsiteY2" fmla="*/ 106013 h 212026"/>
                  <a:gd name="connsiteX3" fmla="*/ 494748 w 600760"/>
                  <a:gd name="connsiteY3" fmla="*/ 0 h 212026"/>
                  <a:gd name="connsiteX4" fmla="*/ 106013 w 600760"/>
                  <a:gd name="connsiteY4" fmla="*/ 0 h 212026"/>
                  <a:gd name="connsiteX5" fmla="*/ 0 w 600760"/>
                  <a:gd name="connsiteY5" fmla="*/ 106013 h 212026"/>
                  <a:gd name="connsiteX6" fmla="*/ 106013 w 600760"/>
                  <a:gd name="connsiteY6" fmla="*/ 212027 h 212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760" h="212026">
                    <a:moveTo>
                      <a:pt x="106013" y="212027"/>
                    </a:moveTo>
                    <a:lnTo>
                      <a:pt x="494748" y="212027"/>
                    </a:lnTo>
                    <a:cubicBezTo>
                      <a:pt x="553288" y="212027"/>
                      <a:pt x="600761" y="164554"/>
                      <a:pt x="600761" y="106013"/>
                    </a:cubicBezTo>
                    <a:cubicBezTo>
                      <a:pt x="600761" y="47473"/>
                      <a:pt x="553288" y="0"/>
                      <a:pt x="494748" y="0"/>
                    </a:cubicBezTo>
                    <a:lnTo>
                      <a:pt x="106013" y="0"/>
                    </a:lnTo>
                    <a:cubicBezTo>
                      <a:pt x="47473" y="0"/>
                      <a:pt x="0" y="47473"/>
                      <a:pt x="0" y="106013"/>
                    </a:cubicBezTo>
                    <a:cubicBezTo>
                      <a:pt x="0" y="164554"/>
                      <a:pt x="47463" y="212027"/>
                      <a:pt x="106013" y="212027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8DB15049-2A40-5755-3711-27163C6E6785}"/>
                  </a:ext>
                </a:extLst>
              </p:cNvPr>
              <p:cNvSpPr/>
              <p:nvPr/>
            </p:nvSpPr>
            <p:spPr>
              <a:xfrm>
                <a:off x="5288499" y="5231292"/>
                <a:ext cx="243830" cy="212026"/>
              </a:xfrm>
              <a:custGeom>
                <a:avLst/>
                <a:gdLst>
                  <a:gd name="connsiteX0" fmla="*/ 137817 w 243830"/>
                  <a:gd name="connsiteY0" fmla="*/ 0 h 212026"/>
                  <a:gd name="connsiteX1" fmla="*/ 106013 w 243830"/>
                  <a:gd name="connsiteY1" fmla="*/ 0 h 212026"/>
                  <a:gd name="connsiteX2" fmla="*/ 0 w 243830"/>
                  <a:gd name="connsiteY2" fmla="*/ 106013 h 212026"/>
                  <a:gd name="connsiteX3" fmla="*/ 106013 w 243830"/>
                  <a:gd name="connsiteY3" fmla="*/ 212026 h 212026"/>
                  <a:gd name="connsiteX4" fmla="*/ 137817 w 243830"/>
                  <a:gd name="connsiteY4" fmla="*/ 212026 h 212026"/>
                  <a:gd name="connsiteX5" fmla="*/ 243830 w 243830"/>
                  <a:gd name="connsiteY5" fmla="*/ 106013 h 212026"/>
                  <a:gd name="connsiteX6" fmla="*/ 137817 w 243830"/>
                  <a:gd name="connsiteY6" fmla="*/ 0 h 212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830" h="212026">
                    <a:moveTo>
                      <a:pt x="137817" y="0"/>
                    </a:moveTo>
                    <a:lnTo>
                      <a:pt x="106013" y="0"/>
                    </a:lnTo>
                    <a:cubicBezTo>
                      <a:pt x="47473" y="0"/>
                      <a:pt x="0" y="47472"/>
                      <a:pt x="0" y="106013"/>
                    </a:cubicBezTo>
                    <a:cubicBezTo>
                      <a:pt x="0" y="164554"/>
                      <a:pt x="47473" y="212026"/>
                      <a:pt x="106013" y="212026"/>
                    </a:cubicBezTo>
                    <a:lnTo>
                      <a:pt x="137817" y="212026"/>
                    </a:lnTo>
                    <a:cubicBezTo>
                      <a:pt x="196358" y="212026"/>
                      <a:pt x="243830" y="164554"/>
                      <a:pt x="243830" y="106013"/>
                    </a:cubicBezTo>
                    <a:cubicBezTo>
                      <a:pt x="243830" y="47472"/>
                      <a:pt x="196377" y="0"/>
                      <a:pt x="137817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74F36AB-1190-036F-EE82-156F253B0E5C}"/>
                  </a:ext>
                </a:extLst>
              </p:cNvPr>
              <p:cNvSpPr/>
              <p:nvPr/>
            </p:nvSpPr>
            <p:spPr>
              <a:xfrm>
                <a:off x="3952674" y="990600"/>
                <a:ext cx="2915488" cy="4876800"/>
              </a:xfrm>
              <a:custGeom>
                <a:avLst/>
                <a:gdLst>
                  <a:gd name="connsiteX0" fmla="*/ 4180628 w 4286640"/>
                  <a:gd name="connsiteY0" fmla="*/ 1743989 h 4876800"/>
                  <a:gd name="connsiteX1" fmla="*/ 2915479 w 4286640"/>
                  <a:gd name="connsiteY1" fmla="*/ 1743989 h 4876800"/>
                  <a:gd name="connsiteX2" fmla="*/ 2915479 w 4286640"/>
                  <a:gd name="connsiteY2" fmla="*/ 361340 h 4876800"/>
                  <a:gd name="connsiteX3" fmla="*/ 2554138 w 4286640"/>
                  <a:gd name="connsiteY3" fmla="*/ 0 h 4876800"/>
                  <a:gd name="connsiteX4" fmla="*/ 361350 w 4286640"/>
                  <a:gd name="connsiteY4" fmla="*/ 0 h 4876800"/>
                  <a:gd name="connsiteX5" fmla="*/ 0 w 4286640"/>
                  <a:gd name="connsiteY5" fmla="*/ 361340 h 4876800"/>
                  <a:gd name="connsiteX6" fmla="*/ 0 w 4286640"/>
                  <a:gd name="connsiteY6" fmla="*/ 4515460 h 4876800"/>
                  <a:gd name="connsiteX7" fmla="*/ 361340 w 4286640"/>
                  <a:gd name="connsiteY7" fmla="*/ 4876800 h 4876800"/>
                  <a:gd name="connsiteX8" fmla="*/ 2554138 w 4286640"/>
                  <a:gd name="connsiteY8" fmla="*/ 4876800 h 4876800"/>
                  <a:gd name="connsiteX9" fmla="*/ 2915488 w 4286640"/>
                  <a:gd name="connsiteY9" fmla="*/ 4515460 h 4876800"/>
                  <a:gd name="connsiteX10" fmla="*/ 2915488 w 4286640"/>
                  <a:gd name="connsiteY10" fmla="*/ 3175225 h 4876800"/>
                  <a:gd name="connsiteX11" fmla="*/ 4180628 w 4286640"/>
                  <a:gd name="connsiteY11" fmla="*/ 3175225 h 4876800"/>
                  <a:gd name="connsiteX12" fmla="*/ 4286641 w 4286640"/>
                  <a:gd name="connsiteY12" fmla="*/ 3069212 h 4876800"/>
                  <a:gd name="connsiteX13" fmla="*/ 4286641 w 4286640"/>
                  <a:gd name="connsiteY13" fmla="*/ 1850012 h 4876800"/>
                  <a:gd name="connsiteX14" fmla="*/ 4180628 w 4286640"/>
                  <a:gd name="connsiteY14" fmla="*/ 1743989 h 4876800"/>
                  <a:gd name="connsiteX15" fmla="*/ 361350 w 4286640"/>
                  <a:gd name="connsiteY15" fmla="*/ 212036 h 4876800"/>
                  <a:gd name="connsiteX16" fmla="*/ 2554138 w 4286640"/>
                  <a:gd name="connsiteY16" fmla="*/ 212036 h 4876800"/>
                  <a:gd name="connsiteX17" fmla="*/ 2703452 w 4286640"/>
                  <a:gd name="connsiteY17" fmla="*/ 361340 h 4876800"/>
                  <a:gd name="connsiteX18" fmla="*/ 2703452 w 4286640"/>
                  <a:gd name="connsiteY18" fmla="*/ 869347 h 4876800"/>
                  <a:gd name="connsiteX19" fmla="*/ 212046 w 4286640"/>
                  <a:gd name="connsiteY19" fmla="*/ 869347 h 4876800"/>
                  <a:gd name="connsiteX20" fmla="*/ 212046 w 4286640"/>
                  <a:gd name="connsiteY20" fmla="*/ 361340 h 4876800"/>
                  <a:gd name="connsiteX21" fmla="*/ 361350 w 4286640"/>
                  <a:gd name="connsiteY21" fmla="*/ 212036 h 4876800"/>
                  <a:gd name="connsiteX22" fmla="*/ 2554138 w 4286640"/>
                  <a:gd name="connsiteY22" fmla="*/ 4664764 h 4876800"/>
                  <a:gd name="connsiteX23" fmla="*/ 361350 w 4286640"/>
                  <a:gd name="connsiteY23" fmla="*/ 4664764 h 4876800"/>
                  <a:gd name="connsiteX24" fmla="*/ 212046 w 4286640"/>
                  <a:gd name="connsiteY24" fmla="*/ 4515460 h 4876800"/>
                  <a:gd name="connsiteX25" fmla="*/ 212046 w 4286640"/>
                  <a:gd name="connsiteY25" fmla="*/ 4049859 h 4876800"/>
                  <a:gd name="connsiteX26" fmla="*/ 2703452 w 4286640"/>
                  <a:gd name="connsiteY26" fmla="*/ 4049859 h 4876800"/>
                  <a:gd name="connsiteX27" fmla="*/ 2703452 w 4286640"/>
                  <a:gd name="connsiteY27" fmla="*/ 4515460 h 4876800"/>
                  <a:gd name="connsiteX28" fmla="*/ 2554138 w 4286640"/>
                  <a:gd name="connsiteY28" fmla="*/ 4664764 h 4876800"/>
                  <a:gd name="connsiteX29" fmla="*/ 2703443 w 4286640"/>
                  <a:gd name="connsiteY29" fmla="*/ 3837832 h 4876800"/>
                  <a:gd name="connsiteX30" fmla="*/ 212036 w 4286640"/>
                  <a:gd name="connsiteY30" fmla="*/ 3837832 h 4876800"/>
                  <a:gd name="connsiteX31" fmla="*/ 212036 w 4286640"/>
                  <a:gd name="connsiteY31" fmla="*/ 1081373 h 4876800"/>
                  <a:gd name="connsiteX32" fmla="*/ 524789 w 4286640"/>
                  <a:gd name="connsiteY32" fmla="*/ 1081373 h 4876800"/>
                  <a:gd name="connsiteX33" fmla="*/ 524789 w 4286640"/>
                  <a:gd name="connsiteY33" fmla="*/ 1823495 h 4876800"/>
                  <a:gd name="connsiteX34" fmla="*/ 630803 w 4286640"/>
                  <a:gd name="connsiteY34" fmla="*/ 1929508 h 4876800"/>
                  <a:gd name="connsiteX35" fmla="*/ 736816 w 4286640"/>
                  <a:gd name="connsiteY35" fmla="*/ 1823495 h 4876800"/>
                  <a:gd name="connsiteX36" fmla="*/ 736816 w 4286640"/>
                  <a:gd name="connsiteY36" fmla="*/ 1081373 h 4876800"/>
                  <a:gd name="connsiteX37" fmla="*/ 2703443 w 4286640"/>
                  <a:gd name="connsiteY37" fmla="*/ 1081373 h 4876800"/>
                  <a:gd name="connsiteX38" fmla="*/ 2703443 w 4286640"/>
                  <a:gd name="connsiteY38" fmla="*/ 1743980 h 4876800"/>
                  <a:gd name="connsiteX39" fmla="*/ 2166280 w 4286640"/>
                  <a:gd name="connsiteY39" fmla="*/ 1743980 h 4876800"/>
                  <a:gd name="connsiteX40" fmla="*/ 2166280 w 4286640"/>
                  <a:gd name="connsiteY40" fmla="*/ 1399423 h 4876800"/>
                  <a:gd name="connsiteX41" fmla="*/ 2097138 w 4286640"/>
                  <a:gd name="connsiteY41" fmla="*/ 1300020 h 4876800"/>
                  <a:gd name="connsiteX42" fmla="*/ 1979886 w 4286640"/>
                  <a:gd name="connsiteY42" fmla="*/ 1330290 h 4876800"/>
                  <a:gd name="connsiteX43" fmla="*/ 1068143 w 4286640"/>
                  <a:gd name="connsiteY43" fmla="*/ 2390470 h 4876800"/>
                  <a:gd name="connsiteX44" fmla="*/ 1068143 w 4286640"/>
                  <a:gd name="connsiteY44" fmla="*/ 2528726 h 4876800"/>
                  <a:gd name="connsiteX45" fmla="*/ 1979895 w 4286640"/>
                  <a:gd name="connsiteY45" fmla="*/ 3588896 h 4876800"/>
                  <a:gd name="connsiteX46" fmla="*/ 2060296 w 4286640"/>
                  <a:gd name="connsiteY46" fmla="*/ 3625777 h 4876800"/>
                  <a:gd name="connsiteX47" fmla="*/ 2097148 w 4286640"/>
                  <a:gd name="connsiteY47" fmla="*/ 3619157 h 4876800"/>
                  <a:gd name="connsiteX48" fmla="*/ 2166290 w 4286640"/>
                  <a:gd name="connsiteY48" fmla="*/ 3519754 h 4876800"/>
                  <a:gd name="connsiteX49" fmla="*/ 2166290 w 4286640"/>
                  <a:gd name="connsiteY49" fmla="*/ 3175197 h 4876800"/>
                  <a:gd name="connsiteX50" fmla="*/ 2703452 w 4286640"/>
                  <a:gd name="connsiteY50" fmla="*/ 3175197 h 4876800"/>
                  <a:gd name="connsiteX51" fmla="*/ 2703452 w 4286640"/>
                  <a:gd name="connsiteY51" fmla="*/ 3837832 h 4876800"/>
                  <a:gd name="connsiteX52" fmla="*/ 4074614 w 4286640"/>
                  <a:gd name="connsiteY52" fmla="*/ 2963190 h 4876800"/>
                  <a:gd name="connsiteX53" fmla="*/ 2060286 w 4286640"/>
                  <a:gd name="connsiteY53" fmla="*/ 2963190 h 4876800"/>
                  <a:gd name="connsiteX54" fmla="*/ 1954273 w 4286640"/>
                  <a:gd name="connsiteY54" fmla="*/ 3069203 h 4876800"/>
                  <a:gd name="connsiteX55" fmla="*/ 1954273 w 4286640"/>
                  <a:gd name="connsiteY55" fmla="*/ 3233900 h 4876800"/>
                  <a:gd name="connsiteX56" fmla="*/ 1288371 w 4286640"/>
                  <a:gd name="connsiteY56" fmla="*/ 2459603 h 4876800"/>
                  <a:gd name="connsiteX57" fmla="*/ 1954273 w 4286640"/>
                  <a:gd name="connsiteY57" fmla="*/ 1685306 h 4876800"/>
                  <a:gd name="connsiteX58" fmla="*/ 1954273 w 4286640"/>
                  <a:gd name="connsiteY58" fmla="*/ 1850003 h 4876800"/>
                  <a:gd name="connsiteX59" fmla="*/ 2060286 w 4286640"/>
                  <a:gd name="connsiteY59" fmla="*/ 1956016 h 4876800"/>
                  <a:gd name="connsiteX60" fmla="*/ 4074614 w 4286640"/>
                  <a:gd name="connsiteY60" fmla="*/ 1956016 h 4876800"/>
                  <a:gd name="connsiteX61" fmla="*/ 4074614 w 4286640"/>
                  <a:gd name="connsiteY61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524789 w 4286641"/>
                  <a:gd name="connsiteY33" fmla="*/ 1823495 h 4876800"/>
                  <a:gd name="connsiteX34" fmla="*/ 736816 w 4286641"/>
                  <a:gd name="connsiteY34" fmla="*/ 1823495 h 4876800"/>
                  <a:gd name="connsiteX35" fmla="*/ 736816 w 4286641"/>
                  <a:gd name="connsiteY35" fmla="*/ 1081373 h 4876800"/>
                  <a:gd name="connsiteX36" fmla="*/ 2703443 w 4286641"/>
                  <a:gd name="connsiteY36" fmla="*/ 1081373 h 4876800"/>
                  <a:gd name="connsiteX37" fmla="*/ 2703443 w 4286641"/>
                  <a:gd name="connsiteY37" fmla="*/ 1743980 h 4876800"/>
                  <a:gd name="connsiteX38" fmla="*/ 2166280 w 4286641"/>
                  <a:gd name="connsiteY38" fmla="*/ 1743980 h 4876800"/>
                  <a:gd name="connsiteX39" fmla="*/ 2166280 w 4286641"/>
                  <a:gd name="connsiteY39" fmla="*/ 1399423 h 4876800"/>
                  <a:gd name="connsiteX40" fmla="*/ 2097138 w 4286641"/>
                  <a:gd name="connsiteY40" fmla="*/ 1300020 h 4876800"/>
                  <a:gd name="connsiteX41" fmla="*/ 1979886 w 4286641"/>
                  <a:gd name="connsiteY41" fmla="*/ 1330290 h 4876800"/>
                  <a:gd name="connsiteX42" fmla="*/ 1068143 w 4286641"/>
                  <a:gd name="connsiteY42" fmla="*/ 2390470 h 4876800"/>
                  <a:gd name="connsiteX43" fmla="*/ 1068143 w 4286641"/>
                  <a:gd name="connsiteY43" fmla="*/ 2528726 h 4876800"/>
                  <a:gd name="connsiteX44" fmla="*/ 1979895 w 4286641"/>
                  <a:gd name="connsiteY44" fmla="*/ 3588896 h 4876800"/>
                  <a:gd name="connsiteX45" fmla="*/ 2060296 w 4286641"/>
                  <a:gd name="connsiteY45" fmla="*/ 3625777 h 4876800"/>
                  <a:gd name="connsiteX46" fmla="*/ 2097148 w 4286641"/>
                  <a:gd name="connsiteY46" fmla="*/ 3619157 h 4876800"/>
                  <a:gd name="connsiteX47" fmla="*/ 2166290 w 4286641"/>
                  <a:gd name="connsiteY47" fmla="*/ 3519754 h 4876800"/>
                  <a:gd name="connsiteX48" fmla="*/ 2166290 w 4286641"/>
                  <a:gd name="connsiteY48" fmla="*/ 3175197 h 4876800"/>
                  <a:gd name="connsiteX49" fmla="*/ 2703452 w 4286641"/>
                  <a:gd name="connsiteY49" fmla="*/ 3175197 h 4876800"/>
                  <a:gd name="connsiteX50" fmla="*/ 2703452 w 4286641"/>
                  <a:gd name="connsiteY50" fmla="*/ 3837832 h 4876800"/>
                  <a:gd name="connsiteX51" fmla="*/ 2703443 w 4286641"/>
                  <a:gd name="connsiteY51" fmla="*/ 3837832 h 4876800"/>
                  <a:gd name="connsiteX52" fmla="*/ 4074614 w 4286641"/>
                  <a:gd name="connsiteY52" fmla="*/ 2963190 h 4876800"/>
                  <a:gd name="connsiteX53" fmla="*/ 2060286 w 4286641"/>
                  <a:gd name="connsiteY53" fmla="*/ 2963190 h 4876800"/>
                  <a:gd name="connsiteX54" fmla="*/ 1954273 w 4286641"/>
                  <a:gd name="connsiteY54" fmla="*/ 3069203 h 4876800"/>
                  <a:gd name="connsiteX55" fmla="*/ 1954273 w 4286641"/>
                  <a:gd name="connsiteY55" fmla="*/ 3233900 h 4876800"/>
                  <a:gd name="connsiteX56" fmla="*/ 1288371 w 4286641"/>
                  <a:gd name="connsiteY56" fmla="*/ 2459603 h 4876800"/>
                  <a:gd name="connsiteX57" fmla="*/ 1954273 w 4286641"/>
                  <a:gd name="connsiteY57" fmla="*/ 1685306 h 4876800"/>
                  <a:gd name="connsiteX58" fmla="*/ 1954273 w 4286641"/>
                  <a:gd name="connsiteY58" fmla="*/ 1850003 h 4876800"/>
                  <a:gd name="connsiteX59" fmla="*/ 2060286 w 4286641"/>
                  <a:gd name="connsiteY59" fmla="*/ 1956016 h 4876800"/>
                  <a:gd name="connsiteX60" fmla="*/ 4074614 w 4286641"/>
                  <a:gd name="connsiteY60" fmla="*/ 1956016 h 4876800"/>
                  <a:gd name="connsiteX61" fmla="*/ 4074614 w 4286641"/>
                  <a:gd name="connsiteY61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524789 w 4286641"/>
                  <a:gd name="connsiteY33" fmla="*/ 1823495 h 4876800"/>
                  <a:gd name="connsiteX34" fmla="*/ 736816 w 4286641"/>
                  <a:gd name="connsiteY34" fmla="*/ 1081373 h 4876800"/>
                  <a:gd name="connsiteX35" fmla="*/ 2703443 w 4286641"/>
                  <a:gd name="connsiteY35" fmla="*/ 1081373 h 4876800"/>
                  <a:gd name="connsiteX36" fmla="*/ 2703443 w 4286641"/>
                  <a:gd name="connsiteY36" fmla="*/ 1743980 h 4876800"/>
                  <a:gd name="connsiteX37" fmla="*/ 2166280 w 4286641"/>
                  <a:gd name="connsiteY37" fmla="*/ 1743980 h 4876800"/>
                  <a:gd name="connsiteX38" fmla="*/ 2166280 w 4286641"/>
                  <a:gd name="connsiteY38" fmla="*/ 1399423 h 4876800"/>
                  <a:gd name="connsiteX39" fmla="*/ 2097138 w 4286641"/>
                  <a:gd name="connsiteY39" fmla="*/ 1300020 h 4876800"/>
                  <a:gd name="connsiteX40" fmla="*/ 1979886 w 4286641"/>
                  <a:gd name="connsiteY40" fmla="*/ 1330290 h 4876800"/>
                  <a:gd name="connsiteX41" fmla="*/ 1068143 w 4286641"/>
                  <a:gd name="connsiteY41" fmla="*/ 2390470 h 4876800"/>
                  <a:gd name="connsiteX42" fmla="*/ 1068143 w 4286641"/>
                  <a:gd name="connsiteY42" fmla="*/ 2528726 h 4876800"/>
                  <a:gd name="connsiteX43" fmla="*/ 1979895 w 4286641"/>
                  <a:gd name="connsiteY43" fmla="*/ 3588896 h 4876800"/>
                  <a:gd name="connsiteX44" fmla="*/ 2060296 w 4286641"/>
                  <a:gd name="connsiteY44" fmla="*/ 3625777 h 4876800"/>
                  <a:gd name="connsiteX45" fmla="*/ 2097148 w 4286641"/>
                  <a:gd name="connsiteY45" fmla="*/ 3619157 h 4876800"/>
                  <a:gd name="connsiteX46" fmla="*/ 2166290 w 4286641"/>
                  <a:gd name="connsiteY46" fmla="*/ 3519754 h 4876800"/>
                  <a:gd name="connsiteX47" fmla="*/ 2166290 w 4286641"/>
                  <a:gd name="connsiteY47" fmla="*/ 3175197 h 4876800"/>
                  <a:gd name="connsiteX48" fmla="*/ 2703452 w 4286641"/>
                  <a:gd name="connsiteY48" fmla="*/ 3175197 h 4876800"/>
                  <a:gd name="connsiteX49" fmla="*/ 2703452 w 4286641"/>
                  <a:gd name="connsiteY49" fmla="*/ 3837832 h 4876800"/>
                  <a:gd name="connsiteX50" fmla="*/ 2703443 w 4286641"/>
                  <a:gd name="connsiteY50" fmla="*/ 3837832 h 4876800"/>
                  <a:gd name="connsiteX51" fmla="*/ 4074614 w 4286641"/>
                  <a:gd name="connsiteY51" fmla="*/ 2963190 h 4876800"/>
                  <a:gd name="connsiteX52" fmla="*/ 2060286 w 4286641"/>
                  <a:gd name="connsiteY52" fmla="*/ 2963190 h 4876800"/>
                  <a:gd name="connsiteX53" fmla="*/ 1954273 w 4286641"/>
                  <a:gd name="connsiteY53" fmla="*/ 3069203 h 4876800"/>
                  <a:gd name="connsiteX54" fmla="*/ 1954273 w 4286641"/>
                  <a:gd name="connsiteY54" fmla="*/ 3233900 h 4876800"/>
                  <a:gd name="connsiteX55" fmla="*/ 1288371 w 4286641"/>
                  <a:gd name="connsiteY55" fmla="*/ 2459603 h 4876800"/>
                  <a:gd name="connsiteX56" fmla="*/ 1954273 w 4286641"/>
                  <a:gd name="connsiteY56" fmla="*/ 1685306 h 4876800"/>
                  <a:gd name="connsiteX57" fmla="*/ 1954273 w 4286641"/>
                  <a:gd name="connsiteY57" fmla="*/ 1850003 h 4876800"/>
                  <a:gd name="connsiteX58" fmla="*/ 2060286 w 4286641"/>
                  <a:gd name="connsiteY58" fmla="*/ 1956016 h 4876800"/>
                  <a:gd name="connsiteX59" fmla="*/ 4074614 w 4286641"/>
                  <a:gd name="connsiteY59" fmla="*/ 1956016 h 4876800"/>
                  <a:gd name="connsiteX60" fmla="*/ 4074614 w 4286641"/>
                  <a:gd name="connsiteY60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390470 h 4876800"/>
                  <a:gd name="connsiteX41" fmla="*/ 1068143 w 4286641"/>
                  <a:gd name="connsiteY41" fmla="*/ 2528726 h 4876800"/>
                  <a:gd name="connsiteX42" fmla="*/ 1979895 w 4286641"/>
                  <a:gd name="connsiteY42" fmla="*/ 3588896 h 4876800"/>
                  <a:gd name="connsiteX43" fmla="*/ 2060296 w 4286641"/>
                  <a:gd name="connsiteY43" fmla="*/ 3625777 h 4876800"/>
                  <a:gd name="connsiteX44" fmla="*/ 2097148 w 4286641"/>
                  <a:gd name="connsiteY44" fmla="*/ 3619157 h 4876800"/>
                  <a:gd name="connsiteX45" fmla="*/ 2166290 w 4286641"/>
                  <a:gd name="connsiteY45" fmla="*/ 3519754 h 4876800"/>
                  <a:gd name="connsiteX46" fmla="*/ 2166290 w 4286641"/>
                  <a:gd name="connsiteY46" fmla="*/ 3175197 h 4876800"/>
                  <a:gd name="connsiteX47" fmla="*/ 2703452 w 4286641"/>
                  <a:gd name="connsiteY47" fmla="*/ 3175197 h 4876800"/>
                  <a:gd name="connsiteX48" fmla="*/ 2703452 w 4286641"/>
                  <a:gd name="connsiteY48" fmla="*/ 3837832 h 4876800"/>
                  <a:gd name="connsiteX49" fmla="*/ 2703443 w 4286641"/>
                  <a:gd name="connsiteY49" fmla="*/ 3837832 h 4876800"/>
                  <a:gd name="connsiteX50" fmla="*/ 4074614 w 4286641"/>
                  <a:gd name="connsiteY50" fmla="*/ 2963190 h 4876800"/>
                  <a:gd name="connsiteX51" fmla="*/ 2060286 w 4286641"/>
                  <a:gd name="connsiteY51" fmla="*/ 2963190 h 4876800"/>
                  <a:gd name="connsiteX52" fmla="*/ 1954273 w 4286641"/>
                  <a:gd name="connsiteY52" fmla="*/ 3069203 h 4876800"/>
                  <a:gd name="connsiteX53" fmla="*/ 1954273 w 4286641"/>
                  <a:gd name="connsiteY53" fmla="*/ 3233900 h 4876800"/>
                  <a:gd name="connsiteX54" fmla="*/ 1288371 w 4286641"/>
                  <a:gd name="connsiteY54" fmla="*/ 2459603 h 4876800"/>
                  <a:gd name="connsiteX55" fmla="*/ 1954273 w 4286641"/>
                  <a:gd name="connsiteY55" fmla="*/ 1685306 h 4876800"/>
                  <a:gd name="connsiteX56" fmla="*/ 1954273 w 4286641"/>
                  <a:gd name="connsiteY56" fmla="*/ 1850003 h 4876800"/>
                  <a:gd name="connsiteX57" fmla="*/ 2060286 w 4286641"/>
                  <a:gd name="connsiteY57" fmla="*/ 1956016 h 4876800"/>
                  <a:gd name="connsiteX58" fmla="*/ 4074614 w 4286641"/>
                  <a:gd name="connsiteY58" fmla="*/ 1956016 h 4876800"/>
                  <a:gd name="connsiteX59" fmla="*/ 4074614 w 4286641"/>
                  <a:gd name="connsiteY59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288371 w 4286641"/>
                  <a:gd name="connsiteY53" fmla="*/ 2459603 h 4876800"/>
                  <a:gd name="connsiteX54" fmla="*/ 1954273 w 4286641"/>
                  <a:gd name="connsiteY54" fmla="*/ 1685306 h 4876800"/>
                  <a:gd name="connsiteX55" fmla="*/ 1954273 w 4286641"/>
                  <a:gd name="connsiteY55" fmla="*/ 1850003 h 4876800"/>
                  <a:gd name="connsiteX56" fmla="*/ 2060286 w 4286641"/>
                  <a:gd name="connsiteY56" fmla="*/ 1956016 h 4876800"/>
                  <a:gd name="connsiteX57" fmla="*/ 4074614 w 4286641"/>
                  <a:gd name="connsiteY57" fmla="*/ 1956016 h 4876800"/>
                  <a:gd name="connsiteX58" fmla="*/ 4074614 w 4286641"/>
                  <a:gd name="connsiteY58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954273 w 4286641"/>
                  <a:gd name="connsiteY53" fmla="*/ 1685306 h 4876800"/>
                  <a:gd name="connsiteX54" fmla="*/ 1954273 w 4286641"/>
                  <a:gd name="connsiteY54" fmla="*/ 1850003 h 4876800"/>
                  <a:gd name="connsiteX55" fmla="*/ 2060286 w 4286641"/>
                  <a:gd name="connsiteY55" fmla="*/ 1956016 h 4876800"/>
                  <a:gd name="connsiteX56" fmla="*/ 4074614 w 4286641"/>
                  <a:gd name="connsiteY56" fmla="*/ 1956016 h 4876800"/>
                  <a:gd name="connsiteX57" fmla="*/ 4074614 w 4286641"/>
                  <a:gd name="connsiteY57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954273 w 4286641"/>
                  <a:gd name="connsiteY53" fmla="*/ 1685306 h 4876800"/>
                  <a:gd name="connsiteX54" fmla="*/ 2060286 w 4286641"/>
                  <a:gd name="connsiteY54" fmla="*/ 1956016 h 4876800"/>
                  <a:gd name="connsiteX55" fmla="*/ 4074614 w 4286641"/>
                  <a:gd name="connsiteY55" fmla="*/ 1956016 h 4876800"/>
                  <a:gd name="connsiteX56" fmla="*/ 4074614 w 4286641"/>
                  <a:gd name="connsiteY56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954273 w 4286641"/>
                  <a:gd name="connsiteY53" fmla="*/ 1685306 h 4876800"/>
                  <a:gd name="connsiteX54" fmla="*/ 4074614 w 4286641"/>
                  <a:gd name="connsiteY54" fmla="*/ 1956016 h 4876800"/>
                  <a:gd name="connsiteX55" fmla="*/ 4074614 w 4286641"/>
                  <a:gd name="connsiteY55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233900 h 4876800"/>
                  <a:gd name="connsiteX52" fmla="*/ 1954273 w 4286641"/>
                  <a:gd name="connsiteY52" fmla="*/ 1685306 h 4876800"/>
                  <a:gd name="connsiteX53" fmla="*/ 4074614 w 4286641"/>
                  <a:gd name="connsiteY53" fmla="*/ 1956016 h 4876800"/>
                  <a:gd name="connsiteX54" fmla="*/ 4074614 w 4286641"/>
                  <a:gd name="connsiteY54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1685306 h 4876800"/>
                  <a:gd name="connsiteX52" fmla="*/ 4074614 w 4286641"/>
                  <a:gd name="connsiteY52" fmla="*/ 1956016 h 4876800"/>
                  <a:gd name="connsiteX53" fmla="*/ 4074614 w 4286641"/>
                  <a:gd name="connsiteY53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1954273 w 4286641"/>
                  <a:gd name="connsiteY50" fmla="*/ 1685306 h 4876800"/>
                  <a:gd name="connsiteX51" fmla="*/ 4074614 w 4286641"/>
                  <a:gd name="connsiteY51" fmla="*/ 1956016 h 4876800"/>
                  <a:gd name="connsiteX52" fmla="*/ 4074614 w 4286641"/>
                  <a:gd name="connsiteY52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979895 w 4286641"/>
                  <a:gd name="connsiteY40" fmla="*/ 3588896 h 4876800"/>
                  <a:gd name="connsiteX41" fmla="*/ 2060296 w 4286641"/>
                  <a:gd name="connsiteY41" fmla="*/ 3625777 h 4876800"/>
                  <a:gd name="connsiteX42" fmla="*/ 2097148 w 4286641"/>
                  <a:gd name="connsiteY42" fmla="*/ 3619157 h 4876800"/>
                  <a:gd name="connsiteX43" fmla="*/ 2166290 w 4286641"/>
                  <a:gd name="connsiteY43" fmla="*/ 3519754 h 4876800"/>
                  <a:gd name="connsiteX44" fmla="*/ 2166290 w 4286641"/>
                  <a:gd name="connsiteY44" fmla="*/ 3175197 h 4876800"/>
                  <a:gd name="connsiteX45" fmla="*/ 2703452 w 4286641"/>
                  <a:gd name="connsiteY45" fmla="*/ 3175197 h 4876800"/>
                  <a:gd name="connsiteX46" fmla="*/ 2703452 w 4286641"/>
                  <a:gd name="connsiteY46" fmla="*/ 3837832 h 4876800"/>
                  <a:gd name="connsiteX47" fmla="*/ 2703443 w 4286641"/>
                  <a:gd name="connsiteY47" fmla="*/ 3837832 h 4876800"/>
                  <a:gd name="connsiteX48" fmla="*/ 4074614 w 4286641"/>
                  <a:gd name="connsiteY48" fmla="*/ 2963190 h 4876800"/>
                  <a:gd name="connsiteX49" fmla="*/ 1954273 w 4286641"/>
                  <a:gd name="connsiteY49" fmla="*/ 1685306 h 4876800"/>
                  <a:gd name="connsiteX50" fmla="*/ 4074614 w 4286641"/>
                  <a:gd name="connsiteY50" fmla="*/ 1956016 h 4876800"/>
                  <a:gd name="connsiteX51" fmla="*/ 4074614 w 4286641"/>
                  <a:gd name="connsiteY51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979895 w 4286641"/>
                  <a:gd name="connsiteY40" fmla="*/ 3588896 h 4876800"/>
                  <a:gd name="connsiteX41" fmla="*/ 2060296 w 4286641"/>
                  <a:gd name="connsiteY41" fmla="*/ 3625777 h 4876800"/>
                  <a:gd name="connsiteX42" fmla="*/ 2097148 w 4286641"/>
                  <a:gd name="connsiteY42" fmla="*/ 3619157 h 4876800"/>
                  <a:gd name="connsiteX43" fmla="*/ 2166290 w 4286641"/>
                  <a:gd name="connsiteY43" fmla="*/ 3519754 h 4876800"/>
                  <a:gd name="connsiteX44" fmla="*/ 2166290 w 4286641"/>
                  <a:gd name="connsiteY44" fmla="*/ 3175197 h 4876800"/>
                  <a:gd name="connsiteX45" fmla="*/ 2703452 w 4286641"/>
                  <a:gd name="connsiteY45" fmla="*/ 3175197 h 4876800"/>
                  <a:gd name="connsiteX46" fmla="*/ 2703452 w 4286641"/>
                  <a:gd name="connsiteY46" fmla="*/ 3837832 h 4876800"/>
                  <a:gd name="connsiteX47" fmla="*/ 2703443 w 4286641"/>
                  <a:gd name="connsiteY47" fmla="*/ 3837832 h 4876800"/>
                  <a:gd name="connsiteX48" fmla="*/ 4074614 w 4286641"/>
                  <a:gd name="connsiteY48" fmla="*/ 1956016 h 4876800"/>
                  <a:gd name="connsiteX49" fmla="*/ 1954273 w 4286641"/>
                  <a:gd name="connsiteY49" fmla="*/ 1685306 h 4876800"/>
                  <a:gd name="connsiteX50" fmla="*/ 4074614 w 4286641"/>
                  <a:gd name="connsiteY50" fmla="*/ 1956016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979895 w 4286641"/>
                  <a:gd name="connsiteY40" fmla="*/ 3588896 h 4876800"/>
                  <a:gd name="connsiteX41" fmla="*/ 2060296 w 4286641"/>
                  <a:gd name="connsiteY41" fmla="*/ 3625777 h 4876800"/>
                  <a:gd name="connsiteX42" fmla="*/ 2097148 w 4286641"/>
                  <a:gd name="connsiteY42" fmla="*/ 3619157 h 4876800"/>
                  <a:gd name="connsiteX43" fmla="*/ 2166290 w 4286641"/>
                  <a:gd name="connsiteY43" fmla="*/ 3519754 h 4876800"/>
                  <a:gd name="connsiteX44" fmla="*/ 2166290 w 4286641"/>
                  <a:gd name="connsiteY44" fmla="*/ 3175197 h 4876800"/>
                  <a:gd name="connsiteX45" fmla="*/ 2703452 w 4286641"/>
                  <a:gd name="connsiteY45" fmla="*/ 3175197 h 4876800"/>
                  <a:gd name="connsiteX46" fmla="*/ 2703452 w 4286641"/>
                  <a:gd name="connsiteY46" fmla="*/ 3837832 h 4876800"/>
                  <a:gd name="connsiteX47" fmla="*/ 2703443 w 4286641"/>
                  <a:gd name="connsiteY47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097148 w 4286641"/>
                  <a:gd name="connsiteY41" fmla="*/ 3619157 h 4876800"/>
                  <a:gd name="connsiteX42" fmla="*/ 2166290 w 4286641"/>
                  <a:gd name="connsiteY42" fmla="*/ 3519754 h 4876800"/>
                  <a:gd name="connsiteX43" fmla="*/ 2166290 w 4286641"/>
                  <a:gd name="connsiteY43" fmla="*/ 3175197 h 4876800"/>
                  <a:gd name="connsiteX44" fmla="*/ 2703452 w 4286641"/>
                  <a:gd name="connsiteY44" fmla="*/ 3175197 h 4876800"/>
                  <a:gd name="connsiteX45" fmla="*/ 2703452 w 4286641"/>
                  <a:gd name="connsiteY45" fmla="*/ 3837832 h 4876800"/>
                  <a:gd name="connsiteX46" fmla="*/ 2703443 w 4286641"/>
                  <a:gd name="connsiteY46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097148 w 4286641"/>
                  <a:gd name="connsiteY41" fmla="*/ 3619157 h 4876800"/>
                  <a:gd name="connsiteX42" fmla="*/ 2166290 w 4286641"/>
                  <a:gd name="connsiteY42" fmla="*/ 3519754 h 4876800"/>
                  <a:gd name="connsiteX43" fmla="*/ 2703452 w 4286641"/>
                  <a:gd name="connsiteY43" fmla="*/ 3175197 h 4876800"/>
                  <a:gd name="connsiteX44" fmla="*/ 2703452 w 4286641"/>
                  <a:gd name="connsiteY44" fmla="*/ 3837832 h 4876800"/>
                  <a:gd name="connsiteX45" fmla="*/ 2703443 w 4286641"/>
                  <a:gd name="connsiteY45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097148 w 4286641"/>
                  <a:gd name="connsiteY41" fmla="*/ 3619157 h 4876800"/>
                  <a:gd name="connsiteX42" fmla="*/ 2703452 w 4286641"/>
                  <a:gd name="connsiteY42" fmla="*/ 3175197 h 4876800"/>
                  <a:gd name="connsiteX43" fmla="*/ 2703452 w 4286641"/>
                  <a:gd name="connsiteY43" fmla="*/ 3837832 h 4876800"/>
                  <a:gd name="connsiteX44" fmla="*/ 2703443 w 4286641"/>
                  <a:gd name="connsiteY44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703452 w 4286641"/>
                  <a:gd name="connsiteY41" fmla="*/ 3175197 h 4876800"/>
                  <a:gd name="connsiteX42" fmla="*/ 2703452 w 4286641"/>
                  <a:gd name="connsiteY42" fmla="*/ 3837832 h 4876800"/>
                  <a:gd name="connsiteX43" fmla="*/ 2703443 w 4286641"/>
                  <a:gd name="connsiteY43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703452 w 4286641"/>
                  <a:gd name="connsiteY40" fmla="*/ 3175197 h 4876800"/>
                  <a:gd name="connsiteX41" fmla="*/ 2703452 w 4286641"/>
                  <a:gd name="connsiteY41" fmla="*/ 3837832 h 4876800"/>
                  <a:gd name="connsiteX42" fmla="*/ 2703443 w 4286641"/>
                  <a:gd name="connsiteY42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2703452 w 4286641"/>
                  <a:gd name="connsiteY39" fmla="*/ 3175197 h 4876800"/>
                  <a:gd name="connsiteX40" fmla="*/ 2703452 w 4286641"/>
                  <a:gd name="connsiteY40" fmla="*/ 3837832 h 4876800"/>
                  <a:gd name="connsiteX41" fmla="*/ 2703443 w 4286641"/>
                  <a:gd name="connsiteY41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399423 h 4876800"/>
                  <a:gd name="connsiteX36" fmla="*/ 2097138 w 4286641"/>
                  <a:gd name="connsiteY36" fmla="*/ 1300020 h 4876800"/>
                  <a:gd name="connsiteX37" fmla="*/ 1979886 w 4286641"/>
                  <a:gd name="connsiteY37" fmla="*/ 1330290 h 4876800"/>
                  <a:gd name="connsiteX38" fmla="*/ 2703452 w 4286641"/>
                  <a:gd name="connsiteY38" fmla="*/ 3175197 h 4876800"/>
                  <a:gd name="connsiteX39" fmla="*/ 2703452 w 4286641"/>
                  <a:gd name="connsiteY39" fmla="*/ 3837832 h 4876800"/>
                  <a:gd name="connsiteX40" fmla="*/ 2703443 w 4286641"/>
                  <a:gd name="connsiteY40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399423 h 4876800"/>
                  <a:gd name="connsiteX36" fmla="*/ 1979886 w 4286641"/>
                  <a:gd name="connsiteY36" fmla="*/ 1330290 h 4876800"/>
                  <a:gd name="connsiteX37" fmla="*/ 2703452 w 4286641"/>
                  <a:gd name="connsiteY37" fmla="*/ 3175197 h 4876800"/>
                  <a:gd name="connsiteX38" fmla="*/ 2703452 w 4286641"/>
                  <a:gd name="connsiteY38" fmla="*/ 3837832 h 4876800"/>
                  <a:gd name="connsiteX39" fmla="*/ 2703443 w 4286641"/>
                  <a:gd name="connsiteY39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399423 h 4876800"/>
                  <a:gd name="connsiteX36" fmla="*/ 2703452 w 4286641"/>
                  <a:gd name="connsiteY36" fmla="*/ 3175197 h 4876800"/>
                  <a:gd name="connsiteX37" fmla="*/ 2703452 w 4286641"/>
                  <a:gd name="connsiteY37" fmla="*/ 3837832 h 4876800"/>
                  <a:gd name="connsiteX38" fmla="*/ 2703443 w 4286641"/>
                  <a:gd name="connsiteY38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703452 w 4286641"/>
                  <a:gd name="connsiteY35" fmla="*/ 3175197 h 4876800"/>
                  <a:gd name="connsiteX36" fmla="*/ 2703452 w 4286641"/>
                  <a:gd name="connsiteY36" fmla="*/ 3837832 h 4876800"/>
                  <a:gd name="connsiteX37" fmla="*/ 2703443 w 4286641"/>
                  <a:gd name="connsiteY37" fmla="*/ 3837832 h 4876800"/>
                  <a:gd name="connsiteX0" fmla="*/ 4286641 w 4286641"/>
                  <a:gd name="connsiteY0" fmla="*/ 30692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361350 w 4286641"/>
                  <a:gd name="connsiteY13" fmla="*/ 212036 h 4876800"/>
                  <a:gd name="connsiteX14" fmla="*/ 2554138 w 4286641"/>
                  <a:gd name="connsiteY14" fmla="*/ 212036 h 4876800"/>
                  <a:gd name="connsiteX15" fmla="*/ 2703452 w 4286641"/>
                  <a:gd name="connsiteY15" fmla="*/ 361340 h 4876800"/>
                  <a:gd name="connsiteX16" fmla="*/ 2703452 w 4286641"/>
                  <a:gd name="connsiteY16" fmla="*/ 869347 h 4876800"/>
                  <a:gd name="connsiteX17" fmla="*/ 212046 w 4286641"/>
                  <a:gd name="connsiteY17" fmla="*/ 869347 h 4876800"/>
                  <a:gd name="connsiteX18" fmla="*/ 212046 w 4286641"/>
                  <a:gd name="connsiteY18" fmla="*/ 361340 h 4876800"/>
                  <a:gd name="connsiteX19" fmla="*/ 361350 w 4286641"/>
                  <a:gd name="connsiteY19" fmla="*/ 212036 h 4876800"/>
                  <a:gd name="connsiteX20" fmla="*/ 2554138 w 4286641"/>
                  <a:gd name="connsiteY20" fmla="*/ 4664764 h 4876800"/>
                  <a:gd name="connsiteX21" fmla="*/ 361350 w 4286641"/>
                  <a:gd name="connsiteY21" fmla="*/ 4664764 h 4876800"/>
                  <a:gd name="connsiteX22" fmla="*/ 212046 w 4286641"/>
                  <a:gd name="connsiteY22" fmla="*/ 4515460 h 4876800"/>
                  <a:gd name="connsiteX23" fmla="*/ 212046 w 4286641"/>
                  <a:gd name="connsiteY23" fmla="*/ 4049859 h 4876800"/>
                  <a:gd name="connsiteX24" fmla="*/ 2703452 w 4286641"/>
                  <a:gd name="connsiteY24" fmla="*/ 4049859 h 4876800"/>
                  <a:gd name="connsiteX25" fmla="*/ 2703452 w 4286641"/>
                  <a:gd name="connsiteY25" fmla="*/ 4515460 h 4876800"/>
                  <a:gd name="connsiteX26" fmla="*/ 2554138 w 4286641"/>
                  <a:gd name="connsiteY26" fmla="*/ 4664764 h 4876800"/>
                  <a:gd name="connsiteX27" fmla="*/ 2703443 w 4286641"/>
                  <a:gd name="connsiteY27" fmla="*/ 3837832 h 4876800"/>
                  <a:gd name="connsiteX28" fmla="*/ 212036 w 4286641"/>
                  <a:gd name="connsiteY28" fmla="*/ 3837832 h 4876800"/>
                  <a:gd name="connsiteX29" fmla="*/ 212036 w 4286641"/>
                  <a:gd name="connsiteY29" fmla="*/ 1081373 h 4876800"/>
                  <a:gd name="connsiteX30" fmla="*/ 524789 w 4286641"/>
                  <a:gd name="connsiteY30" fmla="*/ 1081373 h 4876800"/>
                  <a:gd name="connsiteX31" fmla="*/ 736816 w 4286641"/>
                  <a:gd name="connsiteY31" fmla="*/ 1081373 h 4876800"/>
                  <a:gd name="connsiteX32" fmla="*/ 2703443 w 4286641"/>
                  <a:gd name="connsiteY32" fmla="*/ 1081373 h 4876800"/>
                  <a:gd name="connsiteX33" fmla="*/ 2703443 w 4286641"/>
                  <a:gd name="connsiteY33" fmla="*/ 1743980 h 4876800"/>
                  <a:gd name="connsiteX34" fmla="*/ 2703452 w 4286641"/>
                  <a:gd name="connsiteY34" fmla="*/ 3175197 h 4876800"/>
                  <a:gd name="connsiteX35" fmla="*/ 2703452 w 4286641"/>
                  <a:gd name="connsiteY35" fmla="*/ 3837832 h 4876800"/>
                  <a:gd name="connsiteX36" fmla="*/ 2703443 w 4286641"/>
                  <a:gd name="connsiteY36" fmla="*/ 3837832 h 4876800"/>
                  <a:gd name="connsiteX0" fmla="*/ 4286641 w 4286641"/>
                  <a:gd name="connsiteY0" fmla="*/ 30692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286641 w 4286641"/>
                  <a:gd name="connsiteY11" fmla="*/ 3069212 h 4876800"/>
                  <a:gd name="connsiteX12" fmla="*/ 361350 w 4286641"/>
                  <a:gd name="connsiteY12" fmla="*/ 212036 h 4876800"/>
                  <a:gd name="connsiteX13" fmla="*/ 2554138 w 4286641"/>
                  <a:gd name="connsiteY13" fmla="*/ 212036 h 4876800"/>
                  <a:gd name="connsiteX14" fmla="*/ 2703452 w 4286641"/>
                  <a:gd name="connsiteY14" fmla="*/ 361340 h 4876800"/>
                  <a:gd name="connsiteX15" fmla="*/ 2703452 w 4286641"/>
                  <a:gd name="connsiteY15" fmla="*/ 869347 h 4876800"/>
                  <a:gd name="connsiteX16" fmla="*/ 212046 w 4286641"/>
                  <a:gd name="connsiteY16" fmla="*/ 869347 h 4876800"/>
                  <a:gd name="connsiteX17" fmla="*/ 212046 w 4286641"/>
                  <a:gd name="connsiteY17" fmla="*/ 361340 h 4876800"/>
                  <a:gd name="connsiteX18" fmla="*/ 361350 w 4286641"/>
                  <a:gd name="connsiteY18" fmla="*/ 212036 h 4876800"/>
                  <a:gd name="connsiteX19" fmla="*/ 2554138 w 4286641"/>
                  <a:gd name="connsiteY19" fmla="*/ 4664764 h 4876800"/>
                  <a:gd name="connsiteX20" fmla="*/ 361350 w 4286641"/>
                  <a:gd name="connsiteY20" fmla="*/ 4664764 h 4876800"/>
                  <a:gd name="connsiteX21" fmla="*/ 212046 w 4286641"/>
                  <a:gd name="connsiteY21" fmla="*/ 4515460 h 4876800"/>
                  <a:gd name="connsiteX22" fmla="*/ 212046 w 4286641"/>
                  <a:gd name="connsiteY22" fmla="*/ 4049859 h 4876800"/>
                  <a:gd name="connsiteX23" fmla="*/ 2703452 w 4286641"/>
                  <a:gd name="connsiteY23" fmla="*/ 4049859 h 4876800"/>
                  <a:gd name="connsiteX24" fmla="*/ 2703452 w 4286641"/>
                  <a:gd name="connsiteY24" fmla="*/ 4515460 h 4876800"/>
                  <a:gd name="connsiteX25" fmla="*/ 2554138 w 4286641"/>
                  <a:gd name="connsiteY25" fmla="*/ 4664764 h 4876800"/>
                  <a:gd name="connsiteX26" fmla="*/ 2703443 w 4286641"/>
                  <a:gd name="connsiteY26" fmla="*/ 3837832 h 4876800"/>
                  <a:gd name="connsiteX27" fmla="*/ 212036 w 4286641"/>
                  <a:gd name="connsiteY27" fmla="*/ 3837832 h 4876800"/>
                  <a:gd name="connsiteX28" fmla="*/ 212036 w 4286641"/>
                  <a:gd name="connsiteY28" fmla="*/ 1081373 h 4876800"/>
                  <a:gd name="connsiteX29" fmla="*/ 524789 w 4286641"/>
                  <a:gd name="connsiteY29" fmla="*/ 1081373 h 4876800"/>
                  <a:gd name="connsiteX30" fmla="*/ 736816 w 4286641"/>
                  <a:gd name="connsiteY30" fmla="*/ 1081373 h 4876800"/>
                  <a:gd name="connsiteX31" fmla="*/ 2703443 w 4286641"/>
                  <a:gd name="connsiteY31" fmla="*/ 1081373 h 4876800"/>
                  <a:gd name="connsiteX32" fmla="*/ 2703443 w 4286641"/>
                  <a:gd name="connsiteY32" fmla="*/ 1743980 h 4876800"/>
                  <a:gd name="connsiteX33" fmla="*/ 2703452 w 4286641"/>
                  <a:gd name="connsiteY33" fmla="*/ 3175197 h 4876800"/>
                  <a:gd name="connsiteX34" fmla="*/ 2703452 w 4286641"/>
                  <a:gd name="connsiteY34" fmla="*/ 3837832 h 4876800"/>
                  <a:gd name="connsiteX35" fmla="*/ 2703443 w 4286641"/>
                  <a:gd name="connsiteY35" fmla="*/ 3837832 h 4876800"/>
                  <a:gd name="connsiteX0" fmla="*/ 2915488 w 2915488"/>
                  <a:gd name="connsiteY0" fmla="*/ 3175225 h 4876800"/>
                  <a:gd name="connsiteX1" fmla="*/ 2915479 w 2915488"/>
                  <a:gd name="connsiteY1" fmla="*/ 1743989 h 4876800"/>
                  <a:gd name="connsiteX2" fmla="*/ 2915479 w 2915488"/>
                  <a:gd name="connsiteY2" fmla="*/ 361340 h 4876800"/>
                  <a:gd name="connsiteX3" fmla="*/ 2554138 w 2915488"/>
                  <a:gd name="connsiteY3" fmla="*/ 0 h 4876800"/>
                  <a:gd name="connsiteX4" fmla="*/ 361350 w 2915488"/>
                  <a:gd name="connsiteY4" fmla="*/ 0 h 4876800"/>
                  <a:gd name="connsiteX5" fmla="*/ 0 w 2915488"/>
                  <a:gd name="connsiteY5" fmla="*/ 361340 h 4876800"/>
                  <a:gd name="connsiteX6" fmla="*/ 0 w 2915488"/>
                  <a:gd name="connsiteY6" fmla="*/ 4515460 h 4876800"/>
                  <a:gd name="connsiteX7" fmla="*/ 361340 w 2915488"/>
                  <a:gd name="connsiteY7" fmla="*/ 4876800 h 4876800"/>
                  <a:gd name="connsiteX8" fmla="*/ 2554138 w 2915488"/>
                  <a:gd name="connsiteY8" fmla="*/ 4876800 h 4876800"/>
                  <a:gd name="connsiteX9" fmla="*/ 2915488 w 2915488"/>
                  <a:gd name="connsiteY9" fmla="*/ 4515460 h 4876800"/>
                  <a:gd name="connsiteX10" fmla="*/ 2915488 w 2915488"/>
                  <a:gd name="connsiteY10" fmla="*/ 3175225 h 4876800"/>
                  <a:gd name="connsiteX11" fmla="*/ 361350 w 2915488"/>
                  <a:gd name="connsiteY11" fmla="*/ 212036 h 4876800"/>
                  <a:gd name="connsiteX12" fmla="*/ 2554138 w 2915488"/>
                  <a:gd name="connsiteY12" fmla="*/ 212036 h 4876800"/>
                  <a:gd name="connsiteX13" fmla="*/ 2703452 w 2915488"/>
                  <a:gd name="connsiteY13" fmla="*/ 361340 h 4876800"/>
                  <a:gd name="connsiteX14" fmla="*/ 2703452 w 2915488"/>
                  <a:gd name="connsiteY14" fmla="*/ 869347 h 4876800"/>
                  <a:gd name="connsiteX15" fmla="*/ 212046 w 2915488"/>
                  <a:gd name="connsiteY15" fmla="*/ 869347 h 4876800"/>
                  <a:gd name="connsiteX16" fmla="*/ 212046 w 2915488"/>
                  <a:gd name="connsiteY16" fmla="*/ 361340 h 4876800"/>
                  <a:gd name="connsiteX17" fmla="*/ 361350 w 2915488"/>
                  <a:gd name="connsiteY17" fmla="*/ 212036 h 4876800"/>
                  <a:gd name="connsiteX18" fmla="*/ 2554138 w 2915488"/>
                  <a:gd name="connsiteY18" fmla="*/ 4664764 h 4876800"/>
                  <a:gd name="connsiteX19" fmla="*/ 361350 w 2915488"/>
                  <a:gd name="connsiteY19" fmla="*/ 4664764 h 4876800"/>
                  <a:gd name="connsiteX20" fmla="*/ 212046 w 2915488"/>
                  <a:gd name="connsiteY20" fmla="*/ 4515460 h 4876800"/>
                  <a:gd name="connsiteX21" fmla="*/ 212046 w 2915488"/>
                  <a:gd name="connsiteY21" fmla="*/ 4049859 h 4876800"/>
                  <a:gd name="connsiteX22" fmla="*/ 2703452 w 2915488"/>
                  <a:gd name="connsiteY22" fmla="*/ 4049859 h 4876800"/>
                  <a:gd name="connsiteX23" fmla="*/ 2703452 w 2915488"/>
                  <a:gd name="connsiteY23" fmla="*/ 4515460 h 4876800"/>
                  <a:gd name="connsiteX24" fmla="*/ 2554138 w 2915488"/>
                  <a:gd name="connsiteY24" fmla="*/ 4664764 h 4876800"/>
                  <a:gd name="connsiteX25" fmla="*/ 2703443 w 2915488"/>
                  <a:gd name="connsiteY25" fmla="*/ 3837832 h 4876800"/>
                  <a:gd name="connsiteX26" fmla="*/ 212036 w 2915488"/>
                  <a:gd name="connsiteY26" fmla="*/ 3837832 h 4876800"/>
                  <a:gd name="connsiteX27" fmla="*/ 212036 w 2915488"/>
                  <a:gd name="connsiteY27" fmla="*/ 1081373 h 4876800"/>
                  <a:gd name="connsiteX28" fmla="*/ 524789 w 2915488"/>
                  <a:gd name="connsiteY28" fmla="*/ 1081373 h 4876800"/>
                  <a:gd name="connsiteX29" fmla="*/ 736816 w 2915488"/>
                  <a:gd name="connsiteY29" fmla="*/ 1081373 h 4876800"/>
                  <a:gd name="connsiteX30" fmla="*/ 2703443 w 2915488"/>
                  <a:gd name="connsiteY30" fmla="*/ 1081373 h 4876800"/>
                  <a:gd name="connsiteX31" fmla="*/ 2703443 w 2915488"/>
                  <a:gd name="connsiteY31" fmla="*/ 1743980 h 4876800"/>
                  <a:gd name="connsiteX32" fmla="*/ 2703452 w 2915488"/>
                  <a:gd name="connsiteY32" fmla="*/ 3175197 h 4876800"/>
                  <a:gd name="connsiteX33" fmla="*/ 2703452 w 2915488"/>
                  <a:gd name="connsiteY33" fmla="*/ 3837832 h 4876800"/>
                  <a:gd name="connsiteX34" fmla="*/ 2703443 w 2915488"/>
                  <a:gd name="connsiteY34" fmla="*/ 383783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915488" h="4876800">
                    <a:moveTo>
                      <a:pt x="2915488" y="3175225"/>
                    </a:moveTo>
                    <a:cubicBezTo>
                      <a:pt x="2915485" y="2698146"/>
                      <a:pt x="2915482" y="2221068"/>
                      <a:pt x="2915479" y="1743989"/>
                    </a:cubicBezTo>
                    <a:lnTo>
                      <a:pt x="2915479" y="361340"/>
                    </a:lnTo>
                    <a:cubicBezTo>
                      <a:pt x="2915479" y="162096"/>
                      <a:pt x="2753382" y="0"/>
                      <a:pt x="2554138" y="0"/>
                    </a:cubicBezTo>
                    <a:lnTo>
                      <a:pt x="361350" y="0"/>
                    </a:lnTo>
                    <a:cubicBezTo>
                      <a:pt x="162116" y="0"/>
                      <a:pt x="0" y="162096"/>
                      <a:pt x="0" y="361340"/>
                    </a:cubicBezTo>
                    <a:lnTo>
                      <a:pt x="0" y="4515460"/>
                    </a:lnTo>
                    <a:cubicBezTo>
                      <a:pt x="0" y="4714694"/>
                      <a:pt x="162096" y="4876800"/>
                      <a:pt x="361340" y="4876800"/>
                    </a:cubicBezTo>
                    <a:lnTo>
                      <a:pt x="2554138" y="4876800"/>
                    </a:lnTo>
                    <a:cubicBezTo>
                      <a:pt x="2753392" y="4876800"/>
                      <a:pt x="2915488" y="4714704"/>
                      <a:pt x="2915488" y="4515460"/>
                    </a:cubicBezTo>
                    <a:lnTo>
                      <a:pt x="2915488" y="3175225"/>
                    </a:lnTo>
                    <a:close/>
                    <a:moveTo>
                      <a:pt x="361350" y="212036"/>
                    </a:moveTo>
                    <a:lnTo>
                      <a:pt x="2554138" y="212036"/>
                    </a:lnTo>
                    <a:cubicBezTo>
                      <a:pt x="2636472" y="212036"/>
                      <a:pt x="2703452" y="279006"/>
                      <a:pt x="2703452" y="361340"/>
                    </a:cubicBezTo>
                    <a:lnTo>
                      <a:pt x="2703452" y="869347"/>
                    </a:lnTo>
                    <a:lnTo>
                      <a:pt x="212046" y="869347"/>
                    </a:lnTo>
                    <a:lnTo>
                      <a:pt x="212046" y="361340"/>
                    </a:lnTo>
                    <a:cubicBezTo>
                      <a:pt x="212036" y="279006"/>
                      <a:pt x="279016" y="212036"/>
                      <a:pt x="361350" y="212036"/>
                    </a:cubicBezTo>
                    <a:close/>
                    <a:moveTo>
                      <a:pt x="2554138" y="4664764"/>
                    </a:moveTo>
                    <a:lnTo>
                      <a:pt x="361350" y="4664764"/>
                    </a:lnTo>
                    <a:cubicBezTo>
                      <a:pt x="279016" y="4664764"/>
                      <a:pt x="212046" y="4597794"/>
                      <a:pt x="212046" y="4515460"/>
                    </a:cubicBezTo>
                    <a:lnTo>
                      <a:pt x="212046" y="4049859"/>
                    </a:lnTo>
                    <a:lnTo>
                      <a:pt x="2703452" y="4049859"/>
                    </a:lnTo>
                    <a:lnTo>
                      <a:pt x="2703452" y="4515460"/>
                    </a:lnTo>
                    <a:cubicBezTo>
                      <a:pt x="2703443" y="4597794"/>
                      <a:pt x="2636463" y="4664764"/>
                      <a:pt x="2554138" y="4664764"/>
                    </a:cubicBezTo>
                    <a:close/>
                    <a:moveTo>
                      <a:pt x="2703443" y="3837832"/>
                    </a:moveTo>
                    <a:lnTo>
                      <a:pt x="212036" y="3837832"/>
                    </a:lnTo>
                    <a:lnTo>
                      <a:pt x="212036" y="1081373"/>
                    </a:lnTo>
                    <a:lnTo>
                      <a:pt x="524789" y="1081373"/>
                    </a:lnTo>
                    <a:lnTo>
                      <a:pt x="736816" y="1081373"/>
                    </a:lnTo>
                    <a:lnTo>
                      <a:pt x="2703443" y="1081373"/>
                    </a:lnTo>
                    <a:lnTo>
                      <a:pt x="2703443" y="1743980"/>
                    </a:lnTo>
                    <a:cubicBezTo>
                      <a:pt x="2703446" y="2221052"/>
                      <a:pt x="2703449" y="2698125"/>
                      <a:pt x="2703452" y="3175197"/>
                    </a:cubicBezTo>
                    <a:lnTo>
                      <a:pt x="2703452" y="3837832"/>
                    </a:lnTo>
                    <a:lnTo>
                      <a:pt x="2703443" y="3837832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01ED879-F42F-7FA3-CFBD-AB1A493CCC92}"/>
              </a:ext>
            </a:extLst>
          </p:cNvPr>
          <p:cNvGrpSpPr>
            <a:grpSpLocks noChangeAspect="1"/>
          </p:cNvGrpSpPr>
          <p:nvPr/>
        </p:nvGrpSpPr>
        <p:grpSpPr>
          <a:xfrm>
            <a:off x="7902658" y="1193541"/>
            <a:ext cx="1930234" cy="1620000"/>
            <a:chOff x="9909406" y="2076291"/>
            <a:chExt cx="2025642" cy="1700074"/>
          </a:xfrm>
        </p:grpSpPr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F4192F91-3DB8-53F8-23A5-5B92AD89740B}"/>
                </a:ext>
              </a:extLst>
            </p:cNvPr>
            <p:cNvSpPr/>
            <p:nvPr/>
          </p:nvSpPr>
          <p:spPr>
            <a:xfrm>
              <a:off x="9981743" y="2148628"/>
              <a:ext cx="1880947" cy="1229854"/>
            </a:xfrm>
            <a:custGeom>
              <a:avLst/>
              <a:gdLst>
                <a:gd name="connsiteX0" fmla="*/ 2572912 w 2816266"/>
                <a:gd name="connsiteY0" fmla="*/ 1841411 h 1841411"/>
                <a:gd name="connsiteX1" fmla="*/ 243373 w 2816266"/>
                <a:gd name="connsiteY1" fmla="*/ 1841411 h 1841411"/>
                <a:gd name="connsiteX2" fmla="*/ 0 w 2816266"/>
                <a:gd name="connsiteY2" fmla="*/ 1598038 h 1841411"/>
                <a:gd name="connsiteX3" fmla="*/ 0 w 2816266"/>
                <a:gd name="connsiteY3" fmla="*/ 243373 h 1841411"/>
                <a:gd name="connsiteX4" fmla="*/ 243373 w 2816266"/>
                <a:gd name="connsiteY4" fmla="*/ 0 h 1841411"/>
                <a:gd name="connsiteX5" fmla="*/ 2572893 w 2816266"/>
                <a:gd name="connsiteY5" fmla="*/ 0 h 1841411"/>
                <a:gd name="connsiteX6" fmla="*/ 2816266 w 2816266"/>
                <a:gd name="connsiteY6" fmla="*/ 243373 h 1841411"/>
                <a:gd name="connsiteX7" fmla="*/ 2816266 w 2816266"/>
                <a:gd name="connsiteY7" fmla="*/ 1598028 h 1841411"/>
                <a:gd name="connsiteX8" fmla="*/ 2572912 w 2816266"/>
                <a:gd name="connsiteY8" fmla="*/ 1841411 h 184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6266" h="1841411">
                  <a:moveTo>
                    <a:pt x="2572912" y="1841411"/>
                  </a:moveTo>
                  <a:lnTo>
                    <a:pt x="243373" y="1841411"/>
                  </a:lnTo>
                  <a:cubicBezTo>
                    <a:pt x="108966" y="1841411"/>
                    <a:pt x="0" y="1732455"/>
                    <a:pt x="0" y="1598038"/>
                  </a:cubicBezTo>
                  <a:lnTo>
                    <a:pt x="0" y="243373"/>
                  </a:lnTo>
                  <a:cubicBezTo>
                    <a:pt x="0" y="108966"/>
                    <a:pt x="108956" y="0"/>
                    <a:pt x="243373" y="0"/>
                  </a:cubicBezTo>
                  <a:lnTo>
                    <a:pt x="2572893" y="0"/>
                  </a:lnTo>
                  <a:cubicBezTo>
                    <a:pt x="2707300" y="0"/>
                    <a:pt x="2816266" y="108957"/>
                    <a:pt x="2816266" y="243373"/>
                  </a:cubicBezTo>
                  <a:lnTo>
                    <a:pt x="2816266" y="1598028"/>
                  </a:lnTo>
                  <a:cubicBezTo>
                    <a:pt x="2816276" y="1732455"/>
                    <a:pt x="2707319" y="1841411"/>
                    <a:pt x="2572912" y="1841411"/>
                  </a:cubicBezTo>
                  <a:close/>
                </a:path>
              </a:pathLst>
            </a:custGeom>
            <a:solidFill>
              <a:srgbClr val="2196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000D68E-C24C-0C42-14B8-9EBFDC527660}"/>
                </a:ext>
              </a:extLst>
            </p:cNvPr>
            <p:cNvSpPr/>
            <p:nvPr/>
          </p:nvSpPr>
          <p:spPr>
            <a:xfrm>
              <a:off x="10650935" y="3378521"/>
              <a:ext cx="542583" cy="325549"/>
            </a:xfrm>
            <a:custGeom>
              <a:avLst/>
              <a:gdLst>
                <a:gd name="connsiteX0" fmla="*/ 0 w 812387"/>
                <a:gd name="connsiteY0" fmla="*/ 0 h 487432"/>
                <a:gd name="connsiteX1" fmla="*/ 812387 w 812387"/>
                <a:gd name="connsiteY1" fmla="*/ 0 h 487432"/>
                <a:gd name="connsiteX2" fmla="*/ 812387 w 812387"/>
                <a:gd name="connsiteY2" fmla="*/ 487432 h 487432"/>
                <a:gd name="connsiteX3" fmla="*/ 0 w 812387"/>
                <a:gd name="connsiteY3" fmla="*/ 487432 h 48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2387" h="487432">
                  <a:moveTo>
                    <a:pt x="0" y="0"/>
                  </a:moveTo>
                  <a:lnTo>
                    <a:pt x="812387" y="0"/>
                  </a:lnTo>
                  <a:lnTo>
                    <a:pt x="812387" y="487432"/>
                  </a:lnTo>
                  <a:lnTo>
                    <a:pt x="0" y="487432"/>
                  </a:lnTo>
                  <a:close/>
                </a:path>
              </a:pathLst>
            </a:custGeom>
            <a:solidFill>
              <a:srgbClr val="9E9E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47366EA0-ADC0-AF67-2768-30520883788E}"/>
                </a:ext>
              </a:extLst>
            </p:cNvPr>
            <p:cNvSpPr/>
            <p:nvPr/>
          </p:nvSpPr>
          <p:spPr>
            <a:xfrm>
              <a:off x="9909406" y="2076291"/>
              <a:ext cx="2025642" cy="1700074"/>
            </a:xfrm>
            <a:custGeom>
              <a:avLst/>
              <a:gdLst>
                <a:gd name="connsiteX0" fmla="*/ 2681221 w 3032912"/>
                <a:gd name="connsiteY0" fmla="*/ 0 h 2545451"/>
                <a:gd name="connsiteX1" fmla="*/ 351682 w 3032912"/>
                <a:gd name="connsiteY1" fmla="*/ 0 h 2545451"/>
                <a:gd name="connsiteX2" fmla="*/ 0 w 3032912"/>
                <a:gd name="connsiteY2" fmla="*/ 351682 h 2545451"/>
                <a:gd name="connsiteX3" fmla="*/ 0 w 3032912"/>
                <a:gd name="connsiteY3" fmla="*/ 1706337 h 2545451"/>
                <a:gd name="connsiteX4" fmla="*/ 351682 w 3032912"/>
                <a:gd name="connsiteY4" fmla="*/ 2058019 h 2545451"/>
                <a:gd name="connsiteX5" fmla="*/ 1001935 w 3032912"/>
                <a:gd name="connsiteY5" fmla="*/ 2058019 h 2545451"/>
                <a:gd name="connsiteX6" fmla="*/ 1001935 w 3032912"/>
                <a:gd name="connsiteY6" fmla="*/ 2328815 h 2545451"/>
                <a:gd name="connsiteX7" fmla="*/ 696163 w 3032912"/>
                <a:gd name="connsiteY7" fmla="*/ 2328815 h 2545451"/>
                <a:gd name="connsiteX8" fmla="*/ 587845 w 3032912"/>
                <a:gd name="connsiteY8" fmla="*/ 2437133 h 2545451"/>
                <a:gd name="connsiteX9" fmla="*/ 696163 w 3032912"/>
                <a:gd name="connsiteY9" fmla="*/ 2545452 h 2545451"/>
                <a:gd name="connsiteX10" fmla="*/ 2336749 w 3032912"/>
                <a:gd name="connsiteY10" fmla="*/ 2545452 h 2545451"/>
                <a:gd name="connsiteX11" fmla="*/ 2445068 w 3032912"/>
                <a:gd name="connsiteY11" fmla="*/ 2437133 h 2545451"/>
                <a:gd name="connsiteX12" fmla="*/ 2336749 w 3032912"/>
                <a:gd name="connsiteY12" fmla="*/ 2328815 h 2545451"/>
                <a:gd name="connsiteX13" fmla="*/ 2030968 w 3032912"/>
                <a:gd name="connsiteY13" fmla="*/ 2328815 h 2545451"/>
                <a:gd name="connsiteX14" fmla="*/ 2030968 w 3032912"/>
                <a:gd name="connsiteY14" fmla="*/ 2058019 h 2545451"/>
                <a:gd name="connsiteX15" fmla="*/ 2681221 w 3032912"/>
                <a:gd name="connsiteY15" fmla="*/ 2058019 h 2545451"/>
                <a:gd name="connsiteX16" fmla="*/ 3032912 w 3032912"/>
                <a:gd name="connsiteY16" fmla="*/ 1706337 h 2545451"/>
                <a:gd name="connsiteX17" fmla="*/ 3032912 w 3032912"/>
                <a:gd name="connsiteY17" fmla="*/ 351682 h 2545451"/>
                <a:gd name="connsiteX18" fmla="*/ 2681221 w 3032912"/>
                <a:gd name="connsiteY18" fmla="*/ 0 h 2545451"/>
                <a:gd name="connsiteX19" fmla="*/ 1814322 w 3032912"/>
                <a:gd name="connsiteY19" fmla="*/ 2328834 h 2545451"/>
                <a:gd name="connsiteX20" fmla="*/ 1218571 w 3032912"/>
                <a:gd name="connsiteY20" fmla="*/ 2328834 h 2545451"/>
                <a:gd name="connsiteX21" fmla="*/ 1218571 w 3032912"/>
                <a:gd name="connsiteY21" fmla="*/ 2058038 h 2545451"/>
                <a:gd name="connsiteX22" fmla="*/ 1814322 w 3032912"/>
                <a:gd name="connsiteY22" fmla="*/ 2058038 h 2545451"/>
                <a:gd name="connsiteX23" fmla="*/ 1814322 w 3032912"/>
                <a:gd name="connsiteY23" fmla="*/ 2328834 h 2545451"/>
                <a:gd name="connsiteX24" fmla="*/ 2681221 w 3032912"/>
                <a:gd name="connsiteY24" fmla="*/ 1841402 h 2545451"/>
                <a:gd name="connsiteX25" fmla="*/ 351682 w 3032912"/>
                <a:gd name="connsiteY25" fmla="*/ 1841402 h 2545451"/>
                <a:gd name="connsiteX26" fmla="*/ 216627 w 3032912"/>
                <a:gd name="connsiteY26" fmla="*/ 1706347 h 2545451"/>
                <a:gd name="connsiteX27" fmla="*/ 216627 w 3032912"/>
                <a:gd name="connsiteY27" fmla="*/ 351682 h 2545451"/>
                <a:gd name="connsiteX28" fmla="*/ 351682 w 3032912"/>
                <a:gd name="connsiteY28" fmla="*/ 216627 h 2545451"/>
                <a:gd name="connsiteX29" fmla="*/ 2681202 w 3032912"/>
                <a:gd name="connsiteY29" fmla="*/ 216627 h 2545451"/>
                <a:gd name="connsiteX30" fmla="*/ 2816257 w 3032912"/>
                <a:gd name="connsiteY30" fmla="*/ 351682 h 2545451"/>
                <a:gd name="connsiteX31" fmla="*/ 2816257 w 3032912"/>
                <a:gd name="connsiteY31" fmla="*/ 1353969 h 2545451"/>
                <a:gd name="connsiteX32" fmla="*/ 1055884 w 3032912"/>
                <a:gd name="connsiteY32" fmla="*/ 1353969 h 2545451"/>
                <a:gd name="connsiteX33" fmla="*/ 947566 w 3032912"/>
                <a:gd name="connsiteY33" fmla="*/ 1462288 h 2545451"/>
                <a:gd name="connsiteX34" fmla="*/ 1055884 w 3032912"/>
                <a:gd name="connsiteY34" fmla="*/ 1570606 h 2545451"/>
                <a:gd name="connsiteX35" fmla="*/ 2816266 w 3032912"/>
                <a:gd name="connsiteY35" fmla="*/ 1570606 h 2545451"/>
                <a:gd name="connsiteX36" fmla="*/ 2816266 w 3032912"/>
                <a:gd name="connsiteY36" fmla="*/ 1706347 h 2545451"/>
                <a:gd name="connsiteX37" fmla="*/ 2681221 w 3032912"/>
                <a:gd name="connsiteY37" fmla="*/ 1841402 h 2545451"/>
                <a:gd name="connsiteX0" fmla="*/ 2681221 w 3032912"/>
                <a:gd name="connsiteY0" fmla="*/ 0 h 2545452"/>
                <a:gd name="connsiteX1" fmla="*/ 351682 w 3032912"/>
                <a:gd name="connsiteY1" fmla="*/ 0 h 2545452"/>
                <a:gd name="connsiteX2" fmla="*/ 0 w 3032912"/>
                <a:gd name="connsiteY2" fmla="*/ 351682 h 2545452"/>
                <a:gd name="connsiteX3" fmla="*/ 0 w 3032912"/>
                <a:gd name="connsiteY3" fmla="*/ 1706337 h 2545452"/>
                <a:gd name="connsiteX4" fmla="*/ 351682 w 3032912"/>
                <a:gd name="connsiteY4" fmla="*/ 2058019 h 2545452"/>
                <a:gd name="connsiteX5" fmla="*/ 1001935 w 3032912"/>
                <a:gd name="connsiteY5" fmla="*/ 2058019 h 2545452"/>
                <a:gd name="connsiteX6" fmla="*/ 1001935 w 3032912"/>
                <a:gd name="connsiteY6" fmla="*/ 2328815 h 2545452"/>
                <a:gd name="connsiteX7" fmla="*/ 696163 w 3032912"/>
                <a:gd name="connsiteY7" fmla="*/ 2328815 h 2545452"/>
                <a:gd name="connsiteX8" fmla="*/ 587845 w 3032912"/>
                <a:gd name="connsiteY8" fmla="*/ 2437133 h 2545452"/>
                <a:gd name="connsiteX9" fmla="*/ 696163 w 3032912"/>
                <a:gd name="connsiteY9" fmla="*/ 2545452 h 2545452"/>
                <a:gd name="connsiteX10" fmla="*/ 2336749 w 3032912"/>
                <a:gd name="connsiteY10" fmla="*/ 2545452 h 2545452"/>
                <a:gd name="connsiteX11" fmla="*/ 2445068 w 3032912"/>
                <a:gd name="connsiteY11" fmla="*/ 2437133 h 2545452"/>
                <a:gd name="connsiteX12" fmla="*/ 2336749 w 3032912"/>
                <a:gd name="connsiteY12" fmla="*/ 2328815 h 2545452"/>
                <a:gd name="connsiteX13" fmla="*/ 2030968 w 3032912"/>
                <a:gd name="connsiteY13" fmla="*/ 2328815 h 2545452"/>
                <a:gd name="connsiteX14" fmla="*/ 2030968 w 3032912"/>
                <a:gd name="connsiteY14" fmla="*/ 2058019 h 2545452"/>
                <a:gd name="connsiteX15" fmla="*/ 2681221 w 3032912"/>
                <a:gd name="connsiteY15" fmla="*/ 2058019 h 2545452"/>
                <a:gd name="connsiteX16" fmla="*/ 3032912 w 3032912"/>
                <a:gd name="connsiteY16" fmla="*/ 1706337 h 2545452"/>
                <a:gd name="connsiteX17" fmla="*/ 3032912 w 3032912"/>
                <a:gd name="connsiteY17" fmla="*/ 351682 h 2545452"/>
                <a:gd name="connsiteX18" fmla="*/ 2681221 w 3032912"/>
                <a:gd name="connsiteY18" fmla="*/ 0 h 2545452"/>
                <a:gd name="connsiteX19" fmla="*/ 1814322 w 3032912"/>
                <a:gd name="connsiteY19" fmla="*/ 2328834 h 2545452"/>
                <a:gd name="connsiteX20" fmla="*/ 1218571 w 3032912"/>
                <a:gd name="connsiteY20" fmla="*/ 2328834 h 2545452"/>
                <a:gd name="connsiteX21" fmla="*/ 1218571 w 3032912"/>
                <a:gd name="connsiteY21" fmla="*/ 2058038 h 2545452"/>
                <a:gd name="connsiteX22" fmla="*/ 1814322 w 3032912"/>
                <a:gd name="connsiteY22" fmla="*/ 2058038 h 2545452"/>
                <a:gd name="connsiteX23" fmla="*/ 1814322 w 3032912"/>
                <a:gd name="connsiteY23" fmla="*/ 2328834 h 2545452"/>
                <a:gd name="connsiteX24" fmla="*/ 2681221 w 3032912"/>
                <a:gd name="connsiteY24" fmla="*/ 1841402 h 2545452"/>
                <a:gd name="connsiteX25" fmla="*/ 351682 w 3032912"/>
                <a:gd name="connsiteY25" fmla="*/ 1841402 h 2545452"/>
                <a:gd name="connsiteX26" fmla="*/ 216627 w 3032912"/>
                <a:gd name="connsiteY26" fmla="*/ 1706347 h 2545452"/>
                <a:gd name="connsiteX27" fmla="*/ 216627 w 3032912"/>
                <a:gd name="connsiteY27" fmla="*/ 351682 h 2545452"/>
                <a:gd name="connsiteX28" fmla="*/ 351682 w 3032912"/>
                <a:gd name="connsiteY28" fmla="*/ 216627 h 2545452"/>
                <a:gd name="connsiteX29" fmla="*/ 2681202 w 3032912"/>
                <a:gd name="connsiteY29" fmla="*/ 216627 h 2545452"/>
                <a:gd name="connsiteX30" fmla="*/ 2816257 w 3032912"/>
                <a:gd name="connsiteY30" fmla="*/ 351682 h 2545452"/>
                <a:gd name="connsiteX31" fmla="*/ 2816257 w 3032912"/>
                <a:gd name="connsiteY31" fmla="*/ 1353969 h 2545452"/>
                <a:gd name="connsiteX32" fmla="*/ 1055884 w 3032912"/>
                <a:gd name="connsiteY32" fmla="*/ 1353969 h 2545452"/>
                <a:gd name="connsiteX33" fmla="*/ 1055884 w 3032912"/>
                <a:gd name="connsiteY33" fmla="*/ 1570606 h 2545452"/>
                <a:gd name="connsiteX34" fmla="*/ 2816266 w 3032912"/>
                <a:gd name="connsiteY34" fmla="*/ 1570606 h 2545452"/>
                <a:gd name="connsiteX35" fmla="*/ 2816266 w 3032912"/>
                <a:gd name="connsiteY35" fmla="*/ 1706347 h 2545452"/>
                <a:gd name="connsiteX36" fmla="*/ 2681221 w 3032912"/>
                <a:gd name="connsiteY36" fmla="*/ 1841402 h 2545452"/>
                <a:gd name="connsiteX0" fmla="*/ 2681221 w 3032912"/>
                <a:gd name="connsiteY0" fmla="*/ 0 h 2545452"/>
                <a:gd name="connsiteX1" fmla="*/ 351682 w 3032912"/>
                <a:gd name="connsiteY1" fmla="*/ 0 h 2545452"/>
                <a:gd name="connsiteX2" fmla="*/ 0 w 3032912"/>
                <a:gd name="connsiteY2" fmla="*/ 351682 h 2545452"/>
                <a:gd name="connsiteX3" fmla="*/ 0 w 3032912"/>
                <a:gd name="connsiteY3" fmla="*/ 1706337 h 2545452"/>
                <a:gd name="connsiteX4" fmla="*/ 351682 w 3032912"/>
                <a:gd name="connsiteY4" fmla="*/ 2058019 h 2545452"/>
                <a:gd name="connsiteX5" fmla="*/ 1001935 w 3032912"/>
                <a:gd name="connsiteY5" fmla="*/ 2058019 h 2545452"/>
                <a:gd name="connsiteX6" fmla="*/ 1001935 w 3032912"/>
                <a:gd name="connsiteY6" fmla="*/ 2328815 h 2545452"/>
                <a:gd name="connsiteX7" fmla="*/ 696163 w 3032912"/>
                <a:gd name="connsiteY7" fmla="*/ 2328815 h 2545452"/>
                <a:gd name="connsiteX8" fmla="*/ 587845 w 3032912"/>
                <a:gd name="connsiteY8" fmla="*/ 2437133 h 2545452"/>
                <a:gd name="connsiteX9" fmla="*/ 696163 w 3032912"/>
                <a:gd name="connsiteY9" fmla="*/ 2545452 h 2545452"/>
                <a:gd name="connsiteX10" fmla="*/ 2336749 w 3032912"/>
                <a:gd name="connsiteY10" fmla="*/ 2545452 h 2545452"/>
                <a:gd name="connsiteX11" fmla="*/ 2445068 w 3032912"/>
                <a:gd name="connsiteY11" fmla="*/ 2437133 h 2545452"/>
                <a:gd name="connsiteX12" fmla="*/ 2336749 w 3032912"/>
                <a:gd name="connsiteY12" fmla="*/ 2328815 h 2545452"/>
                <a:gd name="connsiteX13" fmla="*/ 2030968 w 3032912"/>
                <a:gd name="connsiteY13" fmla="*/ 2328815 h 2545452"/>
                <a:gd name="connsiteX14" fmla="*/ 2030968 w 3032912"/>
                <a:gd name="connsiteY14" fmla="*/ 2058019 h 2545452"/>
                <a:gd name="connsiteX15" fmla="*/ 2681221 w 3032912"/>
                <a:gd name="connsiteY15" fmla="*/ 2058019 h 2545452"/>
                <a:gd name="connsiteX16" fmla="*/ 3032912 w 3032912"/>
                <a:gd name="connsiteY16" fmla="*/ 1706337 h 2545452"/>
                <a:gd name="connsiteX17" fmla="*/ 3032912 w 3032912"/>
                <a:gd name="connsiteY17" fmla="*/ 351682 h 2545452"/>
                <a:gd name="connsiteX18" fmla="*/ 2681221 w 3032912"/>
                <a:gd name="connsiteY18" fmla="*/ 0 h 2545452"/>
                <a:gd name="connsiteX19" fmla="*/ 1814322 w 3032912"/>
                <a:gd name="connsiteY19" fmla="*/ 2328834 h 2545452"/>
                <a:gd name="connsiteX20" fmla="*/ 1218571 w 3032912"/>
                <a:gd name="connsiteY20" fmla="*/ 2328834 h 2545452"/>
                <a:gd name="connsiteX21" fmla="*/ 1218571 w 3032912"/>
                <a:gd name="connsiteY21" fmla="*/ 2058038 h 2545452"/>
                <a:gd name="connsiteX22" fmla="*/ 1814322 w 3032912"/>
                <a:gd name="connsiteY22" fmla="*/ 2058038 h 2545452"/>
                <a:gd name="connsiteX23" fmla="*/ 1814322 w 3032912"/>
                <a:gd name="connsiteY23" fmla="*/ 2328834 h 2545452"/>
                <a:gd name="connsiteX24" fmla="*/ 2681221 w 3032912"/>
                <a:gd name="connsiteY24" fmla="*/ 1841402 h 2545452"/>
                <a:gd name="connsiteX25" fmla="*/ 351682 w 3032912"/>
                <a:gd name="connsiteY25" fmla="*/ 1841402 h 2545452"/>
                <a:gd name="connsiteX26" fmla="*/ 216627 w 3032912"/>
                <a:gd name="connsiteY26" fmla="*/ 1706347 h 2545452"/>
                <a:gd name="connsiteX27" fmla="*/ 216627 w 3032912"/>
                <a:gd name="connsiteY27" fmla="*/ 351682 h 2545452"/>
                <a:gd name="connsiteX28" fmla="*/ 351682 w 3032912"/>
                <a:gd name="connsiteY28" fmla="*/ 216627 h 2545452"/>
                <a:gd name="connsiteX29" fmla="*/ 2681202 w 3032912"/>
                <a:gd name="connsiteY29" fmla="*/ 216627 h 2545452"/>
                <a:gd name="connsiteX30" fmla="*/ 2816257 w 3032912"/>
                <a:gd name="connsiteY30" fmla="*/ 351682 h 2545452"/>
                <a:gd name="connsiteX31" fmla="*/ 2816257 w 3032912"/>
                <a:gd name="connsiteY31" fmla="*/ 1353969 h 2545452"/>
                <a:gd name="connsiteX32" fmla="*/ 1055884 w 3032912"/>
                <a:gd name="connsiteY32" fmla="*/ 1353969 h 2545452"/>
                <a:gd name="connsiteX33" fmla="*/ 2816266 w 3032912"/>
                <a:gd name="connsiteY33" fmla="*/ 1570606 h 2545452"/>
                <a:gd name="connsiteX34" fmla="*/ 2816266 w 3032912"/>
                <a:gd name="connsiteY34" fmla="*/ 1706347 h 2545452"/>
                <a:gd name="connsiteX35" fmla="*/ 2681221 w 3032912"/>
                <a:gd name="connsiteY35" fmla="*/ 1841402 h 2545452"/>
                <a:gd name="connsiteX0" fmla="*/ 2681221 w 3032912"/>
                <a:gd name="connsiteY0" fmla="*/ 0 h 2545452"/>
                <a:gd name="connsiteX1" fmla="*/ 351682 w 3032912"/>
                <a:gd name="connsiteY1" fmla="*/ 0 h 2545452"/>
                <a:gd name="connsiteX2" fmla="*/ 0 w 3032912"/>
                <a:gd name="connsiteY2" fmla="*/ 351682 h 2545452"/>
                <a:gd name="connsiteX3" fmla="*/ 0 w 3032912"/>
                <a:gd name="connsiteY3" fmla="*/ 1706337 h 2545452"/>
                <a:gd name="connsiteX4" fmla="*/ 351682 w 3032912"/>
                <a:gd name="connsiteY4" fmla="*/ 2058019 h 2545452"/>
                <a:gd name="connsiteX5" fmla="*/ 1001935 w 3032912"/>
                <a:gd name="connsiteY5" fmla="*/ 2058019 h 2545452"/>
                <a:gd name="connsiteX6" fmla="*/ 1001935 w 3032912"/>
                <a:gd name="connsiteY6" fmla="*/ 2328815 h 2545452"/>
                <a:gd name="connsiteX7" fmla="*/ 696163 w 3032912"/>
                <a:gd name="connsiteY7" fmla="*/ 2328815 h 2545452"/>
                <a:gd name="connsiteX8" fmla="*/ 587845 w 3032912"/>
                <a:gd name="connsiteY8" fmla="*/ 2437133 h 2545452"/>
                <a:gd name="connsiteX9" fmla="*/ 696163 w 3032912"/>
                <a:gd name="connsiteY9" fmla="*/ 2545452 h 2545452"/>
                <a:gd name="connsiteX10" fmla="*/ 2336749 w 3032912"/>
                <a:gd name="connsiteY10" fmla="*/ 2545452 h 2545452"/>
                <a:gd name="connsiteX11" fmla="*/ 2445068 w 3032912"/>
                <a:gd name="connsiteY11" fmla="*/ 2437133 h 2545452"/>
                <a:gd name="connsiteX12" fmla="*/ 2336749 w 3032912"/>
                <a:gd name="connsiteY12" fmla="*/ 2328815 h 2545452"/>
                <a:gd name="connsiteX13" fmla="*/ 2030968 w 3032912"/>
                <a:gd name="connsiteY13" fmla="*/ 2328815 h 2545452"/>
                <a:gd name="connsiteX14" fmla="*/ 2030968 w 3032912"/>
                <a:gd name="connsiteY14" fmla="*/ 2058019 h 2545452"/>
                <a:gd name="connsiteX15" fmla="*/ 2681221 w 3032912"/>
                <a:gd name="connsiteY15" fmla="*/ 2058019 h 2545452"/>
                <a:gd name="connsiteX16" fmla="*/ 3032912 w 3032912"/>
                <a:gd name="connsiteY16" fmla="*/ 1706337 h 2545452"/>
                <a:gd name="connsiteX17" fmla="*/ 3032912 w 3032912"/>
                <a:gd name="connsiteY17" fmla="*/ 351682 h 2545452"/>
                <a:gd name="connsiteX18" fmla="*/ 2681221 w 3032912"/>
                <a:gd name="connsiteY18" fmla="*/ 0 h 2545452"/>
                <a:gd name="connsiteX19" fmla="*/ 1814322 w 3032912"/>
                <a:gd name="connsiteY19" fmla="*/ 2328834 h 2545452"/>
                <a:gd name="connsiteX20" fmla="*/ 1218571 w 3032912"/>
                <a:gd name="connsiteY20" fmla="*/ 2328834 h 2545452"/>
                <a:gd name="connsiteX21" fmla="*/ 1218571 w 3032912"/>
                <a:gd name="connsiteY21" fmla="*/ 2058038 h 2545452"/>
                <a:gd name="connsiteX22" fmla="*/ 1814322 w 3032912"/>
                <a:gd name="connsiteY22" fmla="*/ 2058038 h 2545452"/>
                <a:gd name="connsiteX23" fmla="*/ 1814322 w 3032912"/>
                <a:gd name="connsiteY23" fmla="*/ 2328834 h 2545452"/>
                <a:gd name="connsiteX24" fmla="*/ 2681221 w 3032912"/>
                <a:gd name="connsiteY24" fmla="*/ 1841402 h 2545452"/>
                <a:gd name="connsiteX25" fmla="*/ 351682 w 3032912"/>
                <a:gd name="connsiteY25" fmla="*/ 1841402 h 2545452"/>
                <a:gd name="connsiteX26" fmla="*/ 216627 w 3032912"/>
                <a:gd name="connsiteY26" fmla="*/ 1706347 h 2545452"/>
                <a:gd name="connsiteX27" fmla="*/ 216627 w 3032912"/>
                <a:gd name="connsiteY27" fmla="*/ 351682 h 2545452"/>
                <a:gd name="connsiteX28" fmla="*/ 351682 w 3032912"/>
                <a:gd name="connsiteY28" fmla="*/ 216627 h 2545452"/>
                <a:gd name="connsiteX29" fmla="*/ 2681202 w 3032912"/>
                <a:gd name="connsiteY29" fmla="*/ 216627 h 2545452"/>
                <a:gd name="connsiteX30" fmla="*/ 2816257 w 3032912"/>
                <a:gd name="connsiteY30" fmla="*/ 351682 h 2545452"/>
                <a:gd name="connsiteX31" fmla="*/ 2816257 w 3032912"/>
                <a:gd name="connsiteY31" fmla="*/ 1353969 h 2545452"/>
                <a:gd name="connsiteX32" fmla="*/ 2816266 w 3032912"/>
                <a:gd name="connsiteY32" fmla="*/ 1570606 h 2545452"/>
                <a:gd name="connsiteX33" fmla="*/ 2816266 w 3032912"/>
                <a:gd name="connsiteY33" fmla="*/ 1706347 h 2545452"/>
                <a:gd name="connsiteX34" fmla="*/ 2681221 w 3032912"/>
                <a:gd name="connsiteY34" fmla="*/ 1841402 h 254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32912" h="2545452">
                  <a:moveTo>
                    <a:pt x="2681221" y="0"/>
                  </a:moveTo>
                  <a:lnTo>
                    <a:pt x="351682" y="0"/>
                  </a:lnTo>
                  <a:cubicBezTo>
                    <a:pt x="157763" y="0"/>
                    <a:pt x="0" y="157763"/>
                    <a:pt x="0" y="351682"/>
                  </a:cubicBezTo>
                  <a:lnTo>
                    <a:pt x="0" y="1706337"/>
                  </a:lnTo>
                  <a:cubicBezTo>
                    <a:pt x="0" y="1900257"/>
                    <a:pt x="157763" y="2058019"/>
                    <a:pt x="351682" y="2058019"/>
                  </a:cubicBezTo>
                  <a:lnTo>
                    <a:pt x="1001935" y="2058019"/>
                  </a:lnTo>
                  <a:lnTo>
                    <a:pt x="1001935" y="2328815"/>
                  </a:lnTo>
                  <a:lnTo>
                    <a:pt x="696163" y="2328815"/>
                  </a:lnTo>
                  <a:cubicBezTo>
                    <a:pt x="636337" y="2328815"/>
                    <a:pt x="587845" y="2377307"/>
                    <a:pt x="587845" y="2437133"/>
                  </a:cubicBezTo>
                  <a:cubicBezTo>
                    <a:pt x="587845" y="2496960"/>
                    <a:pt x="636337" y="2545452"/>
                    <a:pt x="696163" y="2545452"/>
                  </a:cubicBezTo>
                  <a:lnTo>
                    <a:pt x="2336749" y="2545452"/>
                  </a:lnTo>
                  <a:cubicBezTo>
                    <a:pt x="2396576" y="2545452"/>
                    <a:pt x="2445068" y="2496960"/>
                    <a:pt x="2445068" y="2437133"/>
                  </a:cubicBezTo>
                  <a:cubicBezTo>
                    <a:pt x="2445068" y="2377307"/>
                    <a:pt x="2396576" y="2328815"/>
                    <a:pt x="2336749" y="2328815"/>
                  </a:cubicBezTo>
                  <a:lnTo>
                    <a:pt x="2030968" y="2328815"/>
                  </a:lnTo>
                  <a:lnTo>
                    <a:pt x="2030968" y="2058019"/>
                  </a:lnTo>
                  <a:lnTo>
                    <a:pt x="2681221" y="2058019"/>
                  </a:lnTo>
                  <a:cubicBezTo>
                    <a:pt x="2875140" y="2058019"/>
                    <a:pt x="3032912" y="1900257"/>
                    <a:pt x="3032912" y="1706337"/>
                  </a:cubicBezTo>
                  <a:lnTo>
                    <a:pt x="3032912" y="351682"/>
                  </a:lnTo>
                  <a:cubicBezTo>
                    <a:pt x="3032903" y="157763"/>
                    <a:pt x="2875140" y="0"/>
                    <a:pt x="2681221" y="0"/>
                  </a:cubicBezTo>
                  <a:close/>
                  <a:moveTo>
                    <a:pt x="1814322" y="2328834"/>
                  </a:moveTo>
                  <a:lnTo>
                    <a:pt x="1218571" y="2328834"/>
                  </a:lnTo>
                  <a:lnTo>
                    <a:pt x="1218571" y="2058038"/>
                  </a:lnTo>
                  <a:lnTo>
                    <a:pt x="1814322" y="2058038"/>
                  </a:lnTo>
                  <a:lnTo>
                    <a:pt x="1814322" y="2328834"/>
                  </a:lnTo>
                  <a:close/>
                  <a:moveTo>
                    <a:pt x="2681221" y="1841402"/>
                  </a:moveTo>
                  <a:lnTo>
                    <a:pt x="351682" y="1841402"/>
                  </a:lnTo>
                  <a:cubicBezTo>
                    <a:pt x="277216" y="1841402"/>
                    <a:pt x="216627" y="1780823"/>
                    <a:pt x="216627" y="1706347"/>
                  </a:cubicBezTo>
                  <a:lnTo>
                    <a:pt x="216627" y="351682"/>
                  </a:lnTo>
                  <a:cubicBezTo>
                    <a:pt x="216627" y="277216"/>
                    <a:pt x="277206" y="216627"/>
                    <a:pt x="351682" y="216627"/>
                  </a:cubicBezTo>
                  <a:lnTo>
                    <a:pt x="2681202" y="216627"/>
                  </a:lnTo>
                  <a:cubicBezTo>
                    <a:pt x="2755668" y="216627"/>
                    <a:pt x="2816257" y="277206"/>
                    <a:pt x="2816257" y="351682"/>
                  </a:cubicBezTo>
                  <a:lnTo>
                    <a:pt x="2816257" y="1353969"/>
                  </a:lnTo>
                  <a:cubicBezTo>
                    <a:pt x="2816260" y="1426181"/>
                    <a:pt x="2816263" y="1498394"/>
                    <a:pt x="2816266" y="1570606"/>
                  </a:cubicBezTo>
                  <a:lnTo>
                    <a:pt x="2816266" y="1706347"/>
                  </a:lnTo>
                  <a:cubicBezTo>
                    <a:pt x="2816266" y="1780823"/>
                    <a:pt x="2755687" y="1841402"/>
                    <a:pt x="2681221" y="1841402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D1B9572-3E0E-145F-A712-1C8307BFCAA0}"/>
              </a:ext>
            </a:extLst>
          </p:cNvPr>
          <p:cNvSpPr txBox="1"/>
          <p:nvPr/>
        </p:nvSpPr>
        <p:spPr>
          <a:xfrm>
            <a:off x="2218175" y="5343210"/>
            <a:ext cx="775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 provide different clients with optimized assets</a:t>
            </a:r>
          </a:p>
        </p:txBody>
      </p:sp>
    </p:spTree>
    <p:extLst>
      <p:ext uri="{BB962C8B-B14F-4D97-AF65-F5344CB8AC3E}">
        <p14:creationId xmlns:p14="http://schemas.microsoft.com/office/powerpoint/2010/main" val="1554677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20510-3380-581E-3B1D-348BF30A5C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6" y="396545"/>
            <a:ext cx="8496693" cy="717437"/>
          </a:xfrm>
        </p:spPr>
        <p:txBody>
          <a:bodyPr anchor="ctr"/>
          <a:lstStyle/>
          <a:p>
            <a:r>
              <a:rPr lang="en-US" b="1" dirty="0"/>
              <a:t>Median homepage weight, by content type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CBA3C014-6DEE-9247-DF73-01E1407D8A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30854"/>
              </p:ext>
            </p:extLst>
          </p:nvPr>
        </p:nvGraphicFramePr>
        <p:xfrm>
          <a:off x="1280845" y="1284051"/>
          <a:ext cx="9630310" cy="4592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ACB1DA1-706F-8157-2DC6-7044B6DBB659}"/>
              </a:ext>
            </a:extLst>
          </p:cNvPr>
          <p:cNvCxnSpPr/>
          <p:nvPr/>
        </p:nvCxnSpPr>
        <p:spPr>
          <a:xfrm>
            <a:off x="7376759" y="4128879"/>
            <a:ext cx="1080000" cy="0"/>
          </a:xfrm>
          <a:prstGeom prst="straightConnector1">
            <a:avLst/>
          </a:prstGeom>
          <a:ln w="3492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DDAC030-3C9C-6B29-0043-29FC81A76850}"/>
              </a:ext>
            </a:extLst>
          </p:cNvPr>
          <p:cNvSpPr txBox="1"/>
          <p:nvPr/>
        </p:nvSpPr>
        <p:spPr>
          <a:xfrm>
            <a:off x="555865" y="5722929"/>
            <a:ext cx="963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https://almanac.httparchive.org/en/2024/page-weight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41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D1E27A-2930-AB17-FCD1-6D4FE0273F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799" y="1371600"/>
            <a:ext cx="11192563" cy="392767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2448000" algn="l"/>
              </a:tabLst>
            </a:pPr>
            <a:r>
              <a:rPr lang="en-GB" sz="2400" dirty="0">
                <a:solidFill>
                  <a:schemeClr val="accent1"/>
                </a:solidFill>
                <a:ea typeface="Menlo" panose="020B0609030804020204" pitchFamily="49" charset="0"/>
              </a:rPr>
              <a:t>Simple request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GET /image.jpg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2448000" algn="l"/>
              </a:tabLst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2448000" algn="l"/>
              </a:tabLst>
            </a:pP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2448000" algn="l"/>
              </a:tabLst>
            </a:pPr>
            <a:r>
              <a:rPr lang="en-GB" sz="2400" dirty="0">
                <a:solidFill>
                  <a:schemeClr val="accent1"/>
                </a:solidFill>
                <a:ea typeface="Menlo" panose="020B0609030804020204" pitchFamily="49" charset="0"/>
              </a:rPr>
              <a:t>Older browser</a:t>
            </a:r>
            <a:r>
              <a:rPr lang="en-GB" sz="2400" b="1" dirty="0">
                <a:solidFill>
                  <a:schemeClr val="accent1"/>
                </a:solidFill>
                <a:ea typeface="Menlo" panose="020B0609030804020204" pitchFamily="49" charset="0"/>
              </a:rPr>
              <a:t>	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 /image.jpg?format=auto&amp;width=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1200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2448000" algn="l"/>
              </a:tabLst>
            </a:pPr>
            <a:r>
              <a:rPr lang="en-GB" dirty="0">
                <a:solidFill>
                  <a:schemeClr val="accent1"/>
                </a:solidFill>
                <a:ea typeface="Menlo" panose="020B0609030804020204" pitchFamily="49" charset="0"/>
              </a:rPr>
              <a:t>Desktop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Accept: image/gif, image/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jpeg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image/pjpeg, */*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2448000" algn="l"/>
              </a:tabLst>
            </a:pP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2448000" algn="l"/>
              </a:tabLst>
            </a:pPr>
            <a:endParaRPr lang="en-GB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2448000" algn="l"/>
              </a:tabLst>
            </a:pPr>
            <a:r>
              <a:rPr lang="en-GB" sz="2400" dirty="0">
                <a:solidFill>
                  <a:schemeClr val="accent1"/>
                </a:solidFill>
                <a:ea typeface="Menlo" panose="020B0609030804020204" pitchFamily="49" charset="0"/>
              </a:rPr>
              <a:t>Modern browser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GET /image.jpg?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format=auto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width=320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2448000" algn="l"/>
              </a:tabLst>
            </a:pPr>
            <a:r>
              <a:rPr lang="en-GB" dirty="0">
                <a:solidFill>
                  <a:schemeClr val="accent1"/>
                </a:solidFill>
                <a:ea typeface="Menlo" panose="020B0609030804020204" pitchFamily="49" charset="0"/>
              </a:rPr>
              <a:t>Mobile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Accept: image/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avif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image/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webp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image/apng, image/*, */*;q=0.8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750DC-01CF-20BE-1E79-325BE2E785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en-US" b="1" dirty="0"/>
              <a:t>HTTP Image Requests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B8F32CE1-F55A-D0F0-7E3B-01680EF56751}"/>
              </a:ext>
            </a:extLst>
          </p:cNvPr>
          <p:cNvSpPr txBox="1">
            <a:spLocks/>
          </p:cNvSpPr>
          <p:nvPr/>
        </p:nvSpPr>
        <p:spPr>
          <a:xfrm>
            <a:off x="555867" y="1652666"/>
            <a:ext cx="8495221" cy="2833477"/>
          </a:xfrm>
          <a:prstGeom prst="rect">
            <a:avLst/>
          </a:prstGeom>
        </p:spPr>
        <p:txBody>
          <a:bodyPr lIns="0" t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itchFamily="2" charset="2"/>
              <a:buNone/>
            </a:pP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08A34C6-433A-2C35-5B27-246A10C36889}"/>
              </a:ext>
            </a:extLst>
          </p:cNvPr>
          <p:cNvSpPr txBox="1">
            <a:spLocks/>
          </p:cNvSpPr>
          <p:nvPr/>
        </p:nvSpPr>
        <p:spPr>
          <a:xfrm>
            <a:off x="555867" y="2600457"/>
            <a:ext cx="8495221" cy="1809726"/>
          </a:xfrm>
          <a:prstGeom prst="rect">
            <a:avLst/>
          </a:prstGeom>
        </p:spPr>
        <p:txBody>
          <a:bodyPr lIns="0" t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itchFamily="2" charset="2"/>
              <a:buNone/>
            </a:pP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17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18D6F-FE34-D170-1E22-33E3F118A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en-US" b="1" dirty="0"/>
              <a:t>Image CDNs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EB0CC4-6984-5711-4579-56C6B85DE760}"/>
              </a:ext>
            </a:extLst>
          </p:cNvPr>
          <p:cNvGrpSpPr>
            <a:grpSpLocks noChangeAspect="1"/>
          </p:cNvGrpSpPr>
          <p:nvPr/>
        </p:nvGrpSpPr>
        <p:grpSpPr>
          <a:xfrm>
            <a:off x="987136" y="1842314"/>
            <a:ext cx="898360" cy="1502706"/>
            <a:chOff x="7795805" y="805069"/>
            <a:chExt cx="2915488" cy="48768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34D7195-A762-B48B-23A4-33CEAA872B38}"/>
                </a:ext>
              </a:extLst>
            </p:cNvPr>
            <p:cNvSpPr/>
            <p:nvPr/>
          </p:nvSpPr>
          <p:spPr>
            <a:xfrm>
              <a:off x="7901838" y="911082"/>
              <a:ext cx="2703423" cy="4664773"/>
            </a:xfrm>
            <a:custGeom>
              <a:avLst/>
              <a:gdLst>
                <a:gd name="connsiteX0" fmla="*/ 2448106 w 2703423"/>
                <a:gd name="connsiteY0" fmla="*/ 4664774 h 4664773"/>
                <a:gd name="connsiteX1" fmla="*/ 255318 w 2703423"/>
                <a:gd name="connsiteY1" fmla="*/ 4664774 h 4664773"/>
                <a:gd name="connsiteX2" fmla="*/ 0 w 2703423"/>
                <a:gd name="connsiteY2" fmla="*/ 4409456 h 4664773"/>
                <a:gd name="connsiteX3" fmla="*/ 0 w 2703423"/>
                <a:gd name="connsiteY3" fmla="*/ 255327 h 4664773"/>
                <a:gd name="connsiteX4" fmla="*/ 255318 w 2703423"/>
                <a:gd name="connsiteY4" fmla="*/ 0 h 4664773"/>
                <a:gd name="connsiteX5" fmla="*/ 2448106 w 2703423"/>
                <a:gd name="connsiteY5" fmla="*/ 0 h 4664773"/>
                <a:gd name="connsiteX6" fmla="*/ 2703424 w 2703423"/>
                <a:gd name="connsiteY6" fmla="*/ 255318 h 4664773"/>
                <a:gd name="connsiteX7" fmla="*/ 2703424 w 2703423"/>
                <a:gd name="connsiteY7" fmla="*/ 4409428 h 4664773"/>
                <a:gd name="connsiteX8" fmla="*/ 2448106 w 2703423"/>
                <a:gd name="connsiteY8" fmla="*/ 4664774 h 46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3423" h="4664773">
                  <a:moveTo>
                    <a:pt x="2448106" y="4664774"/>
                  </a:moveTo>
                  <a:lnTo>
                    <a:pt x="255318" y="4664774"/>
                  </a:lnTo>
                  <a:cubicBezTo>
                    <a:pt x="114300" y="4664774"/>
                    <a:pt x="0" y="4550464"/>
                    <a:pt x="0" y="4409456"/>
                  </a:cubicBezTo>
                  <a:lnTo>
                    <a:pt x="0" y="255327"/>
                  </a:lnTo>
                  <a:cubicBezTo>
                    <a:pt x="-10" y="114310"/>
                    <a:pt x="114310" y="0"/>
                    <a:pt x="255318" y="0"/>
                  </a:cubicBezTo>
                  <a:lnTo>
                    <a:pt x="2448106" y="0"/>
                  </a:lnTo>
                  <a:cubicBezTo>
                    <a:pt x="2589124" y="0"/>
                    <a:pt x="2703424" y="114310"/>
                    <a:pt x="2703424" y="255318"/>
                  </a:cubicBezTo>
                  <a:lnTo>
                    <a:pt x="2703424" y="4409428"/>
                  </a:lnTo>
                  <a:cubicBezTo>
                    <a:pt x="2703433" y="4550464"/>
                    <a:pt x="2589124" y="4664774"/>
                    <a:pt x="2448106" y="4664774"/>
                  </a:cubicBezTo>
                  <a:close/>
                </a:path>
              </a:pathLst>
            </a:custGeom>
            <a:solidFill>
              <a:srgbClr val="9E9E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6A007D7-3B90-48D3-2882-C2FB0393CA71}"/>
                </a:ext>
              </a:extLst>
            </p:cNvPr>
            <p:cNvSpPr/>
            <p:nvPr/>
          </p:nvSpPr>
          <p:spPr>
            <a:xfrm>
              <a:off x="7901828" y="1780429"/>
              <a:ext cx="2703442" cy="2968485"/>
            </a:xfrm>
            <a:custGeom>
              <a:avLst/>
              <a:gdLst>
                <a:gd name="connsiteX0" fmla="*/ 0 w 2703442"/>
                <a:gd name="connsiteY0" fmla="*/ 0 h 2968485"/>
                <a:gd name="connsiteX1" fmla="*/ 2703443 w 2703442"/>
                <a:gd name="connsiteY1" fmla="*/ 0 h 2968485"/>
                <a:gd name="connsiteX2" fmla="*/ 2703443 w 2703442"/>
                <a:gd name="connsiteY2" fmla="*/ 2968485 h 2968485"/>
                <a:gd name="connsiteX3" fmla="*/ 0 w 2703442"/>
                <a:gd name="connsiteY3" fmla="*/ 2968485 h 2968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3442" h="2968485">
                  <a:moveTo>
                    <a:pt x="0" y="0"/>
                  </a:moveTo>
                  <a:lnTo>
                    <a:pt x="2703443" y="0"/>
                  </a:lnTo>
                  <a:lnTo>
                    <a:pt x="2703443" y="2968485"/>
                  </a:lnTo>
                  <a:lnTo>
                    <a:pt x="0" y="2968485"/>
                  </a:lnTo>
                  <a:close/>
                </a:path>
              </a:pathLst>
            </a:custGeom>
            <a:solidFill>
              <a:srgbClr val="2196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7" name="Graphic 21">
              <a:extLst>
                <a:ext uri="{FF2B5EF4-FFF2-40B4-BE49-F238E27FC236}">
                  <a16:creationId xmlns:a16="http://schemas.microsoft.com/office/drawing/2014/main" id="{276B049C-6FD3-0AB2-B495-4C107F9D38D4}"/>
                </a:ext>
              </a:extLst>
            </p:cNvPr>
            <p:cNvGrpSpPr/>
            <p:nvPr/>
          </p:nvGrpSpPr>
          <p:grpSpPr>
            <a:xfrm>
              <a:off x="7795805" y="805069"/>
              <a:ext cx="2915488" cy="4876800"/>
              <a:chOff x="3952674" y="990600"/>
              <a:chExt cx="2915488" cy="4876800"/>
            </a:xfrm>
            <a:solidFill>
              <a:srgbClr val="231F2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19D3226-9509-5761-77DE-6AAF3152B5EA}"/>
                  </a:ext>
                </a:extLst>
              </p:cNvPr>
              <p:cNvSpPr/>
              <p:nvPr/>
            </p:nvSpPr>
            <p:spPr>
              <a:xfrm>
                <a:off x="5110038" y="1432350"/>
                <a:ext cx="600760" cy="212026"/>
              </a:xfrm>
              <a:custGeom>
                <a:avLst/>
                <a:gdLst>
                  <a:gd name="connsiteX0" fmla="*/ 106013 w 600760"/>
                  <a:gd name="connsiteY0" fmla="*/ 212027 h 212026"/>
                  <a:gd name="connsiteX1" fmla="*/ 494748 w 600760"/>
                  <a:gd name="connsiteY1" fmla="*/ 212027 h 212026"/>
                  <a:gd name="connsiteX2" fmla="*/ 600761 w 600760"/>
                  <a:gd name="connsiteY2" fmla="*/ 106013 h 212026"/>
                  <a:gd name="connsiteX3" fmla="*/ 494748 w 600760"/>
                  <a:gd name="connsiteY3" fmla="*/ 0 h 212026"/>
                  <a:gd name="connsiteX4" fmla="*/ 106013 w 600760"/>
                  <a:gd name="connsiteY4" fmla="*/ 0 h 212026"/>
                  <a:gd name="connsiteX5" fmla="*/ 0 w 600760"/>
                  <a:gd name="connsiteY5" fmla="*/ 106013 h 212026"/>
                  <a:gd name="connsiteX6" fmla="*/ 106013 w 600760"/>
                  <a:gd name="connsiteY6" fmla="*/ 212027 h 212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760" h="212026">
                    <a:moveTo>
                      <a:pt x="106013" y="212027"/>
                    </a:moveTo>
                    <a:lnTo>
                      <a:pt x="494748" y="212027"/>
                    </a:lnTo>
                    <a:cubicBezTo>
                      <a:pt x="553288" y="212027"/>
                      <a:pt x="600761" y="164554"/>
                      <a:pt x="600761" y="106013"/>
                    </a:cubicBezTo>
                    <a:cubicBezTo>
                      <a:pt x="600761" y="47473"/>
                      <a:pt x="553288" y="0"/>
                      <a:pt x="494748" y="0"/>
                    </a:cubicBezTo>
                    <a:lnTo>
                      <a:pt x="106013" y="0"/>
                    </a:lnTo>
                    <a:cubicBezTo>
                      <a:pt x="47473" y="0"/>
                      <a:pt x="0" y="47473"/>
                      <a:pt x="0" y="106013"/>
                    </a:cubicBezTo>
                    <a:cubicBezTo>
                      <a:pt x="0" y="164554"/>
                      <a:pt x="47463" y="212027"/>
                      <a:pt x="106013" y="212027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7BA4357-6111-BE57-E3FD-E9FE583E9B4D}"/>
                  </a:ext>
                </a:extLst>
              </p:cNvPr>
              <p:cNvSpPr/>
              <p:nvPr/>
            </p:nvSpPr>
            <p:spPr>
              <a:xfrm>
                <a:off x="5288499" y="5231292"/>
                <a:ext cx="243830" cy="212026"/>
              </a:xfrm>
              <a:custGeom>
                <a:avLst/>
                <a:gdLst>
                  <a:gd name="connsiteX0" fmla="*/ 137817 w 243830"/>
                  <a:gd name="connsiteY0" fmla="*/ 0 h 212026"/>
                  <a:gd name="connsiteX1" fmla="*/ 106013 w 243830"/>
                  <a:gd name="connsiteY1" fmla="*/ 0 h 212026"/>
                  <a:gd name="connsiteX2" fmla="*/ 0 w 243830"/>
                  <a:gd name="connsiteY2" fmla="*/ 106013 h 212026"/>
                  <a:gd name="connsiteX3" fmla="*/ 106013 w 243830"/>
                  <a:gd name="connsiteY3" fmla="*/ 212026 h 212026"/>
                  <a:gd name="connsiteX4" fmla="*/ 137817 w 243830"/>
                  <a:gd name="connsiteY4" fmla="*/ 212026 h 212026"/>
                  <a:gd name="connsiteX5" fmla="*/ 243830 w 243830"/>
                  <a:gd name="connsiteY5" fmla="*/ 106013 h 212026"/>
                  <a:gd name="connsiteX6" fmla="*/ 137817 w 243830"/>
                  <a:gd name="connsiteY6" fmla="*/ 0 h 212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830" h="212026">
                    <a:moveTo>
                      <a:pt x="137817" y="0"/>
                    </a:moveTo>
                    <a:lnTo>
                      <a:pt x="106013" y="0"/>
                    </a:lnTo>
                    <a:cubicBezTo>
                      <a:pt x="47473" y="0"/>
                      <a:pt x="0" y="47472"/>
                      <a:pt x="0" y="106013"/>
                    </a:cubicBezTo>
                    <a:cubicBezTo>
                      <a:pt x="0" y="164554"/>
                      <a:pt x="47473" y="212026"/>
                      <a:pt x="106013" y="212026"/>
                    </a:cubicBezTo>
                    <a:lnTo>
                      <a:pt x="137817" y="212026"/>
                    </a:lnTo>
                    <a:cubicBezTo>
                      <a:pt x="196358" y="212026"/>
                      <a:pt x="243830" y="164554"/>
                      <a:pt x="243830" y="106013"/>
                    </a:cubicBezTo>
                    <a:cubicBezTo>
                      <a:pt x="243830" y="47472"/>
                      <a:pt x="196377" y="0"/>
                      <a:pt x="137817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FC0764FC-B0BD-DA0C-7EC9-F9A2DB144C56}"/>
                  </a:ext>
                </a:extLst>
              </p:cNvPr>
              <p:cNvSpPr/>
              <p:nvPr/>
            </p:nvSpPr>
            <p:spPr>
              <a:xfrm>
                <a:off x="3952674" y="990600"/>
                <a:ext cx="2915488" cy="4876800"/>
              </a:xfrm>
              <a:custGeom>
                <a:avLst/>
                <a:gdLst>
                  <a:gd name="connsiteX0" fmla="*/ 4180628 w 4286640"/>
                  <a:gd name="connsiteY0" fmla="*/ 1743989 h 4876800"/>
                  <a:gd name="connsiteX1" fmla="*/ 2915479 w 4286640"/>
                  <a:gd name="connsiteY1" fmla="*/ 1743989 h 4876800"/>
                  <a:gd name="connsiteX2" fmla="*/ 2915479 w 4286640"/>
                  <a:gd name="connsiteY2" fmla="*/ 361340 h 4876800"/>
                  <a:gd name="connsiteX3" fmla="*/ 2554138 w 4286640"/>
                  <a:gd name="connsiteY3" fmla="*/ 0 h 4876800"/>
                  <a:gd name="connsiteX4" fmla="*/ 361350 w 4286640"/>
                  <a:gd name="connsiteY4" fmla="*/ 0 h 4876800"/>
                  <a:gd name="connsiteX5" fmla="*/ 0 w 4286640"/>
                  <a:gd name="connsiteY5" fmla="*/ 361340 h 4876800"/>
                  <a:gd name="connsiteX6" fmla="*/ 0 w 4286640"/>
                  <a:gd name="connsiteY6" fmla="*/ 4515460 h 4876800"/>
                  <a:gd name="connsiteX7" fmla="*/ 361340 w 4286640"/>
                  <a:gd name="connsiteY7" fmla="*/ 4876800 h 4876800"/>
                  <a:gd name="connsiteX8" fmla="*/ 2554138 w 4286640"/>
                  <a:gd name="connsiteY8" fmla="*/ 4876800 h 4876800"/>
                  <a:gd name="connsiteX9" fmla="*/ 2915488 w 4286640"/>
                  <a:gd name="connsiteY9" fmla="*/ 4515460 h 4876800"/>
                  <a:gd name="connsiteX10" fmla="*/ 2915488 w 4286640"/>
                  <a:gd name="connsiteY10" fmla="*/ 3175225 h 4876800"/>
                  <a:gd name="connsiteX11" fmla="*/ 4180628 w 4286640"/>
                  <a:gd name="connsiteY11" fmla="*/ 3175225 h 4876800"/>
                  <a:gd name="connsiteX12" fmla="*/ 4286641 w 4286640"/>
                  <a:gd name="connsiteY12" fmla="*/ 3069212 h 4876800"/>
                  <a:gd name="connsiteX13" fmla="*/ 4286641 w 4286640"/>
                  <a:gd name="connsiteY13" fmla="*/ 1850012 h 4876800"/>
                  <a:gd name="connsiteX14" fmla="*/ 4180628 w 4286640"/>
                  <a:gd name="connsiteY14" fmla="*/ 1743989 h 4876800"/>
                  <a:gd name="connsiteX15" fmla="*/ 361350 w 4286640"/>
                  <a:gd name="connsiteY15" fmla="*/ 212036 h 4876800"/>
                  <a:gd name="connsiteX16" fmla="*/ 2554138 w 4286640"/>
                  <a:gd name="connsiteY16" fmla="*/ 212036 h 4876800"/>
                  <a:gd name="connsiteX17" fmla="*/ 2703452 w 4286640"/>
                  <a:gd name="connsiteY17" fmla="*/ 361340 h 4876800"/>
                  <a:gd name="connsiteX18" fmla="*/ 2703452 w 4286640"/>
                  <a:gd name="connsiteY18" fmla="*/ 869347 h 4876800"/>
                  <a:gd name="connsiteX19" fmla="*/ 212046 w 4286640"/>
                  <a:gd name="connsiteY19" fmla="*/ 869347 h 4876800"/>
                  <a:gd name="connsiteX20" fmla="*/ 212046 w 4286640"/>
                  <a:gd name="connsiteY20" fmla="*/ 361340 h 4876800"/>
                  <a:gd name="connsiteX21" fmla="*/ 361350 w 4286640"/>
                  <a:gd name="connsiteY21" fmla="*/ 212036 h 4876800"/>
                  <a:gd name="connsiteX22" fmla="*/ 2554138 w 4286640"/>
                  <a:gd name="connsiteY22" fmla="*/ 4664764 h 4876800"/>
                  <a:gd name="connsiteX23" fmla="*/ 361350 w 4286640"/>
                  <a:gd name="connsiteY23" fmla="*/ 4664764 h 4876800"/>
                  <a:gd name="connsiteX24" fmla="*/ 212046 w 4286640"/>
                  <a:gd name="connsiteY24" fmla="*/ 4515460 h 4876800"/>
                  <a:gd name="connsiteX25" fmla="*/ 212046 w 4286640"/>
                  <a:gd name="connsiteY25" fmla="*/ 4049859 h 4876800"/>
                  <a:gd name="connsiteX26" fmla="*/ 2703452 w 4286640"/>
                  <a:gd name="connsiteY26" fmla="*/ 4049859 h 4876800"/>
                  <a:gd name="connsiteX27" fmla="*/ 2703452 w 4286640"/>
                  <a:gd name="connsiteY27" fmla="*/ 4515460 h 4876800"/>
                  <a:gd name="connsiteX28" fmla="*/ 2554138 w 4286640"/>
                  <a:gd name="connsiteY28" fmla="*/ 4664764 h 4876800"/>
                  <a:gd name="connsiteX29" fmla="*/ 2703443 w 4286640"/>
                  <a:gd name="connsiteY29" fmla="*/ 3837832 h 4876800"/>
                  <a:gd name="connsiteX30" fmla="*/ 212036 w 4286640"/>
                  <a:gd name="connsiteY30" fmla="*/ 3837832 h 4876800"/>
                  <a:gd name="connsiteX31" fmla="*/ 212036 w 4286640"/>
                  <a:gd name="connsiteY31" fmla="*/ 1081373 h 4876800"/>
                  <a:gd name="connsiteX32" fmla="*/ 524789 w 4286640"/>
                  <a:gd name="connsiteY32" fmla="*/ 1081373 h 4876800"/>
                  <a:gd name="connsiteX33" fmla="*/ 524789 w 4286640"/>
                  <a:gd name="connsiteY33" fmla="*/ 1823495 h 4876800"/>
                  <a:gd name="connsiteX34" fmla="*/ 630803 w 4286640"/>
                  <a:gd name="connsiteY34" fmla="*/ 1929508 h 4876800"/>
                  <a:gd name="connsiteX35" fmla="*/ 736816 w 4286640"/>
                  <a:gd name="connsiteY35" fmla="*/ 1823495 h 4876800"/>
                  <a:gd name="connsiteX36" fmla="*/ 736816 w 4286640"/>
                  <a:gd name="connsiteY36" fmla="*/ 1081373 h 4876800"/>
                  <a:gd name="connsiteX37" fmla="*/ 2703443 w 4286640"/>
                  <a:gd name="connsiteY37" fmla="*/ 1081373 h 4876800"/>
                  <a:gd name="connsiteX38" fmla="*/ 2703443 w 4286640"/>
                  <a:gd name="connsiteY38" fmla="*/ 1743980 h 4876800"/>
                  <a:gd name="connsiteX39" fmla="*/ 2166280 w 4286640"/>
                  <a:gd name="connsiteY39" fmla="*/ 1743980 h 4876800"/>
                  <a:gd name="connsiteX40" fmla="*/ 2166280 w 4286640"/>
                  <a:gd name="connsiteY40" fmla="*/ 1399423 h 4876800"/>
                  <a:gd name="connsiteX41" fmla="*/ 2097138 w 4286640"/>
                  <a:gd name="connsiteY41" fmla="*/ 1300020 h 4876800"/>
                  <a:gd name="connsiteX42" fmla="*/ 1979886 w 4286640"/>
                  <a:gd name="connsiteY42" fmla="*/ 1330290 h 4876800"/>
                  <a:gd name="connsiteX43" fmla="*/ 1068143 w 4286640"/>
                  <a:gd name="connsiteY43" fmla="*/ 2390470 h 4876800"/>
                  <a:gd name="connsiteX44" fmla="*/ 1068143 w 4286640"/>
                  <a:gd name="connsiteY44" fmla="*/ 2528726 h 4876800"/>
                  <a:gd name="connsiteX45" fmla="*/ 1979895 w 4286640"/>
                  <a:gd name="connsiteY45" fmla="*/ 3588896 h 4876800"/>
                  <a:gd name="connsiteX46" fmla="*/ 2060296 w 4286640"/>
                  <a:gd name="connsiteY46" fmla="*/ 3625777 h 4876800"/>
                  <a:gd name="connsiteX47" fmla="*/ 2097148 w 4286640"/>
                  <a:gd name="connsiteY47" fmla="*/ 3619157 h 4876800"/>
                  <a:gd name="connsiteX48" fmla="*/ 2166290 w 4286640"/>
                  <a:gd name="connsiteY48" fmla="*/ 3519754 h 4876800"/>
                  <a:gd name="connsiteX49" fmla="*/ 2166290 w 4286640"/>
                  <a:gd name="connsiteY49" fmla="*/ 3175197 h 4876800"/>
                  <a:gd name="connsiteX50" fmla="*/ 2703452 w 4286640"/>
                  <a:gd name="connsiteY50" fmla="*/ 3175197 h 4876800"/>
                  <a:gd name="connsiteX51" fmla="*/ 2703452 w 4286640"/>
                  <a:gd name="connsiteY51" fmla="*/ 3837832 h 4876800"/>
                  <a:gd name="connsiteX52" fmla="*/ 4074614 w 4286640"/>
                  <a:gd name="connsiteY52" fmla="*/ 2963190 h 4876800"/>
                  <a:gd name="connsiteX53" fmla="*/ 2060286 w 4286640"/>
                  <a:gd name="connsiteY53" fmla="*/ 2963190 h 4876800"/>
                  <a:gd name="connsiteX54" fmla="*/ 1954273 w 4286640"/>
                  <a:gd name="connsiteY54" fmla="*/ 3069203 h 4876800"/>
                  <a:gd name="connsiteX55" fmla="*/ 1954273 w 4286640"/>
                  <a:gd name="connsiteY55" fmla="*/ 3233900 h 4876800"/>
                  <a:gd name="connsiteX56" fmla="*/ 1288371 w 4286640"/>
                  <a:gd name="connsiteY56" fmla="*/ 2459603 h 4876800"/>
                  <a:gd name="connsiteX57" fmla="*/ 1954273 w 4286640"/>
                  <a:gd name="connsiteY57" fmla="*/ 1685306 h 4876800"/>
                  <a:gd name="connsiteX58" fmla="*/ 1954273 w 4286640"/>
                  <a:gd name="connsiteY58" fmla="*/ 1850003 h 4876800"/>
                  <a:gd name="connsiteX59" fmla="*/ 2060286 w 4286640"/>
                  <a:gd name="connsiteY59" fmla="*/ 1956016 h 4876800"/>
                  <a:gd name="connsiteX60" fmla="*/ 4074614 w 4286640"/>
                  <a:gd name="connsiteY60" fmla="*/ 1956016 h 4876800"/>
                  <a:gd name="connsiteX61" fmla="*/ 4074614 w 4286640"/>
                  <a:gd name="connsiteY61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524789 w 4286641"/>
                  <a:gd name="connsiteY33" fmla="*/ 1823495 h 4876800"/>
                  <a:gd name="connsiteX34" fmla="*/ 736816 w 4286641"/>
                  <a:gd name="connsiteY34" fmla="*/ 1823495 h 4876800"/>
                  <a:gd name="connsiteX35" fmla="*/ 736816 w 4286641"/>
                  <a:gd name="connsiteY35" fmla="*/ 1081373 h 4876800"/>
                  <a:gd name="connsiteX36" fmla="*/ 2703443 w 4286641"/>
                  <a:gd name="connsiteY36" fmla="*/ 1081373 h 4876800"/>
                  <a:gd name="connsiteX37" fmla="*/ 2703443 w 4286641"/>
                  <a:gd name="connsiteY37" fmla="*/ 1743980 h 4876800"/>
                  <a:gd name="connsiteX38" fmla="*/ 2166280 w 4286641"/>
                  <a:gd name="connsiteY38" fmla="*/ 1743980 h 4876800"/>
                  <a:gd name="connsiteX39" fmla="*/ 2166280 w 4286641"/>
                  <a:gd name="connsiteY39" fmla="*/ 1399423 h 4876800"/>
                  <a:gd name="connsiteX40" fmla="*/ 2097138 w 4286641"/>
                  <a:gd name="connsiteY40" fmla="*/ 1300020 h 4876800"/>
                  <a:gd name="connsiteX41" fmla="*/ 1979886 w 4286641"/>
                  <a:gd name="connsiteY41" fmla="*/ 1330290 h 4876800"/>
                  <a:gd name="connsiteX42" fmla="*/ 1068143 w 4286641"/>
                  <a:gd name="connsiteY42" fmla="*/ 2390470 h 4876800"/>
                  <a:gd name="connsiteX43" fmla="*/ 1068143 w 4286641"/>
                  <a:gd name="connsiteY43" fmla="*/ 2528726 h 4876800"/>
                  <a:gd name="connsiteX44" fmla="*/ 1979895 w 4286641"/>
                  <a:gd name="connsiteY44" fmla="*/ 3588896 h 4876800"/>
                  <a:gd name="connsiteX45" fmla="*/ 2060296 w 4286641"/>
                  <a:gd name="connsiteY45" fmla="*/ 3625777 h 4876800"/>
                  <a:gd name="connsiteX46" fmla="*/ 2097148 w 4286641"/>
                  <a:gd name="connsiteY46" fmla="*/ 3619157 h 4876800"/>
                  <a:gd name="connsiteX47" fmla="*/ 2166290 w 4286641"/>
                  <a:gd name="connsiteY47" fmla="*/ 3519754 h 4876800"/>
                  <a:gd name="connsiteX48" fmla="*/ 2166290 w 4286641"/>
                  <a:gd name="connsiteY48" fmla="*/ 3175197 h 4876800"/>
                  <a:gd name="connsiteX49" fmla="*/ 2703452 w 4286641"/>
                  <a:gd name="connsiteY49" fmla="*/ 3175197 h 4876800"/>
                  <a:gd name="connsiteX50" fmla="*/ 2703452 w 4286641"/>
                  <a:gd name="connsiteY50" fmla="*/ 3837832 h 4876800"/>
                  <a:gd name="connsiteX51" fmla="*/ 2703443 w 4286641"/>
                  <a:gd name="connsiteY51" fmla="*/ 3837832 h 4876800"/>
                  <a:gd name="connsiteX52" fmla="*/ 4074614 w 4286641"/>
                  <a:gd name="connsiteY52" fmla="*/ 2963190 h 4876800"/>
                  <a:gd name="connsiteX53" fmla="*/ 2060286 w 4286641"/>
                  <a:gd name="connsiteY53" fmla="*/ 2963190 h 4876800"/>
                  <a:gd name="connsiteX54" fmla="*/ 1954273 w 4286641"/>
                  <a:gd name="connsiteY54" fmla="*/ 3069203 h 4876800"/>
                  <a:gd name="connsiteX55" fmla="*/ 1954273 w 4286641"/>
                  <a:gd name="connsiteY55" fmla="*/ 3233900 h 4876800"/>
                  <a:gd name="connsiteX56" fmla="*/ 1288371 w 4286641"/>
                  <a:gd name="connsiteY56" fmla="*/ 2459603 h 4876800"/>
                  <a:gd name="connsiteX57" fmla="*/ 1954273 w 4286641"/>
                  <a:gd name="connsiteY57" fmla="*/ 1685306 h 4876800"/>
                  <a:gd name="connsiteX58" fmla="*/ 1954273 w 4286641"/>
                  <a:gd name="connsiteY58" fmla="*/ 1850003 h 4876800"/>
                  <a:gd name="connsiteX59" fmla="*/ 2060286 w 4286641"/>
                  <a:gd name="connsiteY59" fmla="*/ 1956016 h 4876800"/>
                  <a:gd name="connsiteX60" fmla="*/ 4074614 w 4286641"/>
                  <a:gd name="connsiteY60" fmla="*/ 1956016 h 4876800"/>
                  <a:gd name="connsiteX61" fmla="*/ 4074614 w 4286641"/>
                  <a:gd name="connsiteY61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524789 w 4286641"/>
                  <a:gd name="connsiteY33" fmla="*/ 1823495 h 4876800"/>
                  <a:gd name="connsiteX34" fmla="*/ 736816 w 4286641"/>
                  <a:gd name="connsiteY34" fmla="*/ 1081373 h 4876800"/>
                  <a:gd name="connsiteX35" fmla="*/ 2703443 w 4286641"/>
                  <a:gd name="connsiteY35" fmla="*/ 1081373 h 4876800"/>
                  <a:gd name="connsiteX36" fmla="*/ 2703443 w 4286641"/>
                  <a:gd name="connsiteY36" fmla="*/ 1743980 h 4876800"/>
                  <a:gd name="connsiteX37" fmla="*/ 2166280 w 4286641"/>
                  <a:gd name="connsiteY37" fmla="*/ 1743980 h 4876800"/>
                  <a:gd name="connsiteX38" fmla="*/ 2166280 w 4286641"/>
                  <a:gd name="connsiteY38" fmla="*/ 1399423 h 4876800"/>
                  <a:gd name="connsiteX39" fmla="*/ 2097138 w 4286641"/>
                  <a:gd name="connsiteY39" fmla="*/ 1300020 h 4876800"/>
                  <a:gd name="connsiteX40" fmla="*/ 1979886 w 4286641"/>
                  <a:gd name="connsiteY40" fmla="*/ 1330290 h 4876800"/>
                  <a:gd name="connsiteX41" fmla="*/ 1068143 w 4286641"/>
                  <a:gd name="connsiteY41" fmla="*/ 2390470 h 4876800"/>
                  <a:gd name="connsiteX42" fmla="*/ 1068143 w 4286641"/>
                  <a:gd name="connsiteY42" fmla="*/ 2528726 h 4876800"/>
                  <a:gd name="connsiteX43" fmla="*/ 1979895 w 4286641"/>
                  <a:gd name="connsiteY43" fmla="*/ 3588896 h 4876800"/>
                  <a:gd name="connsiteX44" fmla="*/ 2060296 w 4286641"/>
                  <a:gd name="connsiteY44" fmla="*/ 3625777 h 4876800"/>
                  <a:gd name="connsiteX45" fmla="*/ 2097148 w 4286641"/>
                  <a:gd name="connsiteY45" fmla="*/ 3619157 h 4876800"/>
                  <a:gd name="connsiteX46" fmla="*/ 2166290 w 4286641"/>
                  <a:gd name="connsiteY46" fmla="*/ 3519754 h 4876800"/>
                  <a:gd name="connsiteX47" fmla="*/ 2166290 w 4286641"/>
                  <a:gd name="connsiteY47" fmla="*/ 3175197 h 4876800"/>
                  <a:gd name="connsiteX48" fmla="*/ 2703452 w 4286641"/>
                  <a:gd name="connsiteY48" fmla="*/ 3175197 h 4876800"/>
                  <a:gd name="connsiteX49" fmla="*/ 2703452 w 4286641"/>
                  <a:gd name="connsiteY49" fmla="*/ 3837832 h 4876800"/>
                  <a:gd name="connsiteX50" fmla="*/ 2703443 w 4286641"/>
                  <a:gd name="connsiteY50" fmla="*/ 3837832 h 4876800"/>
                  <a:gd name="connsiteX51" fmla="*/ 4074614 w 4286641"/>
                  <a:gd name="connsiteY51" fmla="*/ 2963190 h 4876800"/>
                  <a:gd name="connsiteX52" fmla="*/ 2060286 w 4286641"/>
                  <a:gd name="connsiteY52" fmla="*/ 2963190 h 4876800"/>
                  <a:gd name="connsiteX53" fmla="*/ 1954273 w 4286641"/>
                  <a:gd name="connsiteY53" fmla="*/ 3069203 h 4876800"/>
                  <a:gd name="connsiteX54" fmla="*/ 1954273 w 4286641"/>
                  <a:gd name="connsiteY54" fmla="*/ 3233900 h 4876800"/>
                  <a:gd name="connsiteX55" fmla="*/ 1288371 w 4286641"/>
                  <a:gd name="connsiteY55" fmla="*/ 2459603 h 4876800"/>
                  <a:gd name="connsiteX56" fmla="*/ 1954273 w 4286641"/>
                  <a:gd name="connsiteY56" fmla="*/ 1685306 h 4876800"/>
                  <a:gd name="connsiteX57" fmla="*/ 1954273 w 4286641"/>
                  <a:gd name="connsiteY57" fmla="*/ 1850003 h 4876800"/>
                  <a:gd name="connsiteX58" fmla="*/ 2060286 w 4286641"/>
                  <a:gd name="connsiteY58" fmla="*/ 1956016 h 4876800"/>
                  <a:gd name="connsiteX59" fmla="*/ 4074614 w 4286641"/>
                  <a:gd name="connsiteY59" fmla="*/ 1956016 h 4876800"/>
                  <a:gd name="connsiteX60" fmla="*/ 4074614 w 4286641"/>
                  <a:gd name="connsiteY60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390470 h 4876800"/>
                  <a:gd name="connsiteX41" fmla="*/ 1068143 w 4286641"/>
                  <a:gd name="connsiteY41" fmla="*/ 2528726 h 4876800"/>
                  <a:gd name="connsiteX42" fmla="*/ 1979895 w 4286641"/>
                  <a:gd name="connsiteY42" fmla="*/ 3588896 h 4876800"/>
                  <a:gd name="connsiteX43" fmla="*/ 2060296 w 4286641"/>
                  <a:gd name="connsiteY43" fmla="*/ 3625777 h 4876800"/>
                  <a:gd name="connsiteX44" fmla="*/ 2097148 w 4286641"/>
                  <a:gd name="connsiteY44" fmla="*/ 3619157 h 4876800"/>
                  <a:gd name="connsiteX45" fmla="*/ 2166290 w 4286641"/>
                  <a:gd name="connsiteY45" fmla="*/ 3519754 h 4876800"/>
                  <a:gd name="connsiteX46" fmla="*/ 2166290 w 4286641"/>
                  <a:gd name="connsiteY46" fmla="*/ 3175197 h 4876800"/>
                  <a:gd name="connsiteX47" fmla="*/ 2703452 w 4286641"/>
                  <a:gd name="connsiteY47" fmla="*/ 3175197 h 4876800"/>
                  <a:gd name="connsiteX48" fmla="*/ 2703452 w 4286641"/>
                  <a:gd name="connsiteY48" fmla="*/ 3837832 h 4876800"/>
                  <a:gd name="connsiteX49" fmla="*/ 2703443 w 4286641"/>
                  <a:gd name="connsiteY49" fmla="*/ 3837832 h 4876800"/>
                  <a:gd name="connsiteX50" fmla="*/ 4074614 w 4286641"/>
                  <a:gd name="connsiteY50" fmla="*/ 2963190 h 4876800"/>
                  <a:gd name="connsiteX51" fmla="*/ 2060286 w 4286641"/>
                  <a:gd name="connsiteY51" fmla="*/ 2963190 h 4876800"/>
                  <a:gd name="connsiteX52" fmla="*/ 1954273 w 4286641"/>
                  <a:gd name="connsiteY52" fmla="*/ 3069203 h 4876800"/>
                  <a:gd name="connsiteX53" fmla="*/ 1954273 w 4286641"/>
                  <a:gd name="connsiteY53" fmla="*/ 3233900 h 4876800"/>
                  <a:gd name="connsiteX54" fmla="*/ 1288371 w 4286641"/>
                  <a:gd name="connsiteY54" fmla="*/ 2459603 h 4876800"/>
                  <a:gd name="connsiteX55" fmla="*/ 1954273 w 4286641"/>
                  <a:gd name="connsiteY55" fmla="*/ 1685306 h 4876800"/>
                  <a:gd name="connsiteX56" fmla="*/ 1954273 w 4286641"/>
                  <a:gd name="connsiteY56" fmla="*/ 1850003 h 4876800"/>
                  <a:gd name="connsiteX57" fmla="*/ 2060286 w 4286641"/>
                  <a:gd name="connsiteY57" fmla="*/ 1956016 h 4876800"/>
                  <a:gd name="connsiteX58" fmla="*/ 4074614 w 4286641"/>
                  <a:gd name="connsiteY58" fmla="*/ 1956016 h 4876800"/>
                  <a:gd name="connsiteX59" fmla="*/ 4074614 w 4286641"/>
                  <a:gd name="connsiteY59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288371 w 4286641"/>
                  <a:gd name="connsiteY53" fmla="*/ 2459603 h 4876800"/>
                  <a:gd name="connsiteX54" fmla="*/ 1954273 w 4286641"/>
                  <a:gd name="connsiteY54" fmla="*/ 1685306 h 4876800"/>
                  <a:gd name="connsiteX55" fmla="*/ 1954273 w 4286641"/>
                  <a:gd name="connsiteY55" fmla="*/ 1850003 h 4876800"/>
                  <a:gd name="connsiteX56" fmla="*/ 2060286 w 4286641"/>
                  <a:gd name="connsiteY56" fmla="*/ 1956016 h 4876800"/>
                  <a:gd name="connsiteX57" fmla="*/ 4074614 w 4286641"/>
                  <a:gd name="connsiteY57" fmla="*/ 1956016 h 4876800"/>
                  <a:gd name="connsiteX58" fmla="*/ 4074614 w 4286641"/>
                  <a:gd name="connsiteY58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954273 w 4286641"/>
                  <a:gd name="connsiteY53" fmla="*/ 1685306 h 4876800"/>
                  <a:gd name="connsiteX54" fmla="*/ 1954273 w 4286641"/>
                  <a:gd name="connsiteY54" fmla="*/ 1850003 h 4876800"/>
                  <a:gd name="connsiteX55" fmla="*/ 2060286 w 4286641"/>
                  <a:gd name="connsiteY55" fmla="*/ 1956016 h 4876800"/>
                  <a:gd name="connsiteX56" fmla="*/ 4074614 w 4286641"/>
                  <a:gd name="connsiteY56" fmla="*/ 1956016 h 4876800"/>
                  <a:gd name="connsiteX57" fmla="*/ 4074614 w 4286641"/>
                  <a:gd name="connsiteY57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954273 w 4286641"/>
                  <a:gd name="connsiteY53" fmla="*/ 1685306 h 4876800"/>
                  <a:gd name="connsiteX54" fmla="*/ 2060286 w 4286641"/>
                  <a:gd name="connsiteY54" fmla="*/ 1956016 h 4876800"/>
                  <a:gd name="connsiteX55" fmla="*/ 4074614 w 4286641"/>
                  <a:gd name="connsiteY55" fmla="*/ 1956016 h 4876800"/>
                  <a:gd name="connsiteX56" fmla="*/ 4074614 w 4286641"/>
                  <a:gd name="connsiteY56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069203 h 4876800"/>
                  <a:gd name="connsiteX52" fmla="*/ 1954273 w 4286641"/>
                  <a:gd name="connsiteY52" fmla="*/ 3233900 h 4876800"/>
                  <a:gd name="connsiteX53" fmla="*/ 1954273 w 4286641"/>
                  <a:gd name="connsiteY53" fmla="*/ 1685306 h 4876800"/>
                  <a:gd name="connsiteX54" fmla="*/ 4074614 w 4286641"/>
                  <a:gd name="connsiteY54" fmla="*/ 1956016 h 4876800"/>
                  <a:gd name="connsiteX55" fmla="*/ 4074614 w 4286641"/>
                  <a:gd name="connsiteY55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3233900 h 4876800"/>
                  <a:gd name="connsiteX52" fmla="*/ 1954273 w 4286641"/>
                  <a:gd name="connsiteY52" fmla="*/ 1685306 h 4876800"/>
                  <a:gd name="connsiteX53" fmla="*/ 4074614 w 4286641"/>
                  <a:gd name="connsiteY53" fmla="*/ 1956016 h 4876800"/>
                  <a:gd name="connsiteX54" fmla="*/ 4074614 w 4286641"/>
                  <a:gd name="connsiteY54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2060286 w 4286641"/>
                  <a:gd name="connsiteY50" fmla="*/ 2963190 h 4876800"/>
                  <a:gd name="connsiteX51" fmla="*/ 1954273 w 4286641"/>
                  <a:gd name="connsiteY51" fmla="*/ 1685306 h 4876800"/>
                  <a:gd name="connsiteX52" fmla="*/ 4074614 w 4286641"/>
                  <a:gd name="connsiteY52" fmla="*/ 1956016 h 4876800"/>
                  <a:gd name="connsiteX53" fmla="*/ 4074614 w 4286641"/>
                  <a:gd name="connsiteY53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068143 w 4286641"/>
                  <a:gd name="connsiteY40" fmla="*/ 2528726 h 4876800"/>
                  <a:gd name="connsiteX41" fmla="*/ 1979895 w 4286641"/>
                  <a:gd name="connsiteY41" fmla="*/ 3588896 h 4876800"/>
                  <a:gd name="connsiteX42" fmla="*/ 2060296 w 4286641"/>
                  <a:gd name="connsiteY42" fmla="*/ 3625777 h 4876800"/>
                  <a:gd name="connsiteX43" fmla="*/ 2097148 w 4286641"/>
                  <a:gd name="connsiteY43" fmla="*/ 3619157 h 4876800"/>
                  <a:gd name="connsiteX44" fmla="*/ 2166290 w 4286641"/>
                  <a:gd name="connsiteY44" fmla="*/ 3519754 h 4876800"/>
                  <a:gd name="connsiteX45" fmla="*/ 2166290 w 4286641"/>
                  <a:gd name="connsiteY45" fmla="*/ 3175197 h 4876800"/>
                  <a:gd name="connsiteX46" fmla="*/ 2703452 w 4286641"/>
                  <a:gd name="connsiteY46" fmla="*/ 3175197 h 4876800"/>
                  <a:gd name="connsiteX47" fmla="*/ 2703452 w 4286641"/>
                  <a:gd name="connsiteY47" fmla="*/ 3837832 h 4876800"/>
                  <a:gd name="connsiteX48" fmla="*/ 2703443 w 4286641"/>
                  <a:gd name="connsiteY48" fmla="*/ 3837832 h 4876800"/>
                  <a:gd name="connsiteX49" fmla="*/ 4074614 w 4286641"/>
                  <a:gd name="connsiteY49" fmla="*/ 2963190 h 4876800"/>
                  <a:gd name="connsiteX50" fmla="*/ 1954273 w 4286641"/>
                  <a:gd name="connsiteY50" fmla="*/ 1685306 h 4876800"/>
                  <a:gd name="connsiteX51" fmla="*/ 4074614 w 4286641"/>
                  <a:gd name="connsiteY51" fmla="*/ 1956016 h 4876800"/>
                  <a:gd name="connsiteX52" fmla="*/ 4074614 w 4286641"/>
                  <a:gd name="connsiteY52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979895 w 4286641"/>
                  <a:gd name="connsiteY40" fmla="*/ 3588896 h 4876800"/>
                  <a:gd name="connsiteX41" fmla="*/ 2060296 w 4286641"/>
                  <a:gd name="connsiteY41" fmla="*/ 3625777 h 4876800"/>
                  <a:gd name="connsiteX42" fmla="*/ 2097148 w 4286641"/>
                  <a:gd name="connsiteY42" fmla="*/ 3619157 h 4876800"/>
                  <a:gd name="connsiteX43" fmla="*/ 2166290 w 4286641"/>
                  <a:gd name="connsiteY43" fmla="*/ 3519754 h 4876800"/>
                  <a:gd name="connsiteX44" fmla="*/ 2166290 w 4286641"/>
                  <a:gd name="connsiteY44" fmla="*/ 3175197 h 4876800"/>
                  <a:gd name="connsiteX45" fmla="*/ 2703452 w 4286641"/>
                  <a:gd name="connsiteY45" fmla="*/ 3175197 h 4876800"/>
                  <a:gd name="connsiteX46" fmla="*/ 2703452 w 4286641"/>
                  <a:gd name="connsiteY46" fmla="*/ 3837832 h 4876800"/>
                  <a:gd name="connsiteX47" fmla="*/ 2703443 w 4286641"/>
                  <a:gd name="connsiteY47" fmla="*/ 3837832 h 4876800"/>
                  <a:gd name="connsiteX48" fmla="*/ 4074614 w 4286641"/>
                  <a:gd name="connsiteY48" fmla="*/ 2963190 h 4876800"/>
                  <a:gd name="connsiteX49" fmla="*/ 1954273 w 4286641"/>
                  <a:gd name="connsiteY49" fmla="*/ 1685306 h 4876800"/>
                  <a:gd name="connsiteX50" fmla="*/ 4074614 w 4286641"/>
                  <a:gd name="connsiteY50" fmla="*/ 1956016 h 4876800"/>
                  <a:gd name="connsiteX51" fmla="*/ 4074614 w 4286641"/>
                  <a:gd name="connsiteY51" fmla="*/ 2963190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979895 w 4286641"/>
                  <a:gd name="connsiteY40" fmla="*/ 3588896 h 4876800"/>
                  <a:gd name="connsiteX41" fmla="*/ 2060296 w 4286641"/>
                  <a:gd name="connsiteY41" fmla="*/ 3625777 h 4876800"/>
                  <a:gd name="connsiteX42" fmla="*/ 2097148 w 4286641"/>
                  <a:gd name="connsiteY42" fmla="*/ 3619157 h 4876800"/>
                  <a:gd name="connsiteX43" fmla="*/ 2166290 w 4286641"/>
                  <a:gd name="connsiteY43" fmla="*/ 3519754 h 4876800"/>
                  <a:gd name="connsiteX44" fmla="*/ 2166290 w 4286641"/>
                  <a:gd name="connsiteY44" fmla="*/ 3175197 h 4876800"/>
                  <a:gd name="connsiteX45" fmla="*/ 2703452 w 4286641"/>
                  <a:gd name="connsiteY45" fmla="*/ 3175197 h 4876800"/>
                  <a:gd name="connsiteX46" fmla="*/ 2703452 w 4286641"/>
                  <a:gd name="connsiteY46" fmla="*/ 3837832 h 4876800"/>
                  <a:gd name="connsiteX47" fmla="*/ 2703443 w 4286641"/>
                  <a:gd name="connsiteY47" fmla="*/ 3837832 h 4876800"/>
                  <a:gd name="connsiteX48" fmla="*/ 4074614 w 4286641"/>
                  <a:gd name="connsiteY48" fmla="*/ 1956016 h 4876800"/>
                  <a:gd name="connsiteX49" fmla="*/ 1954273 w 4286641"/>
                  <a:gd name="connsiteY49" fmla="*/ 1685306 h 4876800"/>
                  <a:gd name="connsiteX50" fmla="*/ 4074614 w 4286641"/>
                  <a:gd name="connsiteY50" fmla="*/ 1956016 h 4876800"/>
                  <a:gd name="connsiteX0" fmla="*/ 4180628 w 4286641"/>
                  <a:gd name="connsiteY0" fmla="*/ 1743989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4180628 w 4286641"/>
                  <a:gd name="connsiteY14" fmla="*/ 1743989 h 4876800"/>
                  <a:gd name="connsiteX15" fmla="*/ 361350 w 4286641"/>
                  <a:gd name="connsiteY15" fmla="*/ 212036 h 4876800"/>
                  <a:gd name="connsiteX16" fmla="*/ 2554138 w 4286641"/>
                  <a:gd name="connsiteY16" fmla="*/ 212036 h 4876800"/>
                  <a:gd name="connsiteX17" fmla="*/ 2703452 w 4286641"/>
                  <a:gd name="connsiteY17" fmla="*/ 361340 h 4876800"/>
                  <a:gd name="connsiteX18" fmla="*/ 2703452 w 4286641"/>
                  <a:gd name="connsiteY18" fmla="*/ 869347 h 4876800"/>
                  <a:gd name="connsiteX19" fmla="*/ 212046 w 4286641"/>
                  <a:gd name="connsiteY19" fmla="*/ 869347 h 4876800"/>
                  <a:gd name="connsiteX20" fmla="*/ 212046 w 4286641"/>
                  <a:gd name="connsiteY20" fmla="*/ 361340 h 4876800"/>
                  <a:gd name="connsiteX21" fmla="*/ 361350 w 4286641"/>
                  <a:gd name="connsiteY21" fmla="*/ 212036 h 4876800"/>
                  <a:gd name="connsiteX22" fmla="*/ 2554138 w 4286641"/>
                  <a:gd name="connsiteY22" fmla="*/ 4664764 h 4876800"/>
                  <a:gd name="connsiteX23" fmla="*/ 361350 w 4286641"/>
                  <a:gd name="connsiteY23" fmla="*/ 4664764 h 4876800"/>
                  <a:gd name="connsiteX24" fmla="*/ 212046 w 4286641"/>
                  <a:gd name="connsiteY24" fmla="*/ 4515460 h 4876800"/>
                  <a:gd name="connsiteX25" fmla="*/ 212046 w 4286641"/>
                  <a:gd name="connsiteY25" fmla="*/ 4049859 h 4876800"/>
                  <a:gd name="connsiteX26" fmla="*/ 2703452 w 4286641"/>
                  <a:gd name="connsiteY26" fmla="*/ 4049859 h 4876800"/>
                  <a:gd name="connsiteX27" fmla="*/ 2703452 w 4286641"/>
                  <a:gd name="connsiteY27" fmla="*/ 4515460 h 4876800"/>
                  <a:gd name="connsiteX28" fmla="*/ 2554138 w 4286641"/>
                  <a:gd name="connsiteY28" fmla="*/ 4664764 h 4876800"/>
                  <a:gd name="connsiteX29" fmla="*/ 2703443 w 4286641"/>
                  <a:gd name="connsiteY29" fmla="*/ 3837832 h 4876800"/>
                  <a:gd name="connsiteX30" fmla="*/ 212036 w 4286641"/>
                  <a:gd name="connsiteY30" fmla="*/ 3837832 h 4876800"/>
                  <a:gd name="connsiteX31" fmla="*/ 212036 w 4286641"/>
                  <a:gd name="connsiteY31" fmla="*/ 1081373 h 4876800"/>
                  <a:gd name="connsiteX32" fmla="*/ 524789 w 4286641"/>
                  <a:gd name="connsiteY32" fmla="*/ 1081373 h 4876800"/>
                  <a:gd name="connsiteX33" fmla="*/ 736816 w 4286641"/>
                  <a:gd name="connsiteY33" fmla="*/ 1081373 h 4876800"/>
                  <a:gd name="connsiteX34" fmla="*/ 2703443 w 4286641"/>
                  <a:gd name="connsiteY34" fmla="*/ 1081373 h 4876800"/>
                  <a:gd name="connsiteX35" fmla="*/ 2703443 w 4286641"/>
                  <a:gd name="connsiteY35" fmla="*/ 1743980 h 4876800"/>
                  <a:gd name="connsiteX36" fmla="*/ 2166280 w 4286641"/>
                  <a:gd name="connsiteY36" fmla="*/ 1743980 h 4876800"/>
                  <a:gd name="connsiteX37" fmla="*/ 2166280 w 4286641"/>
                  <a:gd name="connsiteY37" fmla="*/ 1399423 h 4876800"/>
                  <a:gd name="connsiteX38" fmla="*/ 2097138 w 4286641"/>
                  <a:gd name="connsiteY38" fmla="*/ 1300020 h 4876800"/>
                  <a:gd name="connsiteX39" fmla="*/ 1979886 w 4286641"/>
                  <a:gd name="connsiteY39" fmla="*/ 1330290 h 4876800"/>
                  <a:gd name="connsiteX40" fmla="*/ 1979895 w 4286641"/>
                  <a:gd name="connsiteY40" fmla="*/ 3588896 h 4876800"/>
                  <a:gd name="connsiteX41" fmla="*/ 2060296 w 4286641"/>
                  <a:gd name="connsiteY41" fmla="*/ 3625777 h 4876800"/>
                  <a:gd name="connsiteX42" fmla="*/ 2097148 w 4286641"/>
                  <a:gd name="connsiteY42" fmla="*/ 3619157 h 4876800"/>
                  <a:gd name="connsiteX43" fmla="*/ 2166290 w 4286641"/>
                  <a:gd name="connsiteY43" fmla="*/ 3519754 h 4876800"/>
                  <a:gd name="connsiteX44" fmla="*/ 2166290 w 4286641"/>
                  <a:gd name="connsiteY44" fmla="*/ 3175197 h 4876800"/>
                  <a:gd name="connsiteX45" fmla="*/ 2703452 w 4286641"/>
                  <a:gd name="connsiteY45" fmla="*/ 3175197 h 4876800"/>
                  <a:gd name="connsiteX46" fmla="*/ 2703452 w 4286641"/>
                  <a:gd name="connsiteY46" fmla="*/ 3837832 h 4876800"/>
                  <a:gd name="connsiteX47" fmla="*/ 2703443 w 4286641"/>
                  <a:gd name="connsiteY47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097148 w 4286641"/>
                  <a:gd name="connsiteY41" fmla="*/ 3619157 h 4876800"/>
                  <a:gd name="connsiteX42" fmla="*/ 2166290 w 4286641"/>
                  <a:gd name="connsiteY42" fmla="*/ 3519754 h 4876800"/>
                  <a:gd name="connsiteX43" fmla="*/ 2166290 w 4286641"/>
                  <a:gd name="connsiteY43" fmla="*/ 3175197 h 4876800"/>
                  <a:gd name="connsiteX44" fmla="*/ 2703452 w 4286641"/>
                  <a:gd name="connsiteY44" fmla="*/ 3175197 h 4876800"/>
                  <a:gd name="connsiteX45" fmla="*/ 2703452 w 4286641"/>
                  <a:gd name="connsiteY45" fmla="*/ 3837832 h 4876800"/>
                  <a:gd name="connsiteX46" fmla="*/ 2703443 w 4286641"/>
                  <a:gd name="connsiteY46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097148 w 4286641"/>
                  <a:gd name="connsiteY41" fmla="*/ 3619157 h 4876800"/>
                  <a:gd name="connsiteX42" fmla="*/ 2166290 w 4286641"/>
                  <a:gd name="connsiteY42" fmla="*/ 3519754 h 4876800"/>
                  <a:gd name="connsiteX43" fmla="*/ 2703452 w 4286641"/>
                  <a:gd name="connsiteY43" fmla="*/ 3175197 h 4876800"/>
                  <a:gd name="connsiteX44" fmla="*/ 2703452 w 4286641"/>
                  <a:gd name="connsiteY44" fmla="*/ 3837832 h 4876800"/>
                  <a:gd name="connsiteX45" fmla="*/ 2703443 w 4286641"/>
                  <a:gd name="connsiteY45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097148 w 4286641"/>
                  <a:gd name="connsiteY41" fmla="*/ 3619157 h 4876800"/>
                  <a:gd name="connsiteX42" fmla="*/ 2703452 w 4286641"/>
                  <a:gd name="connsiteY42" fmla="*/ 3175197 h 4876800"/>
                  <a:gd name="connsiteX43" fmla="*/ 2703452 w 4286641"/>
                  <a:gd name="connsiteY43" fmla="*/ 3837832 h 4876800"/>
                  <a:gd name="connsiteX44" fmla="*/ 2703443 w 4286641"/>
                  <a:gd name="connsiteY44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060296 w 4286641"/>
                  <a:gd name="connsiteY40" fmla="*/ 3625777 h 4876800"/>
                  <a:gd name="connsiteX41" fmla="*/ 2703452 w 4286641"/>
                  <a:gd name="connsiteY41" fmla="*/ 3175197 h 4876800"/>
                  <a:gd name="connsiteX42" fmla="*/ 2703452 w 4286641"/>
                  <a:gd name="connsiteY42" fmla="*/ 3837832 h 4876800"/>
                  <a:gd name="connsiteX43" fmla="*/ 2703443 w 4286641"/>
                  <a:gd name="connsiteY43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1979895 w 4286641"/>
                  <a:gd name="connsiteY39" fmla="*/ 3588896 h 4876800"/>
                  <a:gd name="connsiteX40" fmla="*/ 2703452 w 4286641"/>
                  <a:gd name="connsiteY40" fmla="*/ 3175197 h 4876800"/>
                  <a:gd name="connsiteX41" fmla="*/ 2703452 w 4286641"/>
                  <a:gd name="connsiteY41" fmla="*/ 3837832 h 4876800"/>
                  <a:gd name="connsiteX42" fmla="*/ 2703443 w 4286641"/>
                  <a:gd name="connsiteY42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743980 h 4876800"/>
                  <a:gd name="connsiteX36" fmla="*/ 2166280 w 4286641"/>
                  <a:gd name="connsiteY36" fmla="*/ 1399423 h 4876800"/>
                  <a:gd name="connsiteX37" fmla="*/ 2097138 w 4286641"/>
                  <a:gd name="connsiteY37" fmla="*/ 1300020 h 4876800"/>
                  <a:gd name="connsiteX38" fmla="*/ 1979886 w 4286641"/>
                  <a:gd name="connsiteY38" fmla="*/ 1330290 h 4876800"/>
                  <a:gd name="connsiteX39" fmla="*/ 2703452 w 4286641"/>
                  <a:gd name="connsiteY39" fmla="*/ 3175197 h 4876800"/>
                  <a:gd name="connsiteX40" fmla="*/ 2703452 w 4286641"/>
                  <a:gd name="connsiteY40" fmla="*/ 3837832 h 4876800"/>
                  <a:gd name="connsiteX41" fmla="*/ 2703443 w 4286641"/>
                  <a:gd name="connsiteY41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399423 h 4876800"/>
                  <a:gd name="connsiteX36" fmla="*/ 2097138 w 4286641"/>
                  <a:gd name="connsiteY36" fmla="*/ 1300020 h 4876800"/>
                  <a:gd name="connsiteX37" fmla="*/ 1979886 w 4286641"/>
                  <a:gd name="connsiteY37" fmla="*/ 1330290 h 4876800"/>
                  <a:gd name="connsiteX38" fmla="*/ 2703452 w 4286641"/>
                  <a:gd name="connsiteY38" fmla="*/ 3175197 h 4876800"/>
                  <a:gd name="connsiteX39" fmla="*/ 2703452 w 4286641"/>
                  <a:gd name="connsiteY39" fmla="*/ 3837832 h 4876800"/>
                  <a:gd name="connsiteX40" fmla="*/ 2703443 w 4286641"/>
                  <a:gd name="connsiteY40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399423 h 4876800"/>
                  <a:gd name="connsiteX36" fmla="*/ 1979886 w 4286641"/>
                  <a:gd name="connsiteY36" fmla="*/ 1330290 h 4876800"/>
                  <a:gd name="connsiteX37" fmla="*/ 2703452 w 4286641"/>
                  <a:gd name="connsiteY37" fmla="*/ 3175197 h 4876800"/>
                  <a:gd name="connsiteX38" fmla="*/ 2703452 w 4286641"/>
                  <a:gd name="connsiteY38" fmla="*/ 3837832 h 4876800"/>
                  <a:gd name="connsiteX39" fmla="*/ 2703443 w 4286641"/>
                  <a:gd name="connsiteY39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166280 w 4286641"/>
                  <a:gd name="connsiteY35" fmla="*/ 1399423 h 4876800"/>
                  <a:gd name="connsiteX36" fmla="*/ 2703452 w 4286641"/>
                  <a:gd name="connsiteY36" fmla="*/ 3175197 h 4876800"/>
                  <a:gd name="connsiteX37" fmla="*/ 2703452 w 4286641"/>
                  <a:gd name="connsiteY37" fmla="*/ 3837832 h 4876800"/>
                  <a:gd name="connsiteX38" fmla="*/ 2703443 w 4286641"/>
                  <a:gd name="connsiteY38" fmla="*/ 3837832 h 4876800"/>
                  <a:gd name="connsiteX0" fmla="*/ 4286641 w 4286641"/>
                  <a:gd name="connsiteY0" fmla="*/ 18500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4286641 w 4286641"/>
                  <a:gd name="connsiteY13" fmla="*/ 1850012 h 4876800"/>
                  <a:gd name="connsiteX14" fmla="*/ 361350 w 4286641"/>
                  <a:gd name="connsiteY14" fmla="*/ 212036 h 4876800"/>
                  <a:gd name="connsiteX15" fmla="*/ 2554138 w 4286641"/>
                  <a:gd name="connsiteY15" fmla="*/ 212036 h 4876800"/>
                  <a:gd name="connsiteX16" fmla="*/ 2703452 w 4286641"/>
                  <a:gd name="connsiteY16" fmla="*/ 361340 h 4876800"/>
                  <a:gd name="connsiteX17" fmla="*/ 2703452 w 4286641"/>
                  <a:gd name="connsiteY17" fmla="*/ 869347 h 4876800"/>
                  <a:gd name="connsiteX18" fmla="*/ 212046 w 4286641"/>
                  <a:gd name="connsiteY18" fmla="*/ 869347 h 4876800"/>
                  <a:gd name="connsiteX19" fmla="*/ 212046 w 4286641"/>
                  <a:gd name="connsiteY19" fmla="*/ 361340 h 4876800"/>
                  <a:gd name="connsiteX20" fmla="*/ 361350 w 4286641"/>
                  <a:gd name="connsiteY20" fmla="*/ 212036 h 4876800"/>
                  <a:gd name="connsiteX21" fmla="*/ 2554138 w 4286641"/>
                  <a:gd name="connsiteY21" fmla="*/ 4664764 h 4876800"/>
                  <a:gd name="connsiteX22" fmla="*/ 361350 w 4286641"/>
                  <a:gd name="connsiteY22" fmla="*/ 4664764 h 4876800"/>
                  <a:gd name="connsiteX23" fmla="*/ 212046 w 4286641"/>
                  <a:gd name="connsiteY23" fmla="*/ 4515460 h 4876800"/>
                  <a:gd name="connsiteX24" fmla="*/ 212046 w 4286641"/>
                  <a:gd name="connsiteY24" fmla="*/ 4049859 h 4876800"/>
                  <a:gd name="connsiteX25" fmla="*/ 2703452 w 4286641"/>
                  <a:gd name="connsiteY25" fmla="*/ 4049859 h 4876800"/>
                  <a:gd name="connsiteX26" fmla="*/ 2703452 w 4286641"/>
                  <a:gd name="connsiteY26" fmla="*/ 4515460 h 4876800"/>
                  <a:gd name="connsiteX27" fmla="*/ 2554138 w 4286641"/>
                  <a:gd name="connsiteY27" fmla="*/ 4664764 h 4876800"/>
                  <a:gd name="connsiteX28" fmla="*/ 2703443 w 4286641"/>
                  <a:gd name="connsiteY28" fmla="*/ 3837832 h 4876800"/>
                  <a:gd name="connsiteX29" fmla="*/ 212036 w 4286641"/>
                  <a:gd name="connsiteY29" fmla="*/ 3837832 h 4876800"/>
                  <a:gd name="connsiteX30" fmla="*/ 212036 w 4286641"/>
                  <a:gd name="connsiteY30" fmla="*/ 1081373 h 4876800"/>
                  <a:gd name="connsiteX31" fmla="*/ 524789 w 4286641"/>
                  <a:gd name="connsiteY31" fmla="*/ 1081373 h 4876800"/>
                  <a:gd name="connsiteX32" fmla="*/ 736816 w 4286641"/>
                  <a:gd name="connsiteY32" fmla="*/ 1081373 h 4876800"/>
                  <a:gd name="connsiteX33" fmla="*/ 2703443 w 4286641"/>
                  <a:gd name="connsiteY33" fmla="*/ 1081373 h 4876800"/>
                  <a:gd name="connsiteX34" fmla="*/ 2703443 w 4286641"/>
                  <a:gd name="connsiteY34" fmla="*/ 1743980 h 4876800"/>
                  <a:gd name="connsiteX35" fmla="*/ 2703452 w 4286641"/>
                  <a:gd name="connsiteY35" fmla="*/ 3175197 h 4876800"/>
                  <a:gd name="connsiteX36" fmla="*/ 2703452 w 4286641"/>
                  <a:gd name="connsiteY36" fmla="*/ 3837832 h 4876800"/>
                  <a:gd name="connsiteX37" fmla="*/ 2703443 w 4286641"/>
                  <a:gd name="connsiteY37" fmla="*/ 3837832 h 4876800"/>
                  <a:gd name="connsiteX0" fmla="*/ 4286641 w 4286641"/>
                  <a:gd name="connsiteY0" fmla="*/ 30692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180628 w 4286641"/>
                  <a:gd name="connsiteY11" fmla="*/ 3175225 h 4876800"/>
                  <a:gd name="connsiteX12" fmla="*/ 4286641 w 4286641"/>
                  <a:gd name="connsiteY12" fmla="*/ 3069212 h 4876800"/>
                  <a:gd name="connsiteX13" fmla="*/ 361350 w 4286641"/>
                  <a:gd name="connsiteY13" fmla="*/ 212036 h 4876800"/>
                  <a:gd name="connsiteX14" fmla="*/ 2554138 w 4286641"/>
                  <a:gd name="connsiteY14" fmla="*/ 212036 h 4876800"/>
                  <a:gd name="connsiteX15" fmla="*/ 2703452 w 4286641"/>
                  <a:gd name="connsiteY15" fmla="*/ 361340 h 4876800"/>
                  <a:gd name="connsiteX16" fmla="*/ 2703452 w 4286641"/>
                  <a:gd name="connsiteY16" fmla="*/ 869347 h 4876800"/>
                  <a:gd name="connsiteX17" fmla="*/ 212046 w 4286641"/>
                  <a:gd name="connsiteY17" fmla="*/ 869347 h 4876800"/>
                  <a:gd name="connsiteX18" fmla="*/ 212046 w 4286641"/>
                  <a:gd name="connsiteY18" fmla="*/ 361340 h 4876800"/>
                  <a:gd name="connsiteX19" fmla="*/ 361350 w 4286641"/>
                  <a:gd name="connsiteY19" fmla="*/ 212036 h 4876800"/>
                  <a:gd name="connsiteX20" fmla="*/ 2554138 w 4286641"/>
                  <a:gd name="connsiteY20" fmla="*/ 4664764 h 4876800"/>
                  <a:gd name="connsiteX21" fmla="*/ 361350 w 4286641"/>
                  <a:gd name="connsiteY21" fmla="*/ 4664764 h 4876800"/>
                  <a:gd name="connsiteX22" fmla="*/ 212046 w 4286641"/>
                  <a:gd name="connsiteY22" fmla="*/ 4515460 h 4876800"/>
                  <a:gd name="connsiteX23" fmla="*/ 212046 w 4286641"/>
                  <a:gd name="connsiteY23" fmla="*/ 4049859 h 4876800"/>
                  <a:gd name="connsiteX24" fmla="*/ 2703452 w 4286641"/>
                  <a:gd name="connsiteY24" fmla="*/ 4049859 h 4876800"/>
                  <a:gd name="connsiteX25" fmla="*/ 2703452 w 4286641"/>
                  <a:gd name="connsiteY25" fmla="*/ 4515460 h 4876800"/>
                  <a:gd name="connsiteX26" fmla="*/ 2554138 w 4286641"/>
                  <a:gd name="connsiteY26" fmla="*/ 4664764 h 4876800"/>
                  <a:gd name="connsiteX27" fmla="*/ 2703443 w 4286641"/>
                  <a:gd name="connsiteY27" fmla="*/ 3837832 h 4876800"/>
                  <a:gd name="connsiteX28" fmla="*/ 212036 w 4286641"/>
                  <a:gd name="connsiteY28" fmla="*/ 3837832 h 4876800"/>
                  <a:gd name="connsiteX29" fmla="*/ 212036 w 4286641"/>
                  <a:gd name="connsiteY29" fmla="*/ 1081373 h 4876800"/>
                  <a:gd name="connsiteX30" fmla="*/ 524789 w 4286641"/>
                  <a:gd name="connsiteY30" fmla="*/ 1081373 h 4876800"/>
                  <a:gd name="connsiteX31" fmla="*/ 736816 w 4286641"/>
                  <a:gd name="connsiteY31" fmla="*/ 1081373 h 4876800"/>
                  <a:gd name="connsiteX32" fmla="*/ 2703443 w 4286641"/>
                  <a:gd name="connsiteY32" fmla="*/ 1081373 h 4876800"/>
                  <a:gd name="connsiteX33" fmla="*/ 2703443 w 4286641"/>
                  <a:gd name="connsiteY33" fmla="*/ 1743980 h 4876800"/>
                  <a:gd name="connsiteX34" fmla="*/ 2703452 w 4286641"/>
                  <a:gd name="connsiteY34" fmla="*/ 3175197 h 4876800"/>
                  <a:gd name="connsiteX35" fmla="*/ 2703452 w 4286641"/>
                  <a:gd name="connsiteY35" fmla="*/ 3837832 h 4876800"/>
                  <a:gd name="connsiteX36" fmla="*/ 2703443 w 4286641"/>
                  <a:gd name="connsiteY36" fmla="*/ 3837832 h 4876800"/>
                  <a:gd name="connsiteX0" fmla="*/ 4286641 w 4286641"/>
                  <a:gd name="connsiteY0" fmla="*/ 3069212 h 4876800"/>
                  <a:gd name="connsiteX1" fmla="*/ 2915479 w 4286641"/>
                  <a:gd name="connsiteY1" fmla="*/ 1743989 h 4876800"/>
                  <a:gd name="connsiteX2" fmla="*/ 2915479 w 4286641"/>
                  <a:gd name="connsiteY2" fmla="*/ 361340 h 4876800"/>
                  <a:gd name="connsiteX3" fmla="*/ 2554138 w 4286641"/>
                  <a:gd name="connsiteY3" fmla="*/ 0 h 4876800"/>
                  <a:gd name="connsiteX4" fmla="*/ 361350 w 4286641"/>
                  <a:gd name="connsiteY4" fmla="*/ 0 h 4876800"/>
                  <a:gd name="connsiteX5" fmla="*/ 0 w 4286641"/>
                  <a:gd name="connsiteY5" fmla="*/ 361340 h 4876800"/>
                  <a:gd name="connsiteX6" fmla="*/ 0 w 4286641"/>
                  <a:gd name="connsiteY6" fmla="*/ 4515460 h 4876800"/>
                  <a:gd name="connsiteX7" fmla="*/ 361340 w 4286641"/>
                  <a:gd name="connsiteY7" fmla="*/ 4876800 h 4876800"/>
                  <a:gd name="connsiteX8" fmla="*/ 2554138 w 4286641"/>
                  <a:gd name="connsiteY8" fmla="*/ 4876800 h 4876800"/>
                  <a:gd name="connsiteX9" fmla="*/ 2915488 w 4286641"/>
                  <a:gd name="connsiteY9" fmla="*/ 4515460 h 4876800"/>
                  <a:gd name="connsiteX10" fmla="*/ 2915488 w 4286641"/>
                  <a:gd name="connsiteY10" fmla="*/ 3175225 h 4876800"/>
                  <a:gd name="connsiteX11" fmla="*/ 4286641 w 4286641"/>
                  <a:gd name="connsiteY11" fmla="*/ 3069212 h 4876800"/>
                  <a:gd name="connsiteX12" fmla="*/ 361350 w 4286641"/>
                  <a:gd name="connsiteY12" fmla="*/ 212036 h 4876800"/>
                  <a:gd name="connsiteX13" fmla="*/ 2554138 w 4286641"/>
                  <a:gd name="connsiteY13" fmla="*/ 212036 h 4876800"/>
                  <a:gd name="connsiteX14" fmla="*/ 2703452 w 4286641"/>
                  <a:gd name="connsiteY14" fmla="*/ 361340 h 4876800"/>
                  <a:gd name="connsiteX15" fmla="*/ 2703452 w 4286641"/>
                  <a:gd name="connsiteY15" fmla="*/ 869347 h 4876800"/>
                  <a:gd name="connsiteX16" fmla="*/ 212046 w 4286641"/>
                  <a:gd name="connsiteY16" fmla="*/ 869347 h 4876800"/>
                  <a:gd name="connsiteX17" fmla="*/ 212046 w 4286641"/>
                  <a:gd name="connsiteY17" fmla="*/ 361340 h 4876800"/>
                  <a:gd name="connsiteX18" fmla="*/ 361350 w 4286641"/>
                  <a:gd name="connsiteY18" fmla="*/ 212036 h 4876800"/>
                  <a:gd name="connsiteX19" fmla="*/ 2554138 w 4286641"/>
                  <a:gd name="connsiteY19" fmla="*/ 4664764 h 4876800"/>
                  <a:gd name="connsiteX20" fmla="*/ 361350 w 4286641"/>
                  <a:gd name="connsiteY20" fmla="*/ 4664764 h 4876800"/>
                  <a:gd name="connsiteX21" fmla="*/ 212046 w 4286641"/>
                  <a:gd name="connsiteY21" fmla="*/ 4515460 h 4876800"/>
                  <a:gd name="connsiteX22" fmla="*/ 212046 w 4286641"/>
                  <a:gd name="connsiteY22" fmla="*/ 4049859 h 4876800"/>
                  <a:gd name="connsiteX23" fmla="*/ 2703452 w 4286641"/>
                  <a:gd name="connsiteY23" fmla="*/ 4049859 h 4876800"/>
                  <a:gd name="connsiteX24" fmla="*/ 2703452 w 4286641"/>
                  <a:gd name="connsiteY24" fmla="*/ 4515460 h 4876800"/>
                  <a:gd name="connsiteX25" fmla="*/ 2554138 w 4286641"/>
                  <a:gd name="connsiteY25" fmla="*/ 4664764 h 4876800"/>
                  <a:gd name="connsiteX26" fmla="*/ 2703443 w 4286641"/>
                  <a:gd name="connsiteY26" fmla="*/ 3837832 h 4876800"/>
                  <a:gd name="connsiteX27" fmla="*/ 212036 w 4286641"/>
                  <a:gd name="connsiteY27" fmla="*/ 3837832 h 4876800"/>
                  <a:gd name="connsiteX28" fmla="*/ 212036 w 4286641"/>
                  <a:gd name="connsiteY28" fmla="*/ 1081373 h 4876800"/>
                  <a:gd name="connsiteX29" fmla="*/ 524789 w 4286641"/>
                  <a:gd name="connsiteY29" fmla="*/ 1081373 h 4876800"/>
                  <a:gd name="connsiteX30" fmla="*/ 736816 w 4286641"/>
                  <a:gd name="connsiteY30" fmla="*/ 1081373 h 4876800"/>
                  <a:gd name="connsiteX31" fmla="*/ 2703443 w 4286641"/>
                  <a:gd name="connsiteY31" fmla="*/ 1081373 h 4876800"/>
                  <a:gd name="connsiteX32" fmla="*/ 2703443 w 4286641"/>
                  <a:gd name="connsiteY32" fmla="*/ 1743980 h 4876800"/>
                  <a:gd name="connsiteX33" fmla="*/ 2703452 w 4286641"/>
                  <a:gd name="connsiteY33" fmla="*/ 3175197 h 4876800"/>
                  <a:gd name="connsiteX34" fmla="*/ 2703452 w 4286641"/>
                  <a:gd name="connsiteY34" fmla="*/ 3837832 h 4876800"/>
                  <a:gd name="connsiteX35" fmla="*/ 2703443 w 4286641"/>
                  <a:gd name="connsiteY35" fmla="*/ 3837832 h 4876800"/>
                  <a:gd name="connsiteX0" fmla="*/ 2915488 w 2915488"/>
                  <a:gd name="connsiteY0" fmla="*/ 3175225 h 4876800"/>
                  <a:gd name="connsiteX1" fmla="*/ 2915479 w 2915488"/>
                  <a:gd name="connsiteY1" fmla="*/ 1743989 h 4876800"/>
                  <a:gd name="connsiteX2" fmla="*/ 2915479 w 2915488"/>
                  <a:gd name="connsiteY2" fmla="*/ 361340 h 4876800"/>
                  <a:gd name="connsiteX3" fmla="*/ 2554138 w 2915488"/>
                  <a:gd name="connsiteY3" fmla="*/ 0 h 4876800"/>
                  <a:gd name="connsiteX4" fmla="*/ 361350 w 2915488"/>
                  <a:gd name="connsiteY4" fmla="*/ 0 h 4876800"/>
                  <a:gd name="connsiteX5" fmla="*/ 0 w 2915488"/>
                  <a:gd name="connsiteY5" fmla="*/ 361340 h 4876800"/>
                  <a:gd name="connsiteX6" fmla="*/ 0 w 2915488"/>
                  <a:gd name="connsiteY6" fmla="*/ 4515460 h 4876800"/>
                  <a:gd name="connsiteX7" fmla="*/ 361340 w 2915488"/>
                  <a:gd name="connsiteY7" fmla="*/ 4876800 h 4876800"/>
                  <a:gd name="connsiteX8" fmla="*/ 2554138 w 2915488"/>
                  <a:gd name="connsiteY8" fmla="*/ 4876800 h 4876800"/>
                  <a:gd name="connsiteX9" fmla="*/ 2915488 w 2915488"/>
                  <a:gd name="connsiteY9" fmla="*/ 4515460 h 4876800"/>
                  <a:gd name="connsiteX10" fmla="*/ 2915488 w 2915488"/>
                  <a:gd name="connsiteY10" fmla="*/ 3175225 h 4876800"/>
                  <a:gd name="connsiteX11" fmla="*/ 361350 w 2915488"/>
                  <a:gd name="connsiteY11" fmla="*/ 212036 h 4876800"/>
                  <a:gd name="connsiteX12" fmla="*/ 2554138 w 2915488"/>
                  <a:gd name="connsiteY12" fmla="*/ 212036 h 4876800"/>
                  <a:gd name="connsiteX13" fmla="*/ 2703452 w 2915488"/>
                  <a:gd name="connsiteY13" fmla="*/ 361340 h 4876800"/>
                  <a:gd name="connsiteX14" fmla="*/ 2703452 w 2915488"/>
                  <a:gd name="connsiteY14" fmla="*/ 869347 h 4876800"/>
                  <a:gd name="connsiteX15" fmla="*/ 212046 w 2915488"/>
                  <a:gd name="connsiteY15" fmla="*/ 869347 h 4876800"/>
                  <a:gd name="connsiteX16" fmla="*/ 212046 w 2915488"/>
                  <a:gd name="connsiteY16" fmla="*/ 361340 h 4876800"/>
                  <a:gd name="connsiteX17" fmla="*/ 361350 w 2915488"/>
                  <a:gd name="connsiteY17" fmla="*/ 212036 h 4876800"/>
                  <a:gd name="connsiteX18" fmla="*/ 2554138 w 2915488"/>
                  <a:gd name="connsiteY18" fmla="*/ 4664764 h 4876800"/>
                  <a:gd name="connsiteX19" fmla="*/ 361350 w 2915488"/>
                  <a:gd name="connsiteY19" fmla="*/ 4664764 h 4876800"/>
                  <a:gd name="connsiteX20" fmla="*/ 212046 w 2915488"/>
                  <a:gd name="connsiteY20" fmla="*/ 4515460 h 4876800"/>
                  <a:gd name="connsiteX21" fmla="*/ 212046 w 2915488"/>
                  <a:gd name="connsiteY21" fmla="*/ 4049859 h 4876800"/>
                  <a:gd name="connsiteX22" fmla="*/ 2703452 w 2915488"/>
                  <a:gd name="connsiteY22" fmla="*/ 4049859 h 4876800"/>
                  <a:gd name="connsiteX23" fmla="*/ 2703452 w 2915488"/>
                  <a:gd name="connsiteY23" fmla="*/ 4515460 h 4876800"/>
                  <a:gd name="connsiteX24" fmla="*/ 2554138 w 2915488"/>
                  <a:gd name="connsiteY24" fmla="*/ 4664764 h 4876800"/>
                  <a:gd name="connsiteX25" fmla="*/ 2703443 w 2915488"/>
                  <a:gd name="connsiteY25" fmla="*/ 3837832 h 4876800"/>
                  <a:gd name="connsiteX26" fmla="*/ 212036 w 2915488"/>
                  <a:gd name="connsiteY26" fmla="*/ 3837832 h 4876800"/>
                  <a:gd name="connsiteX27" fmla="*/ 212036 w 2915488"/>
                  <a:gd name="connsiteY27" fmla="*/ 1081373 h 4876800"/>
                  <a:gd name="connsiteX28" fmla="*/ 524789 w 2915488"/>
                  <a:gd name="connsiteY28" fmla="*/ 1081373 h 4876800"/>
                  <a:gd name="connsiteX29" fmla="*/ 736816 w 2915488"/>
                  <a:gd name="connsiteY29" fmla="*/ 1081373 h 4876800"/>
                  <a:gd name="connsiteX30" fmla="*/ 2703443 w 2915488"/>
                  <a:gd name="connsiteY30" fmla="*/ 1081373 h 4876800"/>
                  <a:gd name="connsiteX31" fmla="*/ 2703443 w 2915488"/>
                  <a:gd name="connsiteY31" fmla="*/ 1743980 h 4876800"/>
                  <a:gd name="connsiteX32" fmla="*/ 2703452 w 2915488"/>
                  <a:gd name="connsiteY32" fmla="*/ 3175197 h 4876800"/>
                  <a:gd name="connsiteX33" fmla="*/ 2703452 w 2915488"/>
                  <a:gd name="connsiteY33" fmla="*/ 3837832 h 4876800"/>
                  <a:gd name="connsiteX34" fmla="*/ 2703443 w 2915488"/>
                  <a:gd name="connsiteY34" fmla="*/ 383783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915488" h="4876800">
                    <a:moveTo>
                      <a:pt x="2915488" y="3175225"/>
                    </a:moveTo>
                    <a:cubicBezTo>
                      <a:pt x="2915485" y="2698146"/>
                      <a:pt x="2915482" y="2221068"/>
                      <a:pt x="2915479" y="1743989"/>
                    </a:cubicBezTo>
                    <a:lnTo>
                      <a:pt x="2915479" y="361340"/>
                    </a:lnTo>
                    <a:cubicBezTo>
                      <a:pt x="2915479" y="162096"/>
                      <a:pt x="2753382" y="0"/>
                      <a:pt x="2554138" y="0"/>
                    </a:cubicBezTo>
                    <a:lnTo>
                      <a:pt x="361350" y="0"/>
                    </a:lnTo>
                    <a:cubicBezTo>
                      <a:pt x="162116" y="0"/>
                      <a:pt x="0" y="162096"/>
                      <a:pt x="0" y="361340"/>
                    </a:cubicBezTo>
                    <a:lnTo>
                      <a:pt x="0" y="4515460"/>
                    </a:lnTo>
                    <a:cubicBezTo>
                      <a:pt x="0" y="4714694"/>
                      <a:pt x="162096" y="4876800"/>
                      <a:pt x="361340" y="4876800"/>
                    </a:cubicBezTo>
                    <a:lnTo>
                      <a:pt x="2554138" y="4876800"/>
                    </a:lnTo>
                    <a:cubicBezTo>
                      <a:pt x="2753392" y="4876800"/>
                      <a:pt x="2915488" y="4714704"/>
                      <a:pt x="2915488" y="4515460"/>
                    </a:cubicBezTo>
                    <a:lnTo>
                      <a:pt x="2915488" y="3175225"/>
                    </a:lnTo>
                    <a:close/>
                    <a:moveTo>
                      <a:pt x="361350" y="212036"/>
                    </a:moveTo>
                    <a:lnTo>
                      <a:pt x="2554138" y="212036"/>
                    </a:lnTo>
                    <a:cubicBezTo>
                      <a:pt x="2636472" y="212036"/>
                      <a:pt x="2703452" y="279006"/>
                      <a:pt x="2703452" y="361340"/>
                    </a:cubicBezTo>
                    <a:lnTo>
                      <a:pt x="2703452" y="869347"/>
                    </a:lnTo>
                    <a:lnTo>
                      <a:pt x="212046" y="869347"/>
                    </a:lnTo>
                    <a:lnTo>
                      <a:pt x="212046" y="361340"/>
                    </a:lnTo>
                    <a:cubicBezTo>
                      <a:pt x="212036" y="279006"/>
                      <a:pt x="279016" y="212036"/>
                      <a:pt x="361350" y="212036"/>
                    </a:cubicBezTo>
                    <a:close/>
                    <a:moveTo>
                      <a:pt x="2554138" y="4664764"/>
                    </a:moveTo>
                    <a:lnTo>
                      <a:pt x="361350" y="4664764"/>
                    </a:lnTo>
                    <a:cubicBezTo>
                      <a:pt x="279016" y="4664764"/>
                      <a:pt x="212046" y="4597794"/>
                      <a:pt x="212046" y="4515460"/>
                    </a:cubicBezTo>
                    <a:lnTo>
                      <a:pt x="212046" y="4049859"/>
                    </a:lnTo>
                    <a:lnTo>
                      <a:pt x="2703452" y="4049859"/>
                    </a:lnTo>
                    <a:lnTo>
                      <a:pt x="2703452" y="4515460"/>
                    </a:lnTo>
                    <a:cubicBezTo>
                      <a:pt x="2703443" y="4597794"/>
                      <a:pt x="2636463" y="4664764"/>
                      <a:pt x="2554138" y="4664764"/>
                    </a:cubicBezTo>
                    <a:close/>
                    <a:moveTo>
                      <a:pt x="2703443" y="3837832"/>
                    </a:moveTo>
                    <a:lnTo>
                      <a:pt x="212036" y="3837832"/>
                    </a:lnTo>
                    <a:lnTo>
                      <a:pt x="212036" y="1081373"/>
                    </a:lnTo>
                    <a:lnTo>
                      <a:pt x="524789" y="1081373"/>
                    </a:lnTo>
                    <a:lnTo>
                      <a:pt x="736816" y="1081373"/>
                    </a:lnTo>
                    <a:lnTo>
                      <a:pt x="2703443" y="1081373"/>
                    </a:lnTo>
                    <a:lnTo>
                      <a:pt x="2703443" y="1743980"/>
                    </a:lnTo>
                    <a:cubicBezTo>
                      <a:pt x="2703446" y="2221052"/>
                      <a:pt x="2703449" y="2698125"/>
                      <a:pt x="2703452" y="3175197"/>
                    </a:cubicBezTo>
                    <a:lnTo>
                      <a:pt x="2703452" y="3837832"/>
                    </a:lnTo>
                    <a:lnTo>
                      <a:pt x="2703443" y="3837832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9E7B05-BFFE-2518-73AF-6C2BF099D239}"/>
              </a:ext>
            </a:extLst>
          </p:cNvPr>
          <p:cNvCxnSpPr/>
          <p:nvPr/>
        </p:nvCxnSpPr>
        <p:spPr>
          <a:xfrm>
            <a:off x="2509429" y="2914659"/>
            <a:ext cx="1797978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16CB67-B622-A647-860D-20F9D7022107}"/>
              </a:ext>
            </a:extLst>
          </p:cNvPr>
          <p:cNvGrpSpPr/>
          <p:nvPr/>
        </p:nvGrpSpPr>
        <p:grpSpPr>
          <a:xfrm>
            <a:off x="4931340" y="1978432"/>
            <a:ext cx="1402948" cy="1774861"/>
            <a:chOff x="4958226" y="2214172"/>
            <a:chExt cx="1402948" cy="1774861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2228539D-9AA4-17E9-721F-E9436826E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95292" y="2214172"/>
              <a:ext cx="1328802" cy="13288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C00DDC-4BB9-8756-B276-59EAEB9ECDA9}"/>
                </a:ext>
              </a:extLst>
            </p:cNvPr>
            <p:cNvSpPr txBox="1"/>
            <p:nvPr/>
          </p:nvSpPr>
          <p:spPr>
            <a:xfrm>
              <a:off x="4958226" y="3619701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edge server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44ED39-BD18-BCEB-65A3-065BB9BEC27D}"/>
              </a:ext>
            </a:extLst>
          </p:cNvPr>
          <p:cNvGrpSpPr/>
          <p:nvPr/>
        </p:nvGrpSpPr>
        <p:grpSpPr>
          <a:xfrm>
            <a:off x="9451711" y="1842314"/>
            <a:ext cx="2426243" cy="1427380"/>
            <a:chOff x="2666999" y="107337"/>
            <a:chExt cx="6858000" cy="403462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BFA48DE-1E33-8479-F8A0-4BCCE6FF7E90}"/>
                </a:ext>
              </a:extLst>
            </p:cNvPr>
            <p:cNvSpPr/>
            <p:nvPr/>
          </p:nvSpPr>
          <p:spPr>
            <a:xfrm>
              <a:off x="2827814" y="380632"/>
              <a:ext cx="6536370" cy="3712990"/>
            </a:xfrm>
            <a:custGeom>
              <a:avLst/>
              <a:gdLst>
                <a:gd name="connsiteX0" fmla="*/ 6536371 w 6536370"/>
                <a:gd name="connsiteY0" fmla="*/ 2547104 h 3712990"/>
                <a:gd name="connsiteX1" fmla="*/ 5370484 w 6536370"/>
                <a:gd name="connsiteY1" fmla="*/ 3712991 h 3712990"/>
                <a:gd name="connsiteX2" fmla="*/ 1165887 w 6536370"/>
                <a:gd name="connsiteY2" fmla="*/ 3712991 h 3712990"/>
                <a:gd name="connsiteX3" fmla="*/ 0 w 6536370"/>
                <a:gd name="connsiteY3" fmla="*/ 2547104 h 3712990"/>
                <a:gd name="connsiteX4" fmla="*/ 1165887 w 6536370"/>
                <a:gd name="connsiteY4" fmla="*/ 1381217 h 3712990"/>
                <a:gd name="connsiteX5" fmla="*/ 1594780 w 6536370"/>
                <a:gd name="connsiteY5" fmla="*/ 1462589 h 3712990"/>
                <a:gd name="connsiteX6" fmla="*/ 3268185 w 6536370"/>
                <a:gd name="connsiteY6" fmla="*/ 0 h 3712990"/>
                <a:gd name="connsiteX7" fmla="*/ 4941591 w 6536370"/>
                <a:gd name="connsiteY7" fmla="*/ 1462589 h 3712990"/>
                <a:gd name="connsiteX8" fmla="*/ 5370484 w 6536370"/>
                <a:gd name="connsiteY8" fmla="*/ 1381217 h 3712990"/>
                <a:gd name="connsiteX9" fmla="*/ 6536371 w 6536370"/>
                <a:gd name="connsiteY9" fmla="*/ 2547104 h 3712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36370" h="3712990">
                  <a:moveTo>
                    <a:pt x="6536371" y="2547104"/>
                  </a:moveTo>
                  <a:cubicBezTo>
                    <a:pt x="6536371" y="3190993"/>
                    <a:pt x="6014373" y="3712991"/>
                    <a:pt x="5370484" y="3712991"/>
                  </a:cubicBezTo>
                  <a:lnTo>
                    <a:pt x="1165887" y="3712991"/>
                  </a:lnTo>
                  <a:cubicBezTo>
                    <a:pt x="521998" y="3712991"/>
                    <a:pt x="0" y="3190993"/>
                    <a:pt x="0" y="2547104"/>
                  </a:cubicBezTo>
                  <a:cubicBezTo>
                    <a:pt x="0" y="1903216"/>
                    <a:pt x="521998" y="1381217"/>
                    <a:pt x="1165887" y="1381217"/>
                  </a:cubicBezTo>
                  <a:cubicBezTo>
                    <a:pt x="1317366" y="1381217"/>
                    <a:pt x="1461946" y="1410163"/>
                    <a:pt x="1594780" y="1462589"/>
                  </a:cubicBezTo>
                  <a:cubicBezTo>
                    <a:pt x="1705084" y="636816"/>
                    <a:pt x="2412342" y="0"/>
                    <a:pt x="3268185" y="0"/>
                  </a:cubicBezTo>
                  <a:cubicBezTo>
                    <a:pt x="4124029" y="0"/>
                    <a:pt x="4831287" y="636816"/>
                    <a:pt x="4941591" y="1462589"/>
                  </a:cubicBezTo>
                  <a:cubicBezTo>
                    <a:pt x="5074425" y="1410163"/>
                    <a:pt x="5218992" y="1381217"/>
                    <a:pt x="5370484" y="1381217"/>
                  </a:cubicBezTo>
                  <a:cubicBezTo>
                    <a:pt x="6014373" y="1381217"/>
                    <a:pt x="6536371" y="1903216"/>
                    <a:pt x="6536371" y="2547104"/>
                  </a:cubicBezTo>
                  <a:close/>
                </a:path>
              </a:pathLst>
            </a:custGeom>
            <a:solidFill>
              <a:srgbClr val="2196F3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A79E8FA-BAAB-C353-5592-B9FBB0D12BBA}"/>
                </a:ext>
              </a:extLst>
            </p:cNvPr>
            <p:cNvSpPr/>
            <p:nvPr/>
          </p:nvSpPr>
          <p:spPr>
            <a:xfrm>
              <a:off x="7844743" y="2244293"/>
              <a:ext cx="1037024" cy="844270"/>
            </a:xfrm>
            <a:custGeom>
              <a:avLst/>
              <a:gdLst>
                <a:gd name="connsiteX0" fmla="*/ 353555 w 1037024"/>
                <a:gd name="connsiteY0" fmla="*/ 0 h 844270"/>
                <a:gd name="connsiteX1" fmla="*/ 101805 w 1037024"/>
                <a:gd name="connsiteY1" fmla="*/ 47685 h 844270"/>
                <a:gd name="connsiteX2" fmla="*/ 11271 w 1037024"/>
                <a:gd name="connsiteY2" fmla="*/ 256318 h 844270"/>
                <a:gd name="connsiteX3" fmla="*/ 219904 w 1037024"/>
                <a:gd name="connsiteY3" fmla="*/ 346851 h 844270"/>
                <a:gd name="connsiteX4" fmla="*/ 353569 w 1037024"/>
                <a:gd name="connsiteY4" fmla="*/ 321630 h 844270"/>
                <a:gd name="connsiteX5" fmla="*/ 715395 w 1037024"/>
                <a:gd name="connsiteY5" fmla="*/ 683456 h 844270"/>
                <a:gd name="connsiteX6" fmla="*/ 876210 w 1037024"/>
                <a:gd name="connsiteY6" fmla="*/ 844271 h 844270"/>
                <a:gd name="connsiteX7" fmla="*/ 1037024 w 1037024"/>
                <a:gd name="connsiteY7" fmla="*/ 683456 h 844270"/>
                <a:gd name="connsiteX8" fmla="*/ 353555 w 1037024"/>
                <a:gd name="connsiteY8" fmla="*/ 0 h 84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024" h="844270">
                  <a:moveTo>
                    <a:pt x="353555" y="0"/>
                  </a:moveTo>
                  <a:cubicBezTo>
                    <a:pt x="266651" y="0"/>
                    <a:pt x="181958" y="16047"/>
                    <a:pt x="101805" y="47685"/>
                  </a:cubicBezTo>
                  <a:cubicBezTo>
                    <a:pt x="19201" y="80300"/>
                    <a:pt x="-21331" y="173714"/>
                    <a:pt x="11271" y="256318"/>
                  </a:cubicBezTo>
                  <a:cubicBezTo>
                    <a:pt x="43901" y="338922"/>
                    <a:pt x="137301" y="379440"/>
                    <a:pt x="219904" y="346851"/>
                  </a:cubicBezTo>
                  <a:cubicBezTo>
                    <a:pt x="262298" y="330108"/>
                    <a:pt x="307264" y="321630"/>
                    <a:pt x="353569" y="321630"/>
                  </a:cubicBezTo>
                  <a:cubicBezTo>
                    <a:pt x="553067" y="321630"/>
                    <a:pt x="715395" y="483958"/>
                    <a:pt x="715395" y="683456"/>
                  </a:cubicBezTo>
                  <a:cubicBezTo>
                    <a:pt x="715395" y="772262"/>
                    <a:pt x="787404" y="844271"/>
                    <a:pt x="876210" y="844271"/>
                  </a:cubicBezTo>
                  <a:cubicBezTo>
                    <a:pt x="965015" y="844271"/>
                    <a:pt x="1037024" y="772262"/>
                    <a:pt x="1037024" y="683456"/>
                  </a:cubicBezTo>
                  <a:cubicBezTo>
                    <a:pt x="1037011" y="306588"/>
                    <a:pt x="730424" y="0"/>
                    <a:pt x="353555" y="0"/>
                  </a:cubicBezTo>
                  <a:close/>
                </a:path>
              </a:pathLst>
            </a:custGeom>
            <a:solidFill>
              <a:srgbClr val="231F20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C591BF-2503-D8E0-11C4-FD68543B5595}"/>
                </a:ext>
              </a:extLst>
            </p:cNvPr>
            <p:cNvSpPr/>
            <p:nvPr/>
          </p:nvSpPr>
          <p:spPr>
            <a:xfrm>
              <a:off x="5935185" y="863076"/>
              <a:ext cx="1357480" cy="1226135"/>
            </a:xfrm>
            <a:custGeom>
              <a:avLst/>
              <a:gdLst>
                <a:gd name="connsiteX0" fmla="*/ 160815 w 1357480"/>
                <a:gd name="connsiteY0" fmla="*/ 0 h 1226135"/>
                <a:gd name="connsiteX1" fmla="*/ 0 w 1357480"/>
                <a:gd name="connsiteY1" fmla="*/ 160815 h 1226135"/>
                <a:gd name="connsiteX2" fmla="*/ 160815 w 1357480"/>
                <a:gd name="connsiteY2" fmla="*/ 321616 h 1226135"/>
                <a:gd name="connsiteX3" fmla="*/ 1037246 w 1357480"/>
                <a:gd name="connsiteY3" fmla="*/ 1086605 h 1226135"/>
                <a:gd name="connsiteX4" fmla="*/ 1196440 w 1357480"/>
                <a:gd name="connsiteY4" fmla="*/ 1226136 h 1226135"/>
                <a:gd name="connsiteX5" fmla="*/ 1217938 w 1357480"/>
                <a:gd name="connsiteY5" fmla="*/ 1224702 h 1226135"/>
                <a:gd name="connsiteX6" fmla="*/ 1356049 w 1357480"/>
                <a:gd name="connsiteY6" fmla="*/ 1044010 h 1226135"/>
                <a:gd name="connsiteX7" fmla="*/ 160815 w 1357480"/>
                <a:gd name="connsiteY7" fmla="*/ 0 h 122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7480" h="1226135">
                  <a:moveTo>
                    <a:pt x="160815" y="0"/>
                  </a:moveTo>
                  <a:cubicBezTo>
                    <a:pt x="72009" y="0"/>
                    <a:pt x="0" y="72009"/>
                    <a:pt x="0" y="160815"/>
                  </a:cubicBezTo>
                  <a:cubicBezTo>
                    <a:pt x="0" y="249621"/>
                    <a:pt x="72009" y="321616"/>
                    <a:pt x="160815" y="321616"/>
                  </a:cubicBezTo>
                  <a:cubicBezTo>
                    <a:pt x="602191" y="321616"/>
                    <a:pt x="978979" y="650492"/>
                    <a:pt x="1037246" y="1086605"/>
                  </a:cubicBezTo>
                  <a:cubicBezTo>
                    <a:pt x="1048055" y="1167414"/>
                    <a:pt x="1117091" y="1226136"/>
                    <a:pt x="1196440" y="1226136"/>
                  </a:cubicBezTo>
                  <a:cubicBezTo>
                    <a:pt x="1203526" y="1226136"/>
                    <a:pt x="1210718" y="1225667"/>
                    <a:pt x="1217938" y="1224702"/>
                  </a:cubicBezTo>
                  <a:cubicBezTo>
                    <a:pt x="1305980" y="1212942"/>
                    <a:pt x="1367796" y="1132026"/>
                    <a:pt x="1356049" y="1044010"/>
                  </a:cubicBezTo>
                  <a:cubicBezTo>
                    <a:pt x="1276512" y="448824"/>
                    <a:pt x="762684" y="0"/>
                    <a:pt x="160815" y="0"/>
                  </a:cubicBezTo>
                  <a:close/>
                </a:path>
              </a:pathLst>
            </a:custGeom>
            <a:solidFill>
              <a:srgbClr val="231F20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9DA0694-6198-5747-C7EB-11A401D8DD5E}"/>
                </a:ext>
              </a:extLst>
            </p:cNvPr>
            <p:cNvSpPr/>
            <p:nvPr/>
          </p:nvSpPr>
          <p:spPr>
            <a:xfrm>
              <a:off x="5247477" y="1036784"/>
              <a:ext cx="433395" cy="406784"/>
            </a:xfrm>
            <a:custGeom>
              <a:avLst/>
              <a:gdLst>
                <a:gd name="connsiteX0" fmla="*/ 183833 w 433395"/>
                <a:gd name="connsiteY0" fmla="*/ 26687 h 406784"/>
                <a:gd name="connsiteX1" fmla="*/ 55017 w 433395"/>
                <a:gd name="connsiteY1" fmla="*/ 124869 h 406784"/>
                <a:gd name="connsiteX2" fmla="*/ 39707 w 433395"/>
                <a:gd name="connsiteY2" fmla="*/ 351773 h 406784"/>
                <a:gd name="connsiteX3" fmla="*/ 160874 w 433395"/>
                <a:gd name="connsiteY3" fmla="*/ 406784 h 406784"/>
                <a:gd name="connsiteX4" fmla="*/ 266611 w 433395"/>
                <a:gd name="connsiteY4" fmla="*/ 367083 h 406784"/>
                <a:gd name="connsiteX5" fmla="*/ 361310 w 433395"/>
                <a:gd name="connsiteY5" fmla="*/ 294913 h 406784"/>
                <a:gd name="connsiteX6" fmla="*/ 406677 w 433395"/>
                <a:gd name="connsiteY6" fmla="*/ 72055 h 406784"/>
                <a:gd name="connsiteX7" fmla="*/ 183833 w 433395"/>
                <a:gd name="connsiteY7" fmla="*/ 26687 h 40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3395" h="406784">
                  <a:moveTo>
                    <a:pt x="183833" y="26687"/>
                  </a:moveTo>
                  <a:cubicBezTo>
                    <a:pt x="138921" y="56423"/>
                    <a:pt x="95589" y="89441"/>
                    <a:pt x="55017" y="124869"/>
                  </a:cubicBezTo>
                  <a:cubicBezTo>
                    <a:pt x="-11862" y="183310"/>
                    <a:pt x="-18733" y="284894"/>
                    <a:pt x="39707" y="351773"/>
                  </a:cubicBezTo>
                  <a:cubicBezTo>
                    <a:pt x="71519" y="388179"/>
                    <a:pt x="116083" y="406784"/>
                    <a:pt x="160874" y="406784"/>
                  </a:cubicBezTo>
                  <a:cubicBezTo>
                    <a:pt x="198406" y="406784"/>
                    <a:pt x="236125" y="393711"/>
                    <a:pt x="266611" y="367083"/>
                  </a:cubicBezTo>
                  <a:cubicBezTo>
                    <a:pt x="296427" y="341044"/>
                    <a:pt x="328279" y="316746"/>
                    <a:pt x="361310" y="294913"/>
                  </a:cubicBezTo>
                  <a:cubicBezTo>
                    <a:pt x="435368" y="245902"/>
                    <a:pt x="455688" y="146113"/>
                    <a:pt x="406677" y="72055"/>
                  </a:cubicBezTo>
                  <a:cubicBezTo>
                    <a:pt x="357680" y="-1977"/>
                    <a:pt x="257918" y="-22270"/>
                    <a:pt x="183833" y="26687"/>
                  </a:cubicBezTo>
                  <a:close/>
                </a:path>
              </a:pathLst>
            </a:custGeom>
            <a:solidFill>
              <a:srgbClr val="231F20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A77A380-D184-101C-AFB8-B03BC504E3B2}"/>
                </a:ext>
              </a:extLst>
            </p:cNvPr>
            <p:cNvSpPr/>
            <p:nvPr/>
          </p:nvSpPr>
          <p:spPr>
            <a:xfrm>
              <a:off x="2666999" y="107337"/>
              <a:ext cx="6858000" cy="4034620"/>
            </a:xfrm>
            <a:custGeom>
              <a:avLst/>
              <a:gdLst>
                <a:gd name="connsiteX0" fmla="*/ 5531299 w 6858000"/>
                <a:gd name="connsiteY0" fmla="*/ 1381217 h 6418364"/>
                <a:gd name="connsiteX1" fmla="*/ 5227189 w 6858000"/>
                <a:gd name="connsiteY1" fmla="*/ 1416257 h 6418364"/>
                <a:gd name="connsiteX2" fmla="*/ 3429000 w 6858000"/>
                <a:gd name="connsiteY2" fmla="*/ 0 h 6418364"/>
                <a:gd name="connsiteX3" fmla="*/ 1630824 w 6858000"/>
                <a:gd name="connsiteY3" fmla="*/ 1416244 h 6418364"/>
                <a:gd name="connsiteX4" fmla="*/ 1326702 w 6858000"/>
                <a:gd name="connsiteY4" fmla="*/ 1381204 h 6418364"/>
                <a:gd name="connsiteX5" fmla="*/ 0 w 6858000"/>
                <a:gd name="connsiteY5" fmla="*/ 2707906 h 6418364"/>
                <a:gd name="connsiteX6" fmla="*/ 1326702 w 6858000"/>
                <a:gd name="connsiteY6" fmla="*/ 4034607 h 6418364"/>
                <a:gd name="connsiteX7" fmla="*/ 2906921 w 6858000"/>
                <a:gd name="connsiteY7" fmla="*/ 4034607 h 6418364"/>
                <a:gd name="connsiteX8" fmla="*/ 2906921 w 6858000"/>
                <a:gd name="connsiteY8" fmla="*/ 6257550 h 6418364"/>
                <a:gd name="connsiteX9" fmla="*/ 3067736 w 6858000"/>
                <a:gd name="connsiteY9" fmla="*/ 6418365 h 6418364"/>
                <a:gd name="connsiteX10" fmla="*/ 3791389 w 6858000"/>
                <a:gd name="connsiteY10" fmla="*/ 6418365 h 6418364"/>
                <a:gd name="connsiteX11" fmla="*/ 3952204 w 6858000"/>
                <a:gd name="connsiteY11" fmla="*/ 6257550 h 6418364"/>
                <a:gd name="connsiteX12" fmla="*/ 3952204 w 6858000"/>
                <a:gd name="connsiteY12" fmla="*/ 4034620 h 6418364"/>
                <a:gd name="connsiteX13" fmla="*/ 5531299 w 6858000"/>
                <a:gd name="connsiteY13" fmla="*/ 4034620 h 6418364"/>
                <a:gd name="connsiteX14" fmla="*/ 6858000 w 6858000"/>
                <a:gd name="connsiteY14" fmla="*/ 2707919 h 6418364"/>
                <a:gd name="connsiteX15" fmla="*/ 5531299 w 6858000"/>
                <a:gd name="connsiteY15" fmla="*/ 1381217 h 6418364"/>
                <a:gd name="connsiteX16" fmla="*/ 3630575 w 6858000"/>
                <a:gd name="connsiteY16" fmla="*/ 2960915 h 6418364"/>
                <a:gd name="connsiteX17" fmla="*/ 3630575 w 6858000"/>
                <a:gd name="connsiteY17" fmla="*/ 6096749 h 6418364"/>
                <a:gd name="connsiteX18" fmla="*/ 3228538 w 6858000"/>
                <a:gd name="connsiteY18" fmla="*/ 6096749 h 6418364"/>
                <a:gd name="connsiteX19" fmla="*/ 3228538 w 6858000"/>
                <a:gd name="connsiteY19" fmla="*/ 2960915 h 6418364"/>
                <a:gd name="connsiteX20" fmla="*/ 3067723 w 6858000"/>
                <a:gd name="connsiteY20" fmla="*/ 2800100 h 6418364"/>
                <a:gd name="connsiteX21" fmla="*/ 2965241 w 6858000"/>
                <a:gd name="connsiteY21" fmla="*/ 2800100 h 6418364"/>
                <a:gd name="connsiteX22" fmla="*/ 3429549 w 6858000"/>
                <a:gd name="connsiteY22" fmla="*/ 2233619 h 6418364"/>
                <a:gd name="connsiteX23" fmla="*/ 3893857 w 6858000"/>
                <a:gd name="connsiteY23" fmla="*/ 2800100 h 6418364"/>
                <a:gd name="connsiteX24" fmla="*/ 3791376 w 6858000"/>
                <a:gd name="connsiteY24" fmla="*/ 2800100 h 6418364"/>
                <a:gd name="connsiteX25" fmla="*/ 3630575 w 6858000"/>
                <a:gd name="connsiteY25" fmla="*/ 2960915 h 6418364"/>
                <a:gd name="connsiteX26" fmla="*/ 5531299 w 6858000"/>
                <a:gd name="connsiteY26" fmla="*/ 3713005 h 6418364"/>
                <a:gd name="connsiteX27" fmla="*/ 3952204 w 6858000"/>
                <a:gd name="connsiteY27" fmla="*/ 3713005 h 6418364"/>
                <a:gd name="connsiteX28" fmla="*/ 3952204 w 6858000"/>
                <a:gd name="connsiteY28" fmla="*/ 3121729 h 6418364"/>
                <a:gd name="connsiteX29" fmla="*/ 4233623 w 6858000"/>
                <a:gd name="connsiteY29" fmla="*/ 3121729 h 6418364"/>
                <a:gd name="connsiteX30" fmla="*/ 4378981 w 6858000"/>
                <a:gd name="connsiteY30" fmla="*/ 3029709 h 6418364"/>
                <a:gd name="connsiteX31" fmla="*/ 4357991 w 6858000"/>
                <a:gd name="connsiteY31" fmla="*/ 2858969 h 6418364"/>
                <a:gd name="connsiteX32" fmla="*/ 3553931 w 6858000"/>
                <a:gd name="connsiteY32" fmla="*/ 1878021 h 6418364"/>
                <a:gd name="connsiteX33" fmla="*/ 3429563 w 6858000"/>
                <a:gd name="connsiteY33" fmla="*/ 1819152 h 6418364"/>
                <a:gd name="connsiteX34" fmla="*/ 3305195 w 6858000"/>
                <a:gd name="connsiteY34" fmla="*/ 1878021 h 6418364"/>
                <a:gd name="connsiteX35" fmla="*/ 2501134 w 6858000"/>
                <a:gd name="connsiteY35" fmla="*/ 2858969 h 6418364"/>
                <a:gd name="connsiteX36" fmla="*/ 2480145 w 6858000"/>
                <a:gd name="connsiteY36" fmla="*/ 3029709 h 6418364"/>
                <a:gd name="connsiteX37" fmla="*/ 2625502 w 6858000"/>
                <a:gd name="connsiteY37" fmla="*/ 3121729 h 6418364"/>
                <a:gd name="connsiteX38" fmla="*/ 2906921 w 6858000"/>
                <a:gd name="connsiteY38" fmla="*/ 3121729 h 6418364"/>
                <a:gd name="connsiteX39" fmla="*/ 2906921 w 6858000"/>
                <a:gd name="connsiteY39" fmla="*/ 3713005 h 6418364"/>
                <a:gd name="connsiteX40" fmla="*/ 1326702 w 6858000"/>
                <a:gd name="connsiteY40" fmla="*/ 3713005 h 6418364"/>
                <a:gd name="connsiteX41" fmla="*/ 321629 w 6858000"/>
                <a:gd name="connsiteY41" fmla="*/ 2707932 h 6418364"/>
                <a:gd name="connsiteX42" fmla="*/ 1326702 w 6858000"/>
                <a:gd name="connsiteY42" fmla="*/ 1702860 h 6418364"/>
                <a:gd name="connsiteX43" fmla="*/ 1696538 w 6858000"/>
                <a:gd name="connsiteY43" fmla="*/ 1773007 h 6418364"/>
                <a:gd name="connsiteX44" fmla="*/ 1837006 w 6858000"/>
                <a:gd name="connsiteY44" fmla="*/ 1762091 h 6418364"/>
                <a:gd name="connsiteX45" fmla="*/ 1914989 w 6858000"/>
                <a:gd name="connsiteY45" fmla="*/ 1644715 h 6418364"/>
                <a:gd name="connsiteX46" fmla="*/ 3429000 w 6858000"/>
                <a:gd name="connsiteY46" fmla="*/ 321630 h 6418364"/>
                <a:gd name="connsiteX47" fmla="*/ 4942998 w 6858000"/>
                <a:gd name="connsiteY47" fmla="*/ 1644701 h 6418364"/>
                <a:gd name="connsiteX48" fmla="*/ 5020954 w 6858000"/>
                <a:gd name="connsiteY48" fmla="*/ 1762077 h 6418364"/>
                <a:gd name="connsiteX49" fmla="*/ 5161435 w 6858000"/>
                <a:gd name="connsiteY49" fmla="*/ 1772994 h 6418364"/>
                <a:gd name="connsiteX50" fmla="*/ 5531272 w 6858000"/>
                <a:gd name="connsiteY50" fmla="*/ 1702847 h 6418364"/>
                <a:gd name="connsiteX51" fmla="*/ 6536344 w 6858000"/>
                <a:gd name="connsiteY51" fmla="*/ 2707919 h 6418364"/>
                <a:gd name="connsiteX52" fmla="*/ 5531299 w 6858000"/>
                <a:gd name="connsiteY52" fmla="*/ 3713005 h 6418364"/>
                <a:gd name="connsiteX0" fmla="*/ 5531299 w 6858000"/>
                <a:gd name="connsiteY0" fmla="*/ 1381217 h 6418365"/>
                <a:gd name="connsiteX1" fmla="*/ 5227189 w 6858000"/>
                <a:gd name="connsiteY1" fmla="*/ 1416257 h 6418365"/>
                <a:gd name="connsiteX2" fmla="*/ 3429000 w 6858000"/>
                <a:gd name="connsiteY2" fmla="*/ 0 h 6418365"/>
                <a:gd name="connsiteX3" fmla="*/ 1630824 w 6858000"/>
                <a:gd name="connsiteY3" fmla="*/ 1416244 h 6418365"/>
                <a:gd name="connsiteX4" fmla="*/ 1326702 w 6858000"/>
                <a:gd name="connsiteY4" fmla="*/ 1381204 h 6418365"/>
                <a:gd name="connsiteX5" fmla="*/ 0 w 6858000"/>
                <a:gd name="connsiteY5" fmla="*/ 2707906 h 6418365"/>
                <a:gd name="connsiteX6" fmla="*/ 1326702 w 6858000"/>
                <a:gd name="connsiteY6" fmla="*/ 4034607 h 6418365"/>
                <a:gd name="connsiteX7" fmla="*/ 2906921 w 6858000"/>
                <a:gd name="connsiteY7" fmla="*/ 4034607 h 6418365"/>
                <a:gd name="connsiteX8" fmla="*/ 2906921 w 6858000"/>
                <a:gd name="connsiteY8" fmla="*/ 6257550 h 6418365"/>
                <a:gd name="connsiteX9" fmla="*/ 3067736 w 6858000"/>
                <a:gd name="connsiteY9" fmla="*/ 6418365 h 6418365"/>
                <a:gd name="connsiteX10" fmla="*/ 3791389 w 6858000"/>
                <a:gd name="connsiteY10" fmla="*/ 6418365 h 6418365"/>
                <a:gd name="connsiteX11" fmla="*/ 3952204 w 6858000"/>
                <a:gd name="connsiteY11" fmla="*/ 6257550 h 6418365"/>
                <a:gd name="connsiteX12" fmla="*/ 3952204 w 6858000"/>
                <a:gd name="connsiteY12" fmla="*/ 4034620 h 6418365"/>
                <a:gd name="connsiteX13" fmla="*/ 5531299 w 6858000"/>
                <a:gd name="connsiteY13" fmla="*/ 4034620 h 6418365"/>
                <a:gd name="connsiteX14" fmla="*/ 6858000 w 6858000"/>
                <a:gd name="connsiteY14" fmla="*/ 2707919 h 6418365"/>
                <a:gd name="connsiteX15" fmla="*/ 5531299 w 6858000"/>
                <a:gd name="connsiteY15" fmla="*/ 1381217 h 6418365"/>
                <a:gd name="connsiteX16" fmla="*/ 3630575 w 6858000"/>
                <a:gd name="connsiteY16" fmla="*/ 2960915 h 6418365"/>
                <a:gd name="connsiteX17" fmla="*/ 3630575 w 6858000"/>
                <a:gd name="connsiteY17" fmla="*/ 6096749 h 6418365"/>
                <a:gd name="connsiteX18" fmla="*/ 3228538 w 6858000"/>
                <a:gd name="connsiteY18" fmla="*/ 2960915 h 6418365"/>
                <a:gd name="connsiteX19" fmla="*/ 3067723 w 6858000"/>
                <a:gd name="connsiteY19" fmla="*/ 2800100 h 6418365"/>
                <a:gd name="connsiteX20" fmla="*/ 2965241 w 6858000"/>
                <a:gd name="connsiteY20" fmla="*/ 2800100 h 6418365"/>
                <a:gd name="connsiteX21" fmla="*/ 3429549 w 6858000"/>
                <a:gd name="connsiteY21" fmla="*/ 2233619 h 6418365"/>
                <a:gd name="connsiteX22" fmla="*/ 3893857 w 6858000"/>
                <a:gd name="connsiteY22" fmla="*/ 2800100 h 6418365"/>
                <a:gd name="connsiteX23" fmla="*/ 3791376 w 6858000"/>
                <a:gd name="connsiteY23" fmla="*/ 2800100 h 6418365"/>
                <a:gd name="connsiteX24" fmla="*/ 3630575 w 6858000"/>
                <a:gd name="connsiteY24" fmla="*/ 2960915 h 6418365"/>
                <a:gd name="connsiteX25" fmla="*/ 5531299 w 6858000"/>
                <a:gd name="connsiteY25" fmla="*/ 3713005 h 6418365"/>
                <a:gd name="connsiteX26" fmla="*/ 3952204 w 6858000"/>
                <a:gd name="connsiteY26" fmla="*/ 3713005 h 6418365"/>
                <a:gd name="connsiteX27" fmla="*/ 3952204 w 6858000"/>
                <a:gd name="connsiteY27" fmla="*/ 3121729 h 6418365"/>
                <a:gd name="connsiteX28" fmla="*/ 4233623 w 6858000"/>
                <a:gd name="connsiteY28" fmla="*/ 3121729 h 6418365"/>
                <a:gd name="connsiteX29" fmla="*/ 4378981 w 6858000"/>
                <a:gd name="connsiteY29" fmla="*/ 3029709 h 6418365"/>
                <a:gd name="connsiteX30" fmla="*/ 4357991 w 6858000"/>
                <a:gd name="connsiteY30" fmla="*/ 2858969 h 6418365"/>
                <a:gd name="connsiteX31" fmla="*/ 3553931 w 6858000"/>
                <a:gd name="connsiteY31" fmla="*/ 1878021 h 6418365"/>
                <a:gd name="connsiteX32" fmla="*/ 3429563 w 6858000"/>
                <a:gd name="connsiteY32" fmla="*/ 1819152 h 6418365"/>
                <a:gd name="connsiteX33" fmla="*/ 3305195 w 6858000"/>
                <a:gd name="connsiteY33" fmla="*/ 1878021 h 6418365"/>
                <a:gd name="connsiteX34" fmla="*/ 2501134 w 6858000"/>
                <a:gd name="connsiteY34" fmla="*/ 2858969 h 6418365"/>
                <a:gd name="connsiteX35" fmla="*/ 2480145 w 6858000"/>
                <a:gd name="connsiteY35" fmla="*/ 3029709 h 6418365"/>
                <a:gd name="connsiteX36" fmla="*/ 2625502 w 6858000"/>
                <a:gd name="connsiteY36" fmla="*/ 3121729 h 6418365"/>
                <a:gd name="connsiteX37" fmla="*/ 2906921 w 6858000"/>
                <a:gd name="connsiteY37" fmla="*/ 3121729 h 6418365"/>
                <a:gd name="connsiteX38" fmla="*/ 2906921 w 6858000"/>
                <a:gd name="connsiteY38" fmla="*/ 3713005 h 6418365"/>
                <a:gd name="connsiteX39" fmla="*/ 1326702 w 6858000"/>
                <a:gd name="connsiteY39" fmla="*/ 3713005 h 6418365"/>
                <a:gd name="connsiteX40" fmla="*/ 321629 w 6858000"/>
                <a:gd name="connsiteY40" fmla="*/ 2707932 h 6418365"/>
                <a:gd name="connsiteX41" fmla="*/ 1326702 w 6858000"/>
                <a:gd name="connsiteY41" fmla="*/ 1702860 h 6418365"/>
                <a:gd name="connsiteX42" fmla="*/ 1696538 w 6858000"/>
                <a:gd name="connsiteY42" fmla="*/ 1773007 h 6418365"/>
                <a:gd name="connsiteX43" fmla="*/ 1837006 w 6858000"/>
                <a:gd name="connsiteY43" fmla="*/ 1762091 h 6418365"/>
                <a:gd name="connsiteX44" fmla="*/ 1914989 w 6858000"/>
                <a:gd name="connsiteY44" fmla="*/ 1644715 h 6418365"/>
                <a:gd name="connsiteX45" fmla="*/ 3429000 w 6858000"/>
                <a:gd name="connsiteY45" fmla="*/ 321630 h 6418365"/>
                <a:gd name="connsiteX46" fmla="*/ 4942998 w 6858000"/>
                <a:gd name="connsiteY46" fmla="*/ 1644701 h 6418365"/>
                <a:gd name="connsiteX47" fmla="*/ 5020954 w 6858000"/>
                <a:gd name="connsiteY47" fmla="*/ 1762077 h 6418365"/>
                <a:gd name="connsiteX48" fmla="*/ 5161435 w 6858000"/>
                <a:gd name="connsiteY48" fmla="*/ 1772994 h 6418365"/>
                <a:gd name="connsiteX49" fmla="*/ 5531272 w 6858000"/>
                <a:gd name="connsiteY49" fmla="*/ 1702847 h 6418365"/>
                <a:gd name="connsiteX50" fmla="*/ 6536344 w 6858000"/>
                <a:gd name="connsiteY50" fmla="*/ 2707919 h 6418365"/>
                <a:gd name="connsiteX51" fmla="*/ 5531299 w 6858000"/>
                <a:gd name="connsiteY51" fmla="*/ 3713005 h 6418365"/>
                <a:gd name="connsiteX0" fmla="*/ 5531299 w 6858000"/>
                <a:gd name="connsiteY0" fmla="*/ 1381217 h 6418365"/>
                <a:gd name="connsiteX1" fmla="*/ 5227189 w 6858000"/>
                <a:gd name="connsiteY1" fmla="*/ 1416257 h 6418365"/>
                <a:gd name="connsiteX2" fmla="*/ 3429000 w 6858000"/>
                <a:gd name="connsiteY2" fmla="*/ 0 h 6418365"/>
                <a:gd name="connsiteX3" fmla="*/ 1630824 w 6858000"/>
                <a:gd name="connsiteY3" fmla="*/ 1416244 h 6418365"/>
                <a:gd name="connsiteX4" fmla="*/ 1326702 w 6858000"/>
                <a:gd name="connsiteY4" fmla="*/ 1381204 h 6418365"/>
                <a:gd name="connsiteX5" fmla="*/ 0 w 6858000"/>
                <a:gd name="connsiteY5" fmla="*/ 2707906 h 6418365"/>
                <a:gd name="connsiteX6" fmla="*/ 1326702 w 6858000"/>
                <a:gd name="connsiteY6" fmla="*/ 4034607 h 6418365"/>
                <a:gd name="connsiteX7" fmla="*/ 2906921 w 6858000"/>
                <a:gd name="connsiteY7" fmla="*/ 4034607 h 6418365"/>
                <a:gd name="connsiteX8" fmla="*/ 2906921 w 6858000"/>
                <a:gd name="connsiteY8" fmla="*/ 6257550 h 6418365"/>
                <a:gd name="connsiteX9" fmla="*/ 3067736 w 6858000"/>
                <a:gd name="connsiteY9" fmla="*/ 6418365 h 6418365"/>
                <a:gd name="connsiteX10" fmla="*/ 3791389 w 6858000"/>
                <a:gd name="connsiteY10" fmla="*/ 6418365 h 6418365"/>
                <a:gd name="connsiteX11" fmla="*/ 3952204 w 6858000"/>
                <a:gd name="connsiteY11" fmla="*/ 6257550 h 6418365"/>
                <a:gd name="connsiteX12" fmla="*/ 3952204 w 6858000"/>
                <a:gd name="connsiteY12" fmla="*/ 4034620 h 6418365"/>
                <a:gd name="connsiteX13" fmla="*/ 5531299 w 6858000"/>
                <a:gd name="connsiteY13" fmla="*/ 4034620 h 6418365"/>
                <a:gd name="connsiteX14" fmla="*/ 6858000 w 6858000"/>
                <a:gd name="connsiteY14" fmla="*/ 2707919 h 6418365"/>
                <a:gd name="connsiteX15" fmla="*/ 5531299 w 6858000"/>
                <a:gd name="connsiteY15" fmla="*/ 1381217 h 6418365"/>
                <a:gd name="connsiteX16" fmla="*/ 3630575 w 6858000"/>
                <a:gd name="connsiteY16" fmla="*/ 2960915 h 6418365"/>
                <a:gd name="connsiteX17" fmla="*/ 3228538 w 6858000"/>
                <a:gd name="connsiteY17" fmla="*/ 2960915 h 6418365"/>
                <a:gd name="connsiteX18" fmla="*/ 3067723 w 6858000"/>
                <a:gd name="connsiteY18" fmla="*/ 2800100 h 6418365"/>
                <a:gd name="connsiteX19" fmla="*/ 2965241 w 6858000"/>
                <a:gd name="connsiteY19" fmla="*/ 2800100 h 6418365"/>
                <a:gd name="connsiteX20" fmla="*/ 3429549 w 6858000"/>
                <a:gd name="connsiteY20" fmla="*/ 2233619 h 6418365"/>
                <a:gd name="connsiteX21" fmla="*/ 3893857 w 6858000"/>
                <a:gd name="connsiteY21" fmla="*/ 2800100 h 6418365"/>
                <a:gd name="connsiteX22" fmla="*/ 3791376 w 6858000"/>
                <a:gd name="connsiteY22" fmla="*/ 2800100 h 6418365"/>
                <a:gd name="connsiteX23" fmla="*/ 3630575 w 6858000"/>
                <a:gd name="connsiteY23" fmla="*/ 2960915 h 6418365"/>
                <a:gd name="connsiteX24" fmla="*/ 5531299 w 6858000"/>
                <a:gd name="connsiteY24" fmla="*/ 3713005 h 6418365"/>
                <a:gd name="connsiteX25" fmla="*/ 3952204 w 6858000"/>
                <a:gd name="connsiteY25" fmla="*/ 3713005 h 6418365"/>
                <a:gd name="connsiteX26" fmla="*/ 3952204 w 6858000"/>
                <a:gd name="connsiteY26" fmla="*/ 3121729 h 6418365"/>
                <a:gd name="connsiteX27" fmla="*/ 4233623 w 6858000"/>
                <a:gd name="connsiteY27" fmla="*/ 3121729 h 6418365"/>
                <a:gd name="connsiteX28" fmla="*/ 4378981 w 6858000"/>
                <a:gd name="connsiteY28" fmla="*/ 3029709 h 6418365"/>
                <a:gd name="connsiteX29" fmla="*/ 4357991 w 6858000"/>
                <a:gd name="connsiteY29" fmla="*/ 2858969 h 6418365"/>
                <a:gd name="connsiteX30" fmla="*/ 3553931 w 6858000"/>
                <a:gd name="connsiteY30" fmla="*/ 1878021 h 6418365"/>
                <a:gd name="connsiteX31" fmla="*/ 3429563 w 6858000"/>
                <a:gd name="connsiteY31" fmla="*/ 1819152 h 6418365"/>
                <a:gd name="connsiteX32" fmla="*/ 3305195 w 6858000"/>
                <a:gd name="connsiteY32" fmla="*/ 1878021 h 6418365"/>
                <a:gd name="connsiteX33" fmla="*/ 2501134 w 6858000"/>
                <a:gd name="connsiteY33" fmla="*/ 2858969 h 6418365"/>
                <a:gd name="connsiteX34" fmla="*/ 2480145 w 6858000"/>
                <a:gd name="connsiteY34" fmla="*/ 3029709 h 6418365"/>
                <a:gd name="connsiteX35" fmla="*/ 2625502 w 6858000"/>
                <a:gd name="connsiteY35" fmla="*/ 3121729 h 6418365"/>
                <a:gd name="connsiteX36" fmla="*/ 2906921 w 6858000"/>
                <a:gd name="connsiteY36" fmla="*/ 3121729 h 6418365"/>
                <a:gd name="connsiteX37" fmla="*/ 2906921 w 6858000"/>
                <a:gd name="connsiteY37" fmla="*/ 3713005 h 6418365"/>
                <a:gd name="connsiteX38" fmla="*/ 1326702 w 6858000"/>
                <a:gd name="connsiteY38" fmla="*/ 3713005 h 6418365"/>
                <a:gd name="connsiteX39" fmla="*/ 321629 w 6858000"/>
                <a:gd name="connsiteY39" fmla="*/ 2707932 h 6418365"/>
                <a:gd name="connsiteX40" fmla="*/ 1326702 w 6858000"/>
                <a:gd name="connsiteY40" fmla="*/ 1702860 h 6418365"/>
                <a:gd name="connsiteX41" fmla="*/ 1696538 w 6858000"/>
                <a:gd name="connsiteY41" fmla="*/ 1773007 h 6418365"/>
                <a:gd name="connsiteX42" fmla="*/ 1837006 w 6858000"/>
                <a:gd name="connsiteY42" fmla="*/ 1762091 h 6418365"/>
                <a:gd name="connsiteX43" fmla="*/ 1914989 w 6858000"/>
                <a:gd name="connsiteY43" fmla="*/ 1644715 h 6418365"/>
                <a:gd name="connsiteX44" fmla="*/ 3429000 w 6858000"/>
                <a:gd name="connsiteY44" fmla="*/ 321630 h 6418365"/>
                <a:gd name="connsiteX45" fmla="*/ 4942998 w 6858000"/>
                <a:gd name="connsiteY45" fmla="*/ 1644701 h 6418365"/>
                <a:gd name="connsiteX46" fmla="*/ 5020954 w 6858000"/>
                <a:gd name="connsiteY46" fmla="*/ 1762077 h 6418365"/>
                <a:gd name="connsiteX47" fmla="*/ 5161435 w 6858000"/>
                <a:gd name="connsiteY47" fmla="*/ 1772994 h 6418365"/>
                <a:gd name="connsiteX48" fmla="*/ 5531272 w 6858000"/>
                <a:gd name="connsiteY48" fmla="*/ 1702847 h 6418365"/>
                <a:gd name="connsiteX49" fmla="*/ 6536344 w 6858000"/>
                <a:gd name="connsiteY49" fmla="*/ 2707919 h 6418365"/>
                <a:gd name="connsiteX50" fmla="*/ 5531299 w 6858000"/>
                <a:gd name="connsiteY50" fmla="*/ 3713005 h 6418365"/>
                <a:gd name="connsiteX0" fmla="*/ 5531299 w 6858000"/>
                <a:gd name="connsiteY0" fmla="*/ 1381217 h 6418365"/>
                <a:gd name="connsiteX1" fmla="*/ 5227189 w 6858000"/>
                <a:gd name="connsiteY1" fmla="*/ 1416257 h 6418365"/>
                <a:gd name="connsiteX2" fmla="*/ 3429000 w 6858000"/>
                <a:gd name="connsiteY2" fmla="*/ 0 h 6418365"/>
                <a:gd name="connsiteX3" fmla="*/ 1630824 w 6858000"/>
                <a:gd name="connsiteY3" fmla="*/ 1416244 h 6418365"/>
                <a:gd name="connsiteX4" fmla="*/ 1326702 w 6858000"/>
                <a:gd name="connsiteY4" fmla="*/ 1381204 h 6418365"/>
                <a:gd name="connsiteX5" fmla="*/ 0 w 6858000"/>
                <a:gd name="connsiteY5" fmla="*/ 2707906 h 6418365"/>
                <a:gd name="connsiteX6" fmla="*/ 1326702 w 6858000"/>
                <a:gd name="connsiteY6" fmla="*/ 4034607 h 6418365"/>
                <a:gd name="connsiteX7" fmla="*/ 2906921 w 6858000"/>
                <a:gd name="connsiteY7" fmla="*/ 4034607 h 6418365"/>
                <a:gd name="connsiteX8" fmla="*/ 2906921 w 6858000"/>
                <a:gd name="connsiteY8" fmla="*/ 6257550 h 6418365"/>
                <a:gd name="connsiteX9" fmla="*/ 3067736 w 6858000"/>
                <a:gd name="connsiteY9" fmla="*/ 6418365 h 6418365"/>
                <a:gd name="connsiteX10" fmla="*/ 3952204 w 6858000"/>
                <a:gd name="connsiteY10" fmla="*/ 6257550 h 6418365"/>
                <a:gd name="connsiteX11" fmla="*/ 3952204 w 6858000"/>
                <a:gd name="connsiteY11" fmla="*/ 4034620 h 6418365"/>
                <a:gd name="connsiteX12" fmla="*/ 5531299 w 6858000"/>
                <a:gd name="connsiteY12" fmla="*/ 4034620 h 6418365"/>
                <a:gd name="connsiteX13" fmla="*/ 6858000 w 6858000"/>
                <a:gd name="connsiteY13" fmla="*/ 2707919 h 6418365"/>
                <a:gd name="connsiteX14" fmla="*/ 5531299 w 6858000"/>
                <a:gd name="connsiteY14" fmla="*/ 1381217 h 6418365"/>
                <a:gd name="connsiteX15" fmla="*/ 3630575 w 6858000"/>
                <a:gd name="connsiteY15" fmla="*/ 2960915 h 6418365"/>
                <a:gd name="connsiteX16" fmla="*/ 3228538 w 6858000"/>
                <a:gd name="connsiteY16" fmla="*/ 2960915 h 6418365"/>
                <a:gd name="connsiteX17" fmla="*/ 3067723 w 6858000"/>
                <a:gd name="connsiteY17" fmla="*/ 2800100 h 6418365"/>
                <a:gd name="connsiteX18" fmla="*/ 2965241 w 6858000"/>
                <a:gd name="connsiteY18" fmla="*/ 2800100 h 6418365"/>
                <a:gd name="connsiteX19" fmla="*/ 3429549 w 6858000"/>
                <a:gd name="connsiteY19" fmla="*/ 2233619 h 6418365"/>
                <a:gd name="connsiteX20" fmla="*/ 3893857 w 6858000"/>
                <a:gd name="connsiteY20" fmla="*/ 2800100 h 6418365"/>
                <a:gd name="connsiteX21" fmla="*/ 3791376 w 6858000"/>
                <a:gd name="connsiteY21" fmla="*/ 2800100 h 6418365"/>
                <a:gd name="connsiteX22" fmla="*/ 3630575 w 6858000"/>
                <a:gd name="connsiteY22" fmla="*/ 2960915 h 6418365"/>
                <a:gd name="connsiteX23" fmla="*/ 5531299 w 6858000"/>
                <a:gd name="connsiteY23" fmla="*/ 3713005 h 6418365"/>
                <a:gd name="connsiteX24" fmla="*/ 3952204 w 6858000"/>
                <a:gd name="connsiteY24" fmla="*/ 3713005 h 6418365"/>
                <a:gd name="connsiteX25" fmla="*/ 3952204 w 6858000"/>
                <a:gd name="connsiteY25" fmla="*/ 3121729 h 6418365"/>
                <a:gd name="connsiteX26" fmla="*/ 4233623 w 6858000"/>
                <a:gd name="connsiteY26" fmla="*/ 3121729 h 6418365"/>
                <a:gd name="connsiteX27" fmla="*/ 4378981 w 6858000"/>
                <a:gd name="connsiteY27" fmla="*/ 3029709 h 6418365"/>
                <a:gd name="connsiteX28" fmla="*/ 4357991 w 6858000"/>
                <a:gd name="connsiteY28" fmla="*/ 2858969 h 6418365"/>
                <a:gd name="connsiteX29" fmla="*/ 3553931 w 6858000"/>
                <a:gd name="connsiteY29" fmla="*/ 1878021 h 6418365"/>
                <a:gd name="connsiteX30" fmla="*/ 3429563 w 6858000"/>
                <a:gd name="connsiteY30" fmla="*/ 1819152 h 6418365"/>
                <a:gd name="connsiteX31" fmla="*/ 3305195 w 6858000"/>
                <a:gd name="connsiteY31" fmla="*/ 1878021 h 6418365"/>
                <a:gd name="connsiteX32" fmla="*/ 2501134 w 6858000"/>
                <a:gd name="connsiteY32" fmla="*/ 2858969 h 6418365"/>
                <a:gd name="connsiteX33" fmla="*/ 2480145 w 6858000"/>
                <a:gd name="connsiteY33" fmla="*/ 3029709 h 6418365"/>
                <a:gd name="connsiteX34" fmla="*/ 2625502 w 6858000"/>
                <a:gd name="connsiteY34" fmla="*/ 3121729 h 6418365"/>
                <a:gd name="connsiteX35" fmla="*/ 2906921 w 6858000"/>
                <a:gd name="connsiteY35" fmla="*/ 3121729 h 6418365"/>
                <a:gd name="connsiteX36" fmla="*/ 2906921 w 6858000"/>
                <a:gd name="connsiteY36" fmla="*/ 3713005 h 6418365"/>
                <a:gd name="connsiteX37" fmla="*/ 1326702 w 6858000"/>
                <a:gd name="connsiteY37" fmla="*/ 3713005 h 6418365"/>
                <a:gd name="connsiteX38" fmla="*/ 321629 w 6858000"/>
                <a:gd name="connsiteY38" fmla="*/ 2707932 h 6418365"/>
                <a:gd name="connsiteX39" fmla="*/ 1326702 w 6858000"/>
                <a:gd name="connsiteY39" fmla="*/ 1702860 h 6418365"/>
                <a:gd name="connsiteX40" fmla="*/ 1696538 w 6858000"/>
                <a:gd name="connsiteY40" fmla="*/ 1773007 h 6418365"/>
                <a:gd name="connsiteX41" fmla="*/ 1837006 w 6858000"/>
                <a:gd name="connsiteY41" fmla="*/ 1762091 h 6418365"/>
                <a:gd name="connsiteX42" fmla="*/ 1914989 w 6858000"/>
                <a:gd name="connsiteY42" fmla="*/ 1644715 h 6418365"/>
                <a:gd name="connsiteX43" fmla="*/ 3429000 w 6858000"/>
                <a:gd name="connsiteY43" fmla="*/ 321630 h 6418365"/>
                <a:gd name="connsiteX44" fmla="*/ 4942998 w 6858000"/>
                <a:gd name="connsiteY44" fmla="*/ 1644701 h 6418365"/>
                <a:gd name="connsiteX45" fmla="*/ 5020954 w 6858000"/>
                <a:gd name="connsiteY45" fmla="*/ 1762077 h 6418365"/>
                <a:gd name="connsiteX46" fmla="*/ 5161435 w 6858000"/>
                <a:gd name="connsiteY46" fmla="*/ 1772994 h 6418365"/>
                <a:gd name="connsiteX47" fmla="*/ 5531272 w 6858000"/>
                <a:gd name="connsiteY47" fmla="*/ 1702847 h 6418365"/>
                <a:gd name="connsiteX48" fmla="*/ 6536344 w 6858000"/>
                <a:gd name="connsiteY48" fmla="*/ 2707919 h 6418365"/>
                <a:gd name="connsiteX49" fmla="*/ 5531299 w 6858000"/>
                <a:gd name="connsiteY49" fmla="*/ 3713005 h 6418365"/>
                <a:gd name="connsiteX0" fmla="*/ 5531299 w 6858000"/>
                <a:gd name="connsiteY0" fmla="*/ 1381217 h 6418365"/>
                <a:gd name="connsiteX1" fmla="*/ 5227189 w 6858000"/>
                <a:gd name="connsiteY1" fmla="*/ 1416257 h 6418365"/>
                <a:gd name="connsiteX2" fmla="*/ 3429000 w 6858000"/>
                <a:gd name="connsiteY2" fmla="*/ 0 h 6418365"/>
                <a:gd name="connsiteX3" fmla="*/ 1630824 w 6858000"/>
                <a:gd name="connsiteY3" fmla="*/ 1416244 h 6418365"/>
                <a:gd name="connsiteX4" fmla="*/ 1326702 w 6858000"/>
                <a:gd name="connsiteY4" fmla="*/ 1381204 h 6418365"/>
                <a:gd name="connsiteX5" fmla="*/ 0 w 6858000"/>
                <a:gd name="connsiteY5" fmla="*/ 2707906 h 6418365"/>
                <a:gd name="connsiteX6" fmla="*/ 1326702 w 6858000"/>
                <a:gd name="connsiteY6" fmla="*/ 4034607 h 6418365"/>
                <a:gd name="connsiteX7" fmla="*/ 2906921 w 6858000"/>
                <a:gd name="connsiteY7" fmla="*/ 4034607 h 6418365"/>
                <a:gd name="connsiteX8" fmla="*/ 2906921 w 6858000"/>
                <a:gd name="connsiteY8" fmla="*/ 6257550 h 6418365"/>
                <a:gd name="connsiteX9" fmla="*/ 3067736 w 6858000"/>
                <a:gd name="connsiteY9" fmla="*/ 6418365 h 6418365"/>
                <a:gd name="connsiteX10" fmla="*/ 3952204 w 6858000"/>
                <a:gd name="connsiteY10" fmla="*/ 4034620 h 6418365"/>
                <a:gd name="connsiteX11" fmla="*/ 5531299 w 6858000"/>
                <a:gd name="connsiteY11" fmla="*/ 4034620 h 6418365"/>
                <a:gd name="connsiteX12" fmla="*/ 6858000 w 6858000"/>
                <a:gd name="connsiteY12" fmla="*/ 2707919 h 6418365"/>
                <a:gd name="connsiteX13" fmla="*/ 5531299 w 6858000"/>
                <a:gd name="connsiteY13" fmla="*/ 1381217 h 6418365"/>
                <a:gd name="connsiteX14" fmla="*/ 3630575 w 6858000"/>
                <a:gd name="connsiteY14" fmla="*/ 2960915 h 6418365"/>
                <a:gd name="connsiteX15" fmla="*/ 3228538 w 6858000"/>
                <a:gd name="connsiteY15" fmla="*/ 2960915 h 6418365"/>
                <a:gd name="connsiteX16" fmla="*/ 3067723 w 6858000"/>
                <a:gd name="connsiteY16" fmla="*/ 2800100 h 6418365"/>
                <a:gd name="connsiteX17" fmla="*/ 2965241 w 6858000"/>
                <a:gd name="connsiteY17" fmla="*/ 2800100 h 6418365"/>
                <a:gd name="connsiteX18" fmla="*/ 3429549 w 6858000"/>
                <a:gd name="connsiteY18" fmla="*/ 2233619 h 6418365"/>
                <a:gd name="connsiteX19" fmla="*/ 3893857 w 6858000"/>
                <a:gd name="connsiteY19" fmla="*/ 2800100 h 6418365"/>
                <a:gd name="connsiteX20" fmla="*/ 3791376 w 6858000"/>
                <a:gd name="connsiteY20" fmla="*/ 2800100 h 6418365"/>
                <a:gd name="connsiteX21" fmla="*/ 3630575 w 6858000"/>
                <a:gd name="connsiteY21" fmla="*/ 2960915 h 6418365"/>
                <a:gd name="connsiteX22" fmla="*/ 5531299 w 6858000"/>
                <a:gd name="connsiteY22" fmla="*/ 3713005 h 6418365"/>
                <a:gd name="connsiteX23" fmla="*/ 3952204 w 6858000"/>
                <a:gd name="connsiteY23" fmla="*/ 3713005 h 6418365"/>
                <a:gd name="connsiteX24" fmla="*/ 3952204 w 6858000"/>
                <a:gd name="connsiteY24" fmla="*/ 3121729 h 6418365"/>
                <a:gd name="connsiteX25" fmla="*/ 4233623 w 6858000"/>
                <a:gd name="connsiteY25" fmla="*/ 3121729 h 6418365"/>
                <a:gd name="connsiteX26" fmla="*/ 4378981 w 6858000"/>
                <a:gd name="connsiteY26" fmla="*/ 3029709 h 6418365"/>
                <a:gd name="connsiteX27" fmla="*/ 4357991 w 6858000"/>
                <a:gd name="connsiteY27" fmla="*/ 2858969 h 6418365"/>
                <a:gd name="connsiteX28" fmla="*/ 3553931 w 6858000"/>
                <a:gd name="connsiteY28" fmla="*/ 1878021 h 6418365"/>
                <a:gd name="connsiteX29" fmla="*/ 3429563 w 6858000"/>
                <a:gd name="connsiteY29" fmla="*/ 1819152 h 6418365"/>
                <a:gd name="connsiteX30" fmla="*/ 3305195 w 6858000"/>
                <a:gd name="connsiteY30" fmla="*/ 1878021 h 6418365"/>
                <a:gd name="connsiteX31" fmla="*/ 2501134 w 6858000"/>
                <a:gd name="connsiteY31" fmla="*/ 2858969 h 6418365"/>
                <a:gd name="connsiteX32" fmla="*/ 2480145 w 6858000"/>
                <a:gd name="connsiteY32" fmla="*/ 3029709 h 6418365"/>
                <a:gd name="connsiteX33" fmla="*/ 2625502 w 6858000"/>
                <a:gd name="connsiteY33" fmla="*/ 3121729 h 6418365"/>
                <a:gd name="connsiteX34" fmla="*/ 2906921 w 6858000"/>
                <a:gd name="connsiteY34" fmla="*/ 3121729 h 6418365"/>
                <a:gd name="connsiteX35" fmla="*/ 2906921 w 6858000"/>
                <a:gd name="connsiteY35" fmla="*/ 3713005 h 6418365"/>
                <a:gd name="connsiteX36" fmla="*/ 1326702 w 6858000"/>
                <a:gd name="connsiteY36" fmla="*/ 3713005 h 6418365"/>
                <a:gd name="connsiteX37" fmla="*/ 321629 w 6858000"/>
                <a:gd name="connsiteY37" fmla="*/ 2707932 h 6418365"/>
                <a:gd name="connsiteX38" fmla="*/ 1326702 w 6858000"/>
                <a:gd name="connsiteY38" fmla="*/ 1702860 h 6418365"/>
                <a:gd name="connsiteX39" fmla="*/ 1696538 w 6858000"/>
                <a:gd name="connsiteY39" fmla="*/ 1773007 h 6418365"/>
                <a:gd name="connsiteX40" fmla="*/ 1837006 w 6858000"/>
                <a:gd name="connsiteY40" fmla="*/ 1762091 h 6418365"/>
                <a:gd name="connsiteX41" fmla="*/ 1914989 w 6858000"/>
                <a:gd name="connsiteY41" fmla="*/ 1644715 h 6418365"/>
                <a:gd name="connsiteX42" fmla="*/ 3429000 w 6858000"/>
                <a:gd name="connsiteY42" fmla="*/ 321630 h 6418365"/>
                <a:gd name="connsiteX43" fmla="*/ 4942998 w 6858000"/>
                <a:gd name="connsiteY43" fmla="*/ 1644701 h 6418365"/>
                <a:gd name="connsiteX44" fmla="*/ 5020954 w 6858000"/>
                <a:gd name="connsiteY44" fmla="*/ 1762077 h 6418365"/>
                <a:gd name="connsiteX45" fmla="*/ 5161435 w 6858000"/>
                <a:gd name="connsiteY45" fmla="*/ 1772994 h 6418365"/>
                <a:gd name="connsiteX46" fmla="*/ 5531272 w 6858000"/>
                <a:gd name="connsiteY46" fmla="*/ 1702847 h 6418365"/>
                <a:gd name="connsiteX47" fmla="*/ 6536344 w 6858000"/>
                <a:gd name="connsiteY47" fmla="*/ 2707919 h 6418365"/>
                <a:gd name="connsiteX48" fmla="*/ 5531299 w 6858000"/>
                <a:gd name="connsiteY48" fmla="*/ 3713005 h 6418365"/>
                <a:gd name="connsiteX0" fmla="*/ 5531299 w 6858000"/>
                <a:gd name="connsiteY0" fmla="*/ 1381217 h 6257550"/>
                <a:gd name="connsiteX1" fmla="*/ 5227189 w 6858000"/>
                <a:gd name="connsiteY1" fmla="*/ 1416257 h 6257550"/>
                <a:gd name="connsiteX2" fmla="*/ 3429000 w 6858000"/>
                <a:gd name="connsiteY2" fmla="*/ 0 h 6257550"/>
                <a:gd name="connsiteX3" fmla="*/ 1630824 w 6858000"/>
                <a:gd name="connsiteY3" fmla="*/ 1416244 h 6257550"/>
                <a:gd name="connsiteX4" fmla="*/ 1326702 w 6858000"/>
                <a:gd name="connsiteY4" fmla="*/ 1381204 h 6257550"/>
                <a:gd name="connsiteX5" fmla="*/ 0 w 6858000"/>
                <a:gd name="connsiteY5" fmla="*/ 2707906 h 6257550"/>
                <a:gd name="connsiteX6" fmla="*/ 1326702 w 6858000"/>
                <a:gd name="connsiteY6" fmla="*/ 4034607 h 6257550"/>
                <a:gd name="connsiteX7" fmla="*/ 2906921 w 6858000"/>
                <a:gd name="connsiteY7" fmla="*/ 4034607 h 6257550"/>
                <a:gd name="connsiteX8" fmla="*/ 2906921 w 6858000"/>
                <a:gd name="connsiteY8" fmla="*/ 6257550 h 6257550"/>
                <a:gd name="connsiteX9" fmla="*/ 3952204 w 6858000"/>
                <a:gd name="connsiteY9" fmla="*/ 4034620 h 6257550"/>
                <a:gd name="connsiteX10" fmla="*/ 5531299 w 6858000"/>
                <a:gd name="connsiteY10" fmla="*/ 4034620 h 6257550"/>
                <a:gd name="connsiteX11" fmla="*/ 6858000 w 6858000"/>
                <a:gd name="connsiteY11" fmla="*/ 2707919 h 6257550"/>
                <a:gd name="connsiteX12" fmla="*/ 5531299 w 6858000"/>
                <a:gd name="connsiteY12" fmla="*/ 1381217 h 6257550"/>
                <a:gd name="connsiteX13" fmla="*/ 3630575 w 6858000"/>
                <a:gd name="connsiteY13" fmla="*/ 2960915 h 6257550"/>
                <a:gd name="connsiteX14" fmla="*/ 3228538 w 6858000"/>
                <a:gd name="connsiteY14" fmla="*/ 2960915 h 6257550"/>
                <a:gd name="connsiteX15" fmla="*/ 3067723 w 6858000"/>
                <a:gd name="connsiteY15" fmla="*/ 2800100 h 6257550"/>
                <a:gd name="connsiteX16" fmla="*/ 2965241 w 6858000"/>
                <a:gd name="connsiteY16" fmla="*/ 2800100 h 6257550"/>
                <a:gd name="connsiteX17" fmla="*/ 3429549 w 6858000"/>
                <a:gd name="connsiteY17" fmla="*/ 2233619 h 6257550"/>
                <a:gd name="connsiteX18" fmla="*/ 3893857 w 6858000"/>
                <a:gd name="connsiteY18" fmla="*/ 2800100 h 6257550"/>
                <a:gd name="connsiteX19" fmla="*/ 3791376 w 6858000"/>
                <a:gd name="connsiteY19" fmla="*/ 2800100 h 6257550"/>
                <a:gd name="connsiteX20" fmla="*/ 3630575 w 6858000"/>
                <a:gd name="connsiteY20" fmla="*/ 2960915 h 6257550"/>
                <a:gd name="connsiteX21" fmla="*/ 5531299 w 6858000"/>
                <a:gd name="connsiteY21" fmla="*/ 3713005 h 6257550"/>
                <a:gd name="connsiteX22" fmla="*/ 3952204 w 6858000"/>
                <a:gd name="connsiteY22" fmla="*/ 3713005 h 6257550"/>
                <a:gd name="connsiteX23" fmla="*/ 3952204 w 6858000"/>
                <a:gd name="connsiteY23" fmla="*/ 3121729 h 6257550"/>
                <a:gd name="connsiteX24" fmla="*/ 4233623 w 6858000"/>
                <a:gd name="connsiteY24" fmla="*/ 3121729 h 6257550"/>
                <a:gd name="connsiteX25" fmla="*/ 4378981 w 6858000"/>
                <a:gd name="connsiteY25" fmla="*/ 3029709 h 6257550"/>
                <a:gd name="connsiteX26" fmla="*/ 4357991 w 6858000"/>
                <a:gd name="connsiteY26" fmla="*/ 2858969 h 6257550"/>
                <a:gd name="connsiteX27" fmla="*/ 3553931 w 6858000"/>
                <a:gd name="connsiteY27" fmla="*/ 1878021 h 6257550"/>
                <a:gd name="connsiteX28" fmla="*/ 3429563 w 6858000"/>
                <a:gd name="connsiteY28" fmla="*/ 1819152 h 6257550"/>
                <a:gd name="connsiteX29" fmla="*/ 3305195 w 6858000"/>
                <a:gd name="connsiteY29" fmla="*/ 1878021 h 6257550"/>
                <a:gd name="connsiteX30" fmla="*/ 2501134 w 6858000"/>
                <a:gd name="connsiteY30" fmla="*/ 2858969 h 6257550"/>
                <a:gd name="connsiteX31" fmla="*/ 2480145 w 6858000"/>
                <a:gd name="connsiteY31" fmla="*/ 3029709 h 6257550"/>
                <a:gd name="connsiteX32" fmla="*/ 2625502 w 6858000"/>
                <a:gd name="connsiteY32" fmla="*/ 3121729 h 6257550"/>
                <a:gd name="connsiteX33" fmla="*/ 2906921 w 6858000"/>
                <a:gd name="connsiteY33" fmla="*/ 3121729 h 6257550"/>
                <a:gd name="connsiteX34" fmla="*/ 2906921 w 6858000"/>
                <a:gd name="connsiteY34" fmla="*/ 3713005 h 6257550"/>
                <a:gd name="connsiteX35" fmla="*/ 1326702 w 6858000"/>
                <a:gd name="connsiteY35" fmla="*/ 3713005 h 6257550"/>
                <a:gd name="connsiteX36" fmla="*/ 321629 w 6858000"/>
                <a:gd name="connsiteY36" fmla="*/ 2707932 h 6257550"/>
                <a:gd name="connsiteX37" fmla="*/ 1326702 w 6858000"/>
                <a:gd name="connsiteY37" fmla="*/ 1702860 h 6257550"/>
                <a:gd name="connsiteX38" fmla="*/ 1696538 w 6858000"/>
                <a:gd name="connsiteY38" fmla="*/ 1773007 h 6257550"/>
                <a:gd name="connsiteX39" fmla="*/ 1837006 w 6858000"/>
                <a:gd name="connsiteY39" fmla="*/ 1762091 h 6257550"/>
                <a:gd name="connsiteX40" fmla="*/ 1914989 w 6858000"/>
                <a:gd name="connsiteY40" fmla="*/ 1644715 h 6257550"/>
                <a:gd name="connsiteX41" fmla="*/ 3429000 w 6858000"/>
                <a:gd name="connsiteY41" fmla="*/ 321630 h 6257550"/>
                <a:gd name="connsiteX42" fmla="*/ 4942998 w 6858000"/>
                <a:gd name="connsiteY42" fmla="*/ 1644701 h 6257550"/>
                <a:gd name="connsiteX43" fmla="*/ 5020954 w 6858000"/>
                <a:gd name="connsiteY43" fmla="*/ 1762077 h 6257550"/>
                <a:gd name="connsiteX44" fmla="*/ 5161435 w 6858000"/>
                <a:gd name="connsiteY44" fmla="*/ 1772994 h 6257550"/>
                <a:gd name="connsiteX45" fmla="*/ 5531272 w 6858000"/>
                <a:gd name="connsiteY45" fmla="*/ 1702847 h 6257550"/>
                <a:gd name="connsiteX46" fmla="*/ 6536344 w 6858000"/>
                <a:gd name="connsiteY46" fmla="*/ 2707919 h 6257550"/>
                <a:gd name="connsiteX47" fmla="*/ 5531299 w 6858000"/>
                <a:gd name="connsiteY47" fmla="*/ 3713005 h 625755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630575 w 6858000"/>
                <a:gd name="connsiteY12" fmla="*/ 2960915 h 4034620"/>
                <a:gd name="connsiteX13" fmla="*/ 3228538 w 6858000"/>
                <a:gd name="connsiteY13" fmla="*/ 2960915 h 4034620"/>
                <a:gd name="connsiteX14" fmla="*/ 3067723 w 6858000"/>
                <a:gd name="connsiteY14" fmla="*/ 2800100 h 4034620"/>
                <a:gd name="connsiteX15" fmla="*/ 2965241 w 6858000"/>
                <a:gd name="connsiteY15" fmla="*/ 2800100 h 4034620"/>
                <a:gd name="connsiteX16" fmla="*/ 3429549 w 6858000"/>
                <a:gd name="connsiteY16" fmla="*/ 2233619 h 4034620"/>
                <a:gd name="connsiteX17" fmla="*/ 3893857 w 6858000"/>
                <a:gd name="connsiteY17" fmla="*/ 2800100 h 4034620"/>
                <a:gd name="connsiteX18" fmla="*/ 3791376 w 6858000"/>
                <a:gd name="connsiteY18" fmla="*/ 2800100 h 4034620"/>
                <a:gd name="connsiteX19" fmla="*/ 3630575 w 6858000"/>
                <a:gd name="connsiteY19" fmla="*/ 2960915 h 4034620"/>
                <a:gd name="connsiteX20" fmla="*/ 5531299 w 6858000"/>
                <a:gd name="connsiteY20" fmla="*/ 3713005 h 4034620"/>
                <a:gd name="connsiteX21" fmla="*/ 3952204 w 6858000"/>
                <a:gd name="connsiteY21" fmla="*/ 3713005 h 4034620"/>
                <a:gd name="connsiteX22" fmla="*/ 3952204 w 6858000"/>
                <a:gd name="connsiteY22" fmla="*/ 3121729 h 4034620"/>
                <a:gd name="connsiteX23" fmla="*/ 4233623 w 6858000"/>
                <a:gd name="connsiteY23" fmla="*/ 3121729 h 4034620"/>
                <a:gd name="connsiteX24" fmla="*/ 4378981 w 6858000"/>
                <a:gd name="connsiteY24" fmla="*/ 3029709 h 4034620"/>
                <a:gd name="connsiteX25" fmla="*/ 4357991 w 6858000"/>
                <a:gd name="connsiteY25" fmla="*/ 2858969 h 4034620"/>
                <a:gd name="connsiteX26" fmla="*/ 3553931 w 6858000"/>
                <a:gd name="connsiteY26" fmla="*/ 1878021 h 4034620"/>
                <a:gd name="connsiteX27" fmla="*/ 3429563 w 6858000"/>
                <a:gd name="connsiteY27" fmla="*/ 1819152 h 4034620"/>
                <a:gd name="connsiteX28" fmla="*/ 3305195 w 6858000"/>
                <a:gd name="connsiteY28" fmla="*/ 1878021 h 4034620"/>
                <a:gd name="connsiteX29" fmla="*/ 2501134 w 6858000"/>
                <a:gd name="connsiteY29" fmla="*/ 2858969 h 4034620"/>
                <a:gd name="connsiteX30" fmla="*/ 2480145 w 6858000"/>
                <a:gd name="connsiteY30" fmla="*/ 3029709 h 4034620"/>
                <a:gd name="connsiteX31" fmla="*/ 2625502 w 6858000"/>
                <a:gd name="connsiteY31" fmla="*/ 3121729 h 4034620"/>
                <a:gd name="connsiteX32" fmla="*/ 2906921 w 6858000"/>
                <a:gd name="connsiteY32" fmla="*/ 3121729 h 4034620"/>
                <a:gd name="connsiteX33" fmla="*/ 2906921 w 6858000"/>
                <a:gd name="connsiteY33" fmla="*/ 3713005 h 4034620"/>
                <a:gd name="connsiteX34" fmla="*/ 1326702 w 6858000"/>
                <a:gd name="connsiteY34" fmla="*/ 3713005 h 4034620"/>
                <a:gd name="connsiteX35" fmla="*/ 321629 w 6858000"/>
                <a:gd name="connsiteY35" fmla="*/ 2707932 h 4034620"/>
                <a:gd name="connsiteX36" fmla="*/ 1326702 w 6858000"/>
                <a:gd name="connsiteY36" fmla="*/ 1702860 h 4034620"/>
                <a:gd name="connsiteX37" fmla="*/ 1696538 w 6858000"/>
                <a:gd name="connsiteY37" fmla="*/ 1773007 h 4034620"/>
                <a:gd name="connsiteX38" fmla="*/ 1837006 w 6858000"/>
                <a:gd name="connsiteY38" fmla="*/ 1762091 h 4034620"/>
                <a:gd name="connsiteX39" fmla="*/ 1914989 w 6858000"/>
                <a:gd name="connsiteY39" fmla="*/ 1644715 h 4034620"/>
                <a:gd name="connsiteX40" fmla="*/ 3429000 w 6858000"/>
                <a:gd name="connsiteY40" fmla="*/ 321630 h 4034620"/>
                <a:gd name="connsiteX41" fmla="*/ 4942998 w 6858000"/>
                <a:gd name="connsiteY41" fmla="*/ 1644701 h 4034620"/>
                <a:gd name="connsiteX42" fmla="*/ 5020954 w 6858000"/>
                <a:gd name="connsiteY42" fmla="*/ 1762077 h 4034620"/>
                <a:gd name="connsiteX43" fmla="*/ 5161435 w 6858000"/>
                <a:gd name="connsiteY43" fmla="*/ 1772994 h 4034620"/>
                <a:gd name="connsiteX44" fmla="*/ 5531272 w 6858000"/>
                <a:gd name="connsiteY44" fmla="*/ 1702847 h 4034620"/>
                <a:gd name="connsiteX45" fmla="*/ 6536344 w 6858000"/>
                <a:gd name="connsiteY45" fmla="*/ 2707919 h 4034620"/>
                <a:gd name="connsiteX46" fmla="*/ 5531299 w 6858000"/>
                <a:gd name="connsiteY46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630575 w 6858000"/>
                <a:gd name="connsiteY12" fmla="*/ 2960915 h 4034620"/>
                <a:gd name="connsiteX13" fmla="*/ 3228538 w 6858000"/>
                <a:gd name="connsiteY13" fmla="*/ 2960915 h 4034620"/>
                <a:gd name="connsiteX14" fmla="*/ 3067723 w 6858000"/>
                <a:gd name="connsiteY14" fmla="*/ 2800100 h 4034620"/>
                <a:gd name="connsiteX15" fmla="*/ 2965241 w 6858000"/>
                <a:gd name="connsiteY15" fmla="*/ 2800100 h 4034620"/>
                <a:gd name="connsiteX16" fmla="*/ 3429549 w 6858000"/>
                <a:gd name="connsiteY16" fmla="*/ 2233619 h 4034620"/>
                <a:gd name="connsiteX17" fmla="*/ 3893857 w 6858000"/>
                <a:gd name="connsiteY17" fmla="*/ 2800100 h 4034620"/>
                <a:gd name="connsiteX18" fmla="*/ 3791376 w 6858000"/>
                <a:gd name="connsiteY18" fmla="*/ 2800100 h 4034620"/>
                <a:gd name="connsiteX19" fmla="*/ 3630575 w 6858000"/>
                <a:gd name="connsiteY19" fmla="*/ 2960915 h 4034620"/>
                <a:gd name="connsiteX20" fmla="*/ 5531299 w 6858000"/>
                <a:gd name="connsiteY20" fmla="*/ 3713005 h 4034620"/>
                <a:gd name="connsiteX21" fmla="*/ 3952204 w 6858000"/>
                <a:gd name="connsiteY21" fmla="*/ 3713005 h 4034620"/>
                <a:gd name="connsiteX22" fmla="*/ 4233623 w 6858000"/>
                <a:gd name="connsiteY22" fmla="*/ 3121729 h 4034620"/>
                <a:gd name="connsiteX23" fmla="*/ 4378981 w 6858000"/>
                <a:gd name="connsiteY23" fmla="*/ 3029709 h 4034620"/>
                <a:gd name="connsiteX24" fmla="*/ 4357991 w 6858000"/>
                <a:gd name="connsiteY24" fmla="*/ 2858969 h 4034620"/>
                <a:gd name="connsiteX25" fmla="*/ 3553931 w 6858000"/>
                <a:gd name="connsiteY25" fmla="*/ 1878021 h 4034620"/>
                <a:gd name="connsiteX26" fmla="*/ 3429563 w 6858000"/>
                <a:gd name="connsiteY26" fmla="*/ 1819152 h 4034620"/>
                <a:gd name="connsiteX27" fmla="*/ 3305195 w 6858000"/>
                <a:gd name="connsiteY27" fmla="*/ 1878021 h 4034620"/>
                <a:gd name="connsiteX28" fmla="*/ 2501134 w 6858000"/>
                <a:gd name="connsiteY28" fmla="*/ 2858969 h 4034620"/>
                <a:gd name="connsiteX29" fmla="*/ 2480145 w 6858000"/>
                <a:gd name="connsiteY29" fmla="*/ 3029709 h 4034620"/>
                <a:gd name="connsiteX30" fmla="*/ 2625502 w 6858000"/>
                <a:gd name="connsiteY30" fmla="*/ 3121729 h 4034620"/>
                <a:gd name="connsiteX31" fmla="*/ 2906921 w 6858000"/>
                <a:gd name="connsiteY31" fmla="*/ 3121729 h 4034620"/>
                <a:gd name="connsiteX32" fmla="*/ 2906921 w 6858000"/>
                <a:gd name="connsiteY32" fmla="*/ 3713005 h 4034620"/>
                <a:gd name="connsiteX33" fmla="*/ 1326702 w 6858000"/>
                <a:gd name="connsiteY33" fmla="*/ 3713005 h 4034620"/>
                <a:gd name="connsiteX34" fmla="*/ 321629 w 6858000"/>
                <a:gd name="connsiteY34" fmla="*/ 2707932 h 4034620"/>
                <a:gd name="connsiteX35" fmla="*/ 1326702 w 6858000"/>
                <a:gd name="connsiteY35" fmla="*/ 1702860 h 4034620"/>
                <a:gd name="connsiteX36" fmla="*/ 1696538 w 6858000"/>
                <a:gd name="connsiteY36" fmla="*/ 1773007 h 4034620"/>
                <a:gd name="connsiteX37" fmla="*/ 1837006 w 6858000"/>
                <a:gd name="connsiteY37" fmla="*/ 1762091 h 4034620"/>
                <a:gd name="connsiteX38" fmla="*/ 1914989 w 6858000"/>
                <a:gd name="connsiteY38" fmla="*/ 1644715 h 4034620"/>
                <a:gd name="connsiteX39" fmla="*/ 3429000 w 6858000"/>
                <a:gd name="connsiteY39" fmla="*/ 321630 h 4034620"/>
                <a:gd name="connsiteX40" fmla="*/ 4942998 w 6858000"/>
                <a:gd name="connsiteY40" fmla="*/ 1644701 h 4034620"/>
                <a:gd name="connsiteX41" fmla="*/ 5020954 w 6858000"/>
                <a:gd name="connsiteY41" fmla="*/ 1762077 h 4034620"/>
                <a:gd name="connsiteX42" fmla="*/ 5161435 w 6858000"/>
                <a:gd name="connsiteY42" fmla="*/ 1772994 h 4034620"/>
                <a:gd name="connsiteX43" fmla="*/ 5531272 w 6858000"/>
                <a:gd name="connsiteY43" fmla="*/ 1702847 h 4034620"/>
                <a:gd name="connsiteX44" fmla="*/ 6536344 w 6858000"/>
                <a:gd name="connsiteY44" fmla="*/ 2707919 h 4034620"/>
                <a:gd name="connsiteX45" fmla="*/ 5531299 w 6858000"/>
                <a:gd name="connsiteY45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791376 w 6858000"/>
                <a:gd name="connsiteY12" fmla="*/ 2800100 h 4034620"/>
                <a:gd name="connsiteX13" fmla="*/ 3228538 w 6858000"/>
                <a:gd name="connsiteY13" fmla="*/ 2960915 h 4034620"/>
                <a:gd name="connsiteX14" fmla="*/ 3067723 w 6858000"/>
                <a:gd name="connsiteY14" fmla="*/ 2800100 h 4034620"/>
                <a:gd name="connsiteX15" fmla="*/ 2965241 w 6858000"/>
                <a:gd name="connsiteY15" fmla="*/ 2800100 h 4034620"/>
                <a:gd name="connsiteX16" fmla="*/ 3429549 w 6858000"/>
                <a:gd name="connsiteY16" fmla="*/ 2233619 h 4034620"/>
                <a:gd name="connsiteX17" fmla="*/ 3893857 w 6858000"/>
                <a:gd name="connsiteY17" fmla="*/ 2800100 h 4034620"/>
                <a:gd name="connsiteX18" fmla="*/ 3791376 w 6858000"/>
                <a:gd name="connsiteY18" fmla="*/ 2800100 h 4034620"/>
                <a:gd name="connsiteX19" fmla="*/ 5531299 w 6858000"/>
                <a:gd name="connsiteY19" fmla="*/ 3713005 h 4034620"/>
                <a:gd name="connsiteX20" fmla="*/ 3952204 w 6858000"/>
                <a:gd name="connsiteY20" fmla="*/ 3713005 h 4034620"/>
                <a:gd name="connsiteX21" fmla="*/ 4233623 w 6858000"/>
                <a:gd name="connsiteY21" fmla="*/ 3121729 h 4034620"/>
                <a:gd name="connsiteX22" fmla="*/ 4378981 w 6858000"/>
                <a:gd name="connsiteY22" fmla="*/ 3029709 h 4034620"/>
                <a:gd name="connsiteX23" fmla="*/ 4357991 w 6858000"/>
                <a:gd name="connsiteY23" fmla="*/ 2858969 h 4034620"/>
                <a:gd name="connsiteX24" fmla="*/ 3553931 w 6858000"/>
                <a:gd name="connsiteY24" fmla="*/ 1878021 h 4034620"/>
                <a:gd name="connsiteX25" fmla="*/ 3429563 w 6858000"/>
                <a:gd name="connsiteY25" fmla="*/ 1819152 h 4034620"/>
                <a:gd name="connsiteX26" fmla="*/ 3305195 w 6858000"/>
                <a:gd name="connsiteY26" fmla="*/ 1878021 h 4034620"/>
                <a:gd name="connsiteX27" fmla="*/ 2501134 w 6858000"/>
                <a:gd name="connsiteY27" fmla="*/ 2858969 h 4034620"/>
                <a:gd name="connsiteX28" fmla="*/ 2480145 w 6858000"/>
                <a:gd name="connsiteY28" fmla="*/ 3029709 h 4034620"/>
                <a:gd name="connsiteX29" fmla="*/ 2625502 w 6858000"/>
                <a:gd name="connsiteY29" fmla="*/ 3121729 h 4034620"/>
                <a:gd name="connsiteX30" fmla="*/ 2906921 w 6858000"/>
                <a:gd name="connsiteY30" fmla="*/ 3121729 h 4034620"/>
                <a:gd name="connsiteX31" fmla="*/ 2906921 w 6858000"/>
                <a:gd name="connsiteY31" fmla="*/ 3713005 h 4034620"/>
                <a:gd name="connsiteX32" fmla="*/ 1326702 w 6858000"/>
                <a:gd name="connsiteY32" fmla="*/ 3713005 h 4034620"/>
                <a:gd name="connsiteX33" fmla="*/ 321629 w 6858000"/>
                <a:gd name="connsiteY33" fmla="*/ 2707932 h 4034620"/>
                <a:gd name="connsiteX34" fmla="*/ 1326702 w 6858000"/>
                <a:gd name="connsiteY34" fmla="*/ 1702860 h 4034620"/>
                <a:gd name="connsiteX35" fmla="*/ 1696538 w 6858000"/>
                <a:gd name="connsiteY35" fmla="*/ 1773007 h 4034620"/>
                <a:gd name="connsiteX36" fmla="*/ 1837006 w 6858000"/>
                <a:gd name="connsiteY36" fmla="*/ 1762091 h 4034620"/>
                <a:gd name="connsiteX37" fmla="*/ 1914989 w 6858000"/>
                <a:gd name="connsiteY37" fmla="*/ 1644715 h 4034620"/>
                <a:gd name="connsiteX38" fmla="*/ 3429000 w 6858000"/>
                <a:gd name="connsiteY38" fmla="*/ 321630 h 4034620"/>
                <a:gd name="connsiteX39" fmla="*/ 4942998 w 6858000"/>
                <a:gd name="connsiteY39" fmla="*/ 1644701 h 4034620"/>
                <a:gd name="connsiteX40" fmla="*/ 5020954 w 6858000"/>
                <a:gd name="connsiteY40" fmla="*/ 1762077 h 4034620"/>
                <a:gd name="connsiteX41" fmla="*/ 5161435 w 6858000"/>
                <a:gd name="connsiteY41" fmla="*/ 1772994 h 4034620"/>
                <a:gd name="connsiteX42" fmla="*/ 5531272 w 6858000"/>
                <a:gd name="connsiteY42" fmla="*/ 1702847 h 4034620"/>
                <a:gd name="connsiteX43" fmla="*/ 6536344 w 6858000"/>
                <a:gd name="connsiteY43" fmla="*/ 2707919 h 4034620"/>
                <a:gd name="connsiteX44" fmla="*/ 5531299 w 6858000"/>
                <a:gd name="connsiteY44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791376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3791376 w 6858000"/>
                <a:gd name="connsiteY17" fmla="*/ 2800100 h 4034620"/>
                <a:gd name="connsiteX18" fmla="*/ 5531299 w 6858000"/>
                <a:gd name="connsiteY18" fmla="*/ 3713005 h 4034620"/>
                <a:gd name="connsiteX19" fmla="*/ 3952204 w 6858000"/>
                <a:gd name="connsiteY19" fmla="*/ 3713005 h 4034620"/>
                <a:gd name="connsiteX20" fmla="*/ 4233623 w 6858000"/>
                <a:gd name="connsiteY20" fmla="*/ 3121729 h 4034620"/>
                <a:gd name="connsiteX21" fmla="*/ 4378981 w 6858000"/>
                <a:gd name="connsiteY21" fmla="*/ 3029709 h 4034620"/>
                <a:gd name="connsiteX22" fmla="*/ 4357991 w 6858000"/>
                <a:gd name="connsiteY22" fmla="*/ 2858969 h 4034620"/>
                <a:gd name="connsiteX23" fmla="*/ 3553931 w 6858000"/>
                <a:gd name="connsiteY23" fmla="*/ 1878021 h 4034620"/>
                <a:gd name="connsiteX24" fmla="*/ 3429563 w 6858000"/>
                <a:gd name="connsiteY24" fmla="*/ 1819152 h 4034620"/>
                <a:gd name="connsiteX25" fmla="*/ 3305195 w 6858000"/>
                <a:gd name="connsiteY25" fmla="*/ 1878021 h 4034620"/>
                <a:gd name="connsiteX26" fmla="*/ 2501134 w 6858000"/>
                <a:gd name="connsiteY26" fmla="*/ 2858969 h 4034620"/>
                <a:gd name="connsiteX27" fmla="*/ 2480145 w 6858000"/>
                <a:gd name="connsiteY27" fmla="*/ 3029709 h 4034620"/>
                <a:gd name="connsiteX28" fmla="*/ 2625502 w 6858000"/>
                <a:gd name="connsiteY28" fmla="*/ 3121729 h 4034620"/>
                <a:gd name="connsiteX29" fmla="*/ 2906921 w 6858000"/>
                <a:gd name="connsiteY29" fmla="*/ 3121729 h 4034620"/>
                <a:gd name="connsiteX30" fmla="*/ 2906921 w 6858000"/>
                <a:gd name="connsiteY30" fmla="*/ 3713005 h 4034620"/>
                <a:gd name="connsiteX31" fmla="*/ 1326702 w 6858000"/>
                <a:gd name="connsiteY31" fmla="*/ 3713005 h 4034620"/>
                <a:gd name="connsiteX32" fmla="*/ 321629 w 6858000"/>
                <a:gd name="connsiteY32" fmla="*/ 2707932 h 4034620"/>
                <a:gd name="connsiteX33" fmla="*/ 1326702 w 6858000"/>
                <a:gd name="connsiteY33" fmla="*/ 1702860 h 4034620"/>
                <a:gd name="connsiteX34" fmla="*/ 1696538 w 6858000"/>
                <a:gd name="connsiteY34" fmla="*/ 1773007 h 4034620"/>
                <a:gd name="connsiteX35" fmla="*/ 1837006 w 6858000"/>
                <a:gd name="connsiteY35" fmla="*/ 1762091 h 4034620"/>
                <a:gd name="connsiteX36" fmla="*/ 1914989 w 6858000"/>
                <a:gd name="connsiteY36" fmla="*/ 1644715 h 4034620"/>
                <a:gd name="connsiteX37" fmla="*/ 3429000 w 6858000"/>
                <a:gd name="connsiteY37" fmla="*/ 321630 h 4034620"/>
                <a:gd name="connsiteX38" fmla="*/ 4942998 w 6858000"/>
                <a:gd name="connsiteY38" fmla="*/ 1644701 h 4034620"/>
                <a:gd name="connsiteX39" fmla="*/ 5020954 w 6858000"/>
                <a:gd name="connsiteY39" fmla="*/ 1762077 h 4034620"/>
                <a:gd name="connsiteX40" fmla="*/ 5161435 w 6858000"/>
                <a:gd name="connsiteY40" fmla="*/ 1772994 h 4034620"/>
                <a:gd name="connsiteX41" fmla="*/ 5531272 w 6858000"/>
                <a:gd name="connsiteY41" fmla="*/ 1702847 h 4034620"/>
                <a:gd name="connsiteX42" fmla="*/ 6536344 w 6858000"/>
                <a:gd name="connsiteY42" fmla="*/ 2707919 h 4034620"/>
                <a:gd name="connsiteX43" fmla="*/ 5531299 w 6858000"/>
                <a:gd name="connsiteY43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5531299 w 6858000"/>
                <a:gd name="connsiteY17" fmla="*/ 3713005 h 4034620"/>
                <a:gd name="connsiteX18" fmla="*/ 3952204 w 6858000"/>
                <a:gd name="connsiteY18" fmla="*/ 3713005 h 4034620"/>
                <a:gd name="connsiteX19" fmla="*/ 4233623 w 6858000"/>
                <a:gd name="connsiteY19" fmla="*/ 3121729 h 4034620"/>
                <a:gd name="connsiteX20" fmla="*/ 4378981 w 6858000"/>
                <a:gd name="connsiteY20" fmla="*/ 3029709 h 4034620"/>
                <a:gd name="connsiteX21" fmla="*/ 4357991 w 6858000"/>
                <a:gd name="connsiteY21" fmla="*/ 2858969 h 4034620"/>
                <a:gd name="connsiteX22" fmla="*/ 3553931 w 6858000"/>
                <a:gd name="connsiteY22" fmla="*/ 1878021 h 4034620"/>
                <a:gd name="connsiteX23" fmla="*/ 3429563 w 6858000"/>
                <a:gd name="connsiteY23" fmla="*/ 1819152 h 4034620"/>
                <a:gd name="connsiteX24" fmla="*/ 3305195 w 6858000"/>
                <a:gd name="connsiteY24" fmla="*/ 1878021 h 4034620"/>
                <a:gd name="connsiteX25" fmla="*/ 2501134 w 6858000"/>
                <a:gd name="connsiteY25" fmla="*/ 2858969 h 4034620"/>
                <a:gd name="connsiteX26" fmla="*/ 2480145 w 6858000"/>
                <a:gd name="connsiteY26" fmla="*/ 3029709 h 4034620"/>
                <a:gd name="connsiteX27" fmla="*/ 2625502 w 6858000"/>
                <a:gd name="connsiteY27" fmla="*/ 3121729 h 4034620"/>
                <a:gd name="connsiteX28" fmla="*/ 2906921 w 6858000"/>
                <a:gd name="connsiteY28" fmla="*/ 3121729 h 4034620"/>
                <a:gd name="connsiteX29" fmla="*/ 2906921 w 6858000"/>
                <a:gd name="connsiteY29" fmla="*/ 3713005 h 4034620"/>
                <a:gd name="connsiteX30" fmla="*/ 1326702 w 6858000"/>
                <a:gd name="connsiteY30" fmla="*/ 3713005 h 4034620"/>
                <a:gd name="connsiteX31" fmla="*/ 321629 w 6858000"/>
                <a:gd name="connsiteY31" fmla="*/ 2707932 h 4034620"/>
                <a:gd name="connsiteX32" fmla="*/ 1326702 w 6858000"/>
                <a:gd name="connsiteY32" fmla="*/ 1702860 h 4034620"/>
                <a:gd name="connsiteX33" fmla="*/ 1696538 w 6858000"/>
                <a:gd name="connsiteY33" fmla="*/ 1773007 h 4034620"/>
                <a:gd name="connsiteX34" fmla="*/ 1837006 w 6858000"/>
                <a:gd name="connsiteY34" fmla="*/ 1762091 h 4034620"/>
                <a:gd name="connsiteX35" fmla="*/ 1914989 w 6858000"/>
                <a:gd name="connsiteY35" fmla="*/ 1644715 h 4034620"/>
                <a:gd name="connsiteX36" fmla="*/ 3429000 w 6858000"/>
                <a:gd name="connsiteY36" fmla="*/ 321630 h 4034620"/>
                <a:gd name="connsiteX37" fmla="*/ 4942998 w 6858000"/>
                <a:gd name="connsiteY37" fmla="*/ 1644701 h 4034620"/>
                <a:gd name="connsiteX38" fmla="*/ 5020954 w 6858000"/>
                <a:gd name="connsiteY38" fmla="*/ 1762077 h 4034620"/>
                <a:gd name="connsiteX39" fmla="*/ 5161435 w 6858000"/>
                <a:gd name="connsiteY39" fmla="*/ 1772994 h 4034620"/>
                <a:gd name="connsiteX40" fmla="*/ 5531272 w 6858000"/>
                <a:gd name="connsiteY40" fmla="*/ 1702847 h 4034620"/>
                <a:gd name="connsiteX41" fmla="*/ 6536344 w 6858000"/>
                <a:gd name="connsiteY41" fmla="*/ 2707919 h 4034620"/>
                <a:gd name="connsiteX42" fmla="*/ 5531299 w 6858000"/>
                <a:gd name="connsiteY42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5531299 w 6858000"/>
                <a:gd name="connsiteY17" fmla="*/ 3713005 h 4034620"/>
                <a:gd name="connsiteX18" fmla="*/ 3952204 w 6858000"/>
                <a:gd name="connsiteY18" fmla="*/ 3713005 h 4034620"/>
                <a:gd name="connsiteX19" fmla="*/ 4233623 w 6858000"/>
                <a:gd name="connsiteY19" fmla="*/ 3121729 h 4034620"/>
                <a:gd name="connsiteX20" fmla="*/ 4378981 w 6858000"/>
                <a:gd name="connsiteY20" fmla="*/ 3029709 h 4034620"/>
                <a:gd name="connsiteX21" fmla="*/ 4357991 w 6858000"/>
                <a:gd name="connsiteY21" fmla="*/ 2858969 h 4034620"/>
                <a:gd name="connsiteX22" fmla="*/ 3553931 w 6858000"/>
                <a:gd name="connsiteY22" fmla="*/ 1878021 h 4034620"/>
                <a:gd name="connsiteX23" fmla="*/ 3429563 w 6858000"/>
                <a:gd name="connsiteY23" fmla="*/ 1819152 h 4034620"/>
                <a:gd name="connsiteX24" fmla="*/ 3305195 w 6858000"/>
                <a:gd name="connsiteY24" fmla="*/ 1878021 h 4034620"/>
                <a:gd name="connsiteX25" fmla="*/ 2501134 w 6858000"/>
                <a:gd name="connsiteY25" fmla="*/ 2858969 h 4034620"/>
                <a:gd name="connsiteX26" fmla="*/ 2480145 w 6858000"/>
                <a:gd name="connsiteY26" fmla="*/ 3029709 h 4034620"/>
                <a:gd name="connsiteX27" fmla="*/ 2625502 w 6858000"/>
                <a:gd name="connsiteY27" fmla="*/ 3121729 h 4034620"/>
                <a:gd name="connsiteX28" fmla="*/ 2906921 w 6858000"/>
                <a:gd name="connsiteY28" fmla="*/ 3713005 h 4034620"/>
                <a:gd name="connsiteX29" fmla="*/ 1326702 w 6858000"/>
                <a:gd name="connsiteY29" fmla="*/ 3713005 h 4034620"/>
                <a:gd name="connsiteX30" fmla="*/ 321629 w 6858000"/>
                <a:gd name="connsiteY30" fmla="*/ 2707932 h 4034620"/>
                <a:gd name="connsiteX31" fmla="*/ 1326702 w 6858000"/>
                <a:gd name="connsiteY31" fmla="*/ 1702860 h 4034620"/>
                <a:gd name="connsiteX32" fmla="*/ 1696538 w 6858000"/>
                <a:gd name="connsiteY32" fmla="*/ 1773007 h 4034620"/>
                <a:gd name="connsiteX33" fmla="*/ 1837006 w 6858000"/>
                <a:gd name="connsiteY33" fmla="*/ 1762091 h 4034620"/>
                <a:gd name="connsiteX34" fmla="*/ 1914989 w 6858000"/>
                <a:gd name="connsiteY34" fmla="*/ 1644715 h 4034620"/>
                <a:gd name="connsiteX35" fmla="*/ 3429000 w 6858000"/>
                <a:gd name="connsiteY35" fmla="*/ 321630 h 4034620"/>
                <a:gd name="connsiteX36" fmla="*/ 4942998 w 6858000"/>
                <a:gd name="connsiteY36" fmla="*/ 1644701 h 4034620"/>
                <a:gd name="connsiteX37" fmla="*/ 5020954 w 6858000"/>
                <a:gd name="connsiteY37" fmla="*/ 1762077 h 4034620"/>
                <a:gd name="connsiteX38" fmla="*/ 5161435 w 6858000"/>
                <a:gd name="connsiteY38" fmla="*/ 1772994 h 4034620"/>
                <a:gd name="connsiteX39" fmla="*/ 5531272 w 6858000"/>
                <a:gd name="connsiteY39" fmla="*/ 1702847 h 4034620"/>
                <a:gd name="connsiteX40" fmla="*/ 6536344 w 6858000"/>
                <a:gd name="connsiteY40" fmla="*/ 2707919 h 4034620"/>
                <a:gd name="connsiteX41" fmla="*/ 5531299 w 6858000"/>
                <a:gd name="connsiteY41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5531299 w 6858000"/>
                <a:gd name="connsiteY17" fmla="*/ 3713005 h 4034620"/>
                <a:gd name="connsiteX18" fmla="*/ 3952204 w 6858000"/>
                <a:gd name="connsiteY18" fmla="*/ 3713005 h 4034620"/>
                <a:gd name="connsiteX19" fmla="*/ 4233623 w 6858000"/>
                <a:gd name="connsiteY19" fmla="*/ 3121729 h 4034620"/>
                <a:gd name="connsiteX20" fmla="*/ 4378981 w 6858000"/>
                <a:gd name="connsiteY20" fmla="*/ 3029709 h 4034620"/>
                <a:gd name="connsiteX21" fmla="*/ 4357991 w 6858000"/>
                <a:gd name="connsiteY21" fmla="*/ 2858969 h 4034620"/>
                <a:gd name="connsiteX22" fmla="*/ 3553931 w 6858000"/>
                <a:gd name="connsiteY22" fmla="*/ 1878021 h 4034620"/>
                <a:gd name="connsiteX23" fmla="*/ 3429563 w 6858000"/>
                <a:gd name="connsiteY23" fmla="*/ 1819152 h 4034620"/>
                <a:gd name="connsiteX24" fmla="*/ 3305195 w 6858000"/>
                <a:gd name="connsiteY24" fmla="*/ 1878021 h 4034620"/>
                <a:gd name="connsiteX25" fmla="*/ 2480145 w 6858000"/>
                <a:gd name="connsiteY25" fmla="*/ 3029709 h 4034620"/>
                <a:gd name="connsiteX26" fmla="*/ 2625502 w 6858000"/>
                <a:gd name="connsiteY26" fmla="*/ 3121729 h 4034620"/>
                <a:gd name="connsiteX27" fmla="*/ 2906921 w 6858000"/>
                <a:gd name="connsiteY27" fmla="*/ 3713005 h 4034620"/>
                <a:gd name="connsiteX28" fmla="*/ 1326702 w 6858000"/>
                <a:gd name="connsiteY28" fmla="*/ 3713005 h 4034620"/>
                <a:gd name="connsiteX29" fmla="*/ 321629 w 6858000"/>
                <a:gd name="connsiteY29" fmla="*/ 2707932 h 4034620"/>
                <a:gd name="connsiteX30" fmla="*/ 1326702 w 6858000"/>
                <a:gd name="connsiteY30" fmla="*/ 1702860 h 4034620"/>
                <a:gd name="connsiteX31" fmla="*/ 1696538 w 6858000"/>
                <a:gd name="connsiteY31" fmla="*/ 1773007 h 4034620"/>
                <a:gd name="connsiteX32" fmla="*/ 1837006 w 6858000"/>
                <a:gd name="connsiteY32" fmla="*/ 1762091 h 4034620"/>
                <a:gd name="connsiteX33" fmla="*/ 1914989 w 6858000"/>
                <a:gd name="connsiteY33" fmla="*/ 1644715 h 4034620"/>
                <a:gd name="connsiteX34" fmla="*/ 3429000 w 6858000"/>
                <a:gd name="connsiteY34" fmla="*/ 321630 h 4034620"/>
                <a:gd name="connsiteX35" fmla="*/ 4942998 w 6858000"/>
                <a:gd name="connsiteY35" fmla="*/ 1644701 h 4034620"/>
                <a:gd name="connsiteX36" fmla="*/ 5020954 w 6858000"/>
                <a:gd name="connsiteY36" fmla="*/ 1762077 h 4034620"/>
                <a:gd name="connsiteX37" fmla="*/ 5161435 w 6858000"/>
                <a:gd name="connsiteY37" fmla="*/ 1772994 h 4034620"/>
                <a:gd name="connsiteX38" fmla="*/ 5531272 w 6858000"/>
                <a:gd name="connsiteY38" fmla="*/ 1702847 h 4034620"/>
                <a:gd name="connsiteX39" fmla="*/ 6536344 w 6858000"/>
                <a:gd name="connsiteY39" fmla="*/ 2707919 h 4034620"/>
                <a:gd name="connsiteX40" fmla="*/ 5531299 w 6858000"/>
                <a:gd name="connsiteY40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5531299 w 6858000"/>
                <a:gd name="connsiteY17" fmla="*/ 3713005 h 4034620"/>
                <a:gd name="connsiteX18" fmla="*/ 3952204 w 6858000"/>
                <a:gd name="connsiteY18" fmla="*/ 3713005 h 4034620"/>
                <a:gd name="connsiteX19" fmla="*/ 4378981 w 6858000"/>
                <a:gd name="connsiteY19" fmla="*/ 3029709 h 4034620"/>
                <a:gd name="connsiteX20" fmla="*/ 4357991 w 6858000"/>
                <a:gd name="connsiteY20" fmla="*/ 2858969 h 4034620"/>
                <a:gd name="connsiteX21" fmla="*/ 3553931 w 6858000"/>
                <a:gd name="connsiteY21" fmla="*/ 1878021 h 4034620"/>
                <a:gd name="connsiteX22" fmla="*/ 3429563 w 6858000"/>
                <a:gd name="connsiteY22" fmla="*/ 1819152 h 4034620"/>
                <a:gd name="connsiteX23" fmla="*/ 3305195 w 6858000"/>
                <a:gd name="connsiteY23" fmla="*/ 1878021 h 4034620"/>
                <a:gd name="connsiteX24" fmla="*/ 2480145 w 6858000"/>
                <a:gd name="connsiteY24" fmla="*/ 3029709 h 4034620"/>
                <a:gd name="connsiteX25" fmla="*/ 2625502 w 6858000"/>
                <a:gd name="connsiteY25" fmla="*/ 3121729 h 4034620"/>
                <a:gd name="connsiteX26" fmla="*/ 2906921 w 6858000"/>
                <a:gd name="connsiteY26" fmla="*/ 3713005 h 4034620"/>
                <a:gd name="connsiteX27" fmla="*/ 1326702 w 6858000"/>
                <a:gd name="connsiteY27" fmla="*/ 3713005 h 4034620"/>
                <a:gd name="connsiteX28" fmla="*/ 321629 w 6858000"/>
                <a:gd name="connsiteY28" fmla="*/ 2707932 h 4034620"/>
                <a:gd name="connsiteX29" fmla="*/ 1326702 w 6858000"/>
                <a:gd name="connsiteY29" fmla="*/ 1702860 h 4034620"/>
                <a:gd name="connsiteX30" fmla="*/ 1696538 w 6858000"/>
                <a:gd name="connsiteY30" fmla="*/ 1773007 h 4034620"/>
                <a:gd name="connsiteX31" fmla="*/ 1837006 w 6858000"/>
                <a:gd name="connsiteY31" fmla="*/ 1762091 h 4034620"/>
                <a:gd name="connsiteX32" fmla="*/ 1914989 w 6858000"/>
                <a:gd name="connsiteY32" fmla="*/ 1644715 h 4034620"/>
                <a:gd name="connsiteX33" fmla="*/ 3429000 w 6858000"/>
                <a:gd name="connsiteY33" fmla="*/ 321630 h 4034620"/>
                <a:gd name="connsiteX34" fmla="*/ 4942998 w 6858000"/>
                <a:gd name="connsiteY34" fmla="*/ 1644701 h 4034620"/>
                <a:gd name="connsiteX35" fmla="*/ 5020954 w 6858000"/>
                <a:gd name="connsiteY35" fmla="*/ 1762077 h 4034620"/>
                <a:gd name="connsiteX36" fmla="*/ 5161435 w 6858000"/>
                <a:gd name="connsiteY36" fmla="*/ 1772994 h 4034620"/>
                <a:gd name="connsiteX37" fmla="*/ 5531272 w 6858000"/>
                <a:gd name="connsiteY37" fmla="*/ 1702847 h 4034620"/>
                <a:gd name="connsiteX38" fmla="*/ 6536344 w 6858000"/>
                <a:gd name="connsiteY38" fmla="*/ 2707919 h 4034620"/>
                <a:gd name="connsiteX39" fmla="*/ 5531299 w 6858000"/>
                <a:gd name="connsiteY39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893857 w 6858000"/>
                <a:gd name="connsiteY15" fmla="*/ 2800100 h 4034620"/>
                <a:gd name="connsiteX16" fmla="*/ 5531299 w 6858000"/>
                <a:gd name="connsiteY16" fmla="*/ 3713005 h 4034620"/>
                <a:gd name="connsiteX17" fmla="*/ 3952204 w 6858000"/>
                <a:gd name="connsiteY17" fmla="*/ 3713005 h 4034620"/>
                <a:gd name="connsiteX18" fmla="*/ 4378981 w 6858000"/>
                <a:gd name="connsiteY18" fmla="*/ 3029709 h 4034620"/>
                <a:gd name="connsiteX19" fmla="*/ 4357991 w 6858000"/>
                <a:gd name="connsiteY19" fmla="*/ 2858969 h 4034620"/>
                <a:gd name="connsiteX20" fmla="*/ 3553931 w 6858000"/>
                <a:gd name="connsiteY20" fmla="*/ 1878021 h 4034620"/>
                <a:gd name="connsiteX21" fmla="*/ 3429563 w 6858000"/>
                <a:gd name="connsiteY21" fmla="*/ 1819152 h 4034620"/>
                <a:gd name="connsiteX22" fmla="*/ 3305195 w 6858000"/>
                <a:gd name="connsiteY22" fmla="*/ 1878021 h 4034620"/>
                <a:gd name="connsiteX23" fmla="*/ 2480145 w 6858000"/>
                <a:gd name="connsiteY23" fmla="*/ 3029709 h 4034620"/>
                <a:gd name="connsiteX24" fmla="*/ 2625502 w 6858000"/>
                <a:gd name="connsiteY24" fmla="*/ 3121729 h 4034620"/>
                <a:gd name="connsiteX25" fmla="*/ 2906921 w 6858000"/>
                <a:gd name="connsiteY25" fmla="*/ 3713005 h 4034620"/>
                <a:gd name="connsiteX26" fmla="*/ 1326702 w 6858000"/>
                <a:gd name="connsiteY26" fmla="*/ 3713005 h 4034620"/>
                <a:gd name="connsiteX27" fmla="*/ 321629 w 6858000"/>
                <a:gd name="connsiteY27" fmla="*/ 2707932 h 4034620"/>
                <a:gd name="connsiteX28" fmla="*/ 1326702 w 6858000"/>
                <a:gd name="connsiteY28" fmla="*/ 1702860 h 4034620"/>
                <a:gd name="connsiteX29" fmla="*/ 1696538 w 6858000"/>
                <a:gd name="connsiteY29" fmla="*/ 1773007 h 4034620"/>
                <a:gd name="connsiteX30" fmla="*/ 1837006 w 6858000"/>
                <a:gd name="connsiteY30" fmla="*/ 1762091 h 4034620"/>
                <a:gd name="connsiteX31" fmla="*/ 1914989 w 6858000"/>
                <a:gd name="connsiteY31" fmla="*/ 1644715 h 4034620"/>
                <a:gd name="connsiteX32" fmla="*/ 3429000 w 6858000"/>
                <a:gd name="connsiteY32" fmla="*/ 321630 h 4034620"/>
                <a:gd name="connsiteX33" fmla="*/ 4942998 w 6858000"/>
                <a:gd name="connsiteY33" fmla="*/ 1644701 h 4034620"/>
                <a:gd name="connsiteX34" fmla="*/ 5020954 w 6858000"/>
                <a:gd name="connsiteY34" fmla="*/ 1762077 h 4034620"/>
                <a:gd name="connsiteX35" fmla="*/ 5161435 w 6858000"/>
                <a:gd name="connsiteY35" fmla="*/ 1772994 h 4034620"/>
                <a:gd name="connsiteX36" fmla="*/ 5531272 w 6858000"/>
                <a:gd name="connsiteY36" fmla="*/ 1702847 h 4034620"/>
                <a:gd name="connsiteX37" fmla="*/ 6536344 w 6858000"/>
                <a:gd name="connsiteY37" fmla="*/ 2707919 h 4034620"/>
                <a:gd name="connsiteX38" fmla="*/ 5531299 w 6858000"/>
                <a:gd name="connsiteY38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2965241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5531299 w 6858000"/>
                <a:gd name="connsiteY15" fmla="*/ 3713005 h 4034620"/>
                <a:gd name="connsiteX16" fmla="*/ 3952204 w 6858000"/>
                <a:gd name="connsiteY16" fmla="*/ 3713005 h 4034620"/>
                <a:gd name="connsiteX17" fmla="*/ 4378981 w 6858000"/>
                <a:gd name="connsiteY17" fmla="*/ 3029709 h 4034620"/>
                <a:gd name="connsiteX18" fmla="*/ 4357991 w 6858000"/>
                <a:gd name="connsiteY18" fmla="*/ 2858969 h 4034620"/>
                <a:gd name="connsiteX19" fmla="*/ 3553931 w 6858000"/>
                <a:gd name="connsiteY19" fmla="*/ 1878021 h 4034620"/>
                <a:gd name="connsiteX20" fmla="*/ 3429563 w 6858000"/>
                <a:gd name="connsiteY20" fmla="*/ 1819152 h 4034620"/>
                <a:gd name="connsiteX21" fmla="*/ 3305195 w 6858000"/>
                <a:gd name="connsiteY21" fmla="*/ 1878021 h 4034620"/>
                <a:gd name="connsiteX22" fmla="*/ 2480145 w 6858000"/>
                <a:gd name="connsiteY22" fmla="*/ 3029709 h 4034620"/>
                <a:gd name="connsiteX23" fmla="*/ 2625502 w 6858000"/>
                <a:gd name="connsiteY23" fmla="*/ 3121729 h 4034620"/>
                <a:gd name="connsiteX24" fmla="*/ 2906921 w 6858000"/>
                <a:gd name="connsiteY24" fmla="*/ 3713005 h 4034620"/>
                <a:gd name="connsiteX25" fmla="*/ 1326702 w 6858000"/>
                <a:gd name="connsiteY25" fmla="*/ 3713005 h 4034620"/>
                <a:gd name="connsiteX26" fmla="*/ 321629 w 6858000"/>
                <a:gd name="connsiteY26" fmla="*/ 2707932 h 4034620"/>
                <a:gd name="connsiteX27" fmla="*/ 1326702 w 6858000"/>
                <a:gd name="connsiteY27" fmla="*/ 1702860 h 4034620"/>
                <a:gd name="connsiteX28" fmla="*/ 1696538 w 6858000"/>
                <a:gd name="connsiteY28" fmla="*/ 1773007 h 4034620"/>
                <a:gd name="connsiteX29" fmla="*/ 1837006 w 6858000"/>
                <a:gd name="connsiteY29" fmla="*/ 1762091 h 4034620"/>
                <a:gd name="connsiteX30" fmla="*/ 1914989 w 6858000"/>
                <a:gd name="connsiteY30" fmla="*/ 1644715 h 4034620"/>
                <a:gd name="connsiteX31" fmla="*/ 3429000 w 6858000"/>
                <a:gd name="connsiteY31" fmla="*/ 321630 h 4034620"/>
                <a:gd name="connsiteX32" fmla="*/ 4942998 w 6858000"/>
                <a:gd name="connsiteY32" fmla="*/ 1644701 h 4034620"/>
                <a:gd name="connsiteX33" fmla="*/ 5020954 w 6858000"/>
                <a:gd name="connsiteY33" fmla="*/ 1762077 h 4034620"/>
                <a:gd name="connsiteX34" fmla="*/ 5161435 w 6858000"/>
                <a:gd name="connsiteY34" fmla="*/ 1772994 h 4034620"/>
                <a:gd name="connsiteX35" fmla="*/ 5531272 w 6858000"/>
                <a:gd name="connsiteY35" fmla="*/ 1702847 h 4034620"/>
                <a:gd name="connsiteX36" fmla="*/ 6536344 w 6858000"/>
                <a:gd name="connsiteY36" fmla="*/ 2707919 h 4034620"/>
                <a:gd name="connsiteX37" fmla="*/ 5531299 w 6858000"/>
                <a:gd name="connsiteY37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4357991 w 6858000"/>
                <a:gd name="connsiteY15" fmla="*/ 2858969 h 4034620"/>
                <a:gd name="connsiteX16" fmla="*/ 3553931 w 6858000"/>
                <a:gd name="connsiteY16" fmla="*/ 1878021 h 4034620"/>
                <a:gd name="connsiteX17" fmla="*/ 3429563 w 6858000"/>
                <a:gd name="connsiteY17" fmla="*/ 1819152 h 4034620"/>
                <a:gd name="connsiteX18" fmla="*/ 3305195 w 6858000"/>
                <a:gd name="connsiteY18" fmla="*/ 1878021 h 4034620"/>
                <a:gd name="connsiteX19" fmla="*/ 2480145 w 6858000"/>
                <a:gd name="connsiteY19" fmla="*/ 3029709 h 4034620"/>
                <a:gd name="connsiteX20" fmla="*/ 2625502 w 6858000"/>
                <a:gd name="connsiteY20" fmla="*/ 3121729 h 4034620"/>
                <a:gd name="connsiteX21" fmla="*/ 2906921 w 6858000"/>
                <a:gd name="connsiteY21" fmla="*/ 3713005 h 4034620"/>
                <a:gd name="connsiteX22" fmla="*/ 1326702 w 6858000"/>
                <a:gd name="connsiteY22" fmla="*/ 3713005 h 4034620"/>
                <a:gd name="connsiteX23" fmla="*/ 321629 w 6858000"/>
                <a:gd name="connsiteY23" fmla="*/ 2707932 h 4034620"/>
                <a:gd name="connsiteX24" fmla="*/ 1326702 w 6858000"/>
                <a:gd name="connsiteY24" fmla="*/ 1702860 h 4034620"/>
                <a:gd name="connsiteX25" fmla="*/ 1696538 w 6858000"/>
                <a:gd name="connsiteY25" fmla="*/ 1773007 h 4034620"/>
                <a:gd name="connsiteX26" fmla="*/ 1837006 w 6858000"/>
                <a:gd name="connsiteY26" fmla="*/ 1762091 h 4034620"/>
                <a:gd name="connsiteX27" fmla="*/ 1914989 w 6858000"/>
                <a:gd name="connsiteY27" fmla="*/ 1644715 h 4034620"/>
                <a:gd name="connsiteX28" fmla="*/ 3429000 w 6858000"/>
                <a:gd name="connsiteY28" fmla="*/ 321630 h 4034620"/>
                <a:gd name="connsiteX29" fmla="*/ 4942998 w 6858000"/>
                <a:gd name="connsiteY29" fmla="*/ 1644701 h 4034620"/>
                <a:gd name="connsiteX30" fmla="*/ 5020954 w 6858000"/>
                <a:gd name="connsiteY30" fmla="*/ 1762077 h 4034620"/>
                <a:gd name="connsiteX31" fmla="*/ 5161435 w 6858000"/>
                <a:gd name="connsiteY31" fmla="*/ 1772994 h 4034620"/>
                <a:gd name="connsiteX32" fmla="*/ 5531272 w 6858000"/>
                <a:gd name="connsiteY32" fmla="*/ 1702847 h 4034620"/>
                <a:gd name="connsiteX33" fmla="*/ 6536344 w 6858000"/>
                <a:gd name="connsiteY33" fmla="*/ 2707919 h 4034620"/>
                <a:gd name="connsiteX34" fmla="*/ 5531299 w 6858000"/>
                <a:gd name="connsiteY34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4357991 w 6858000"/>
                <a:gd name="connsiteY15" fmla="*/ 2858969 h 4034620"/>
                <a:gd name="connsiteX16" fmla="*/ 3553931 w 6858000"/>
                <a:gd name="connsiteY16" fmla="*/ 1878021 h 4034620"/>
                <a:gd name="connsiteX17" fmla="*/ 3429563 w 6858000"/>
                <a:gd name="connsiteY17" fmla="*/ 1819152 h 4034620"/>
                <a:gd name="connsiteX18" fmla="*/ 2480145 w 6858000"/>
                <a:gd name="connsiteY18" fmla="*/ 3029709 h 4034620"/>
                <a:gd name="connsiteX19" fmla="*/ 2625502 w 6858000"/>
                <a:gd name="connsiteY19" fmla="*/ 3121729 h 4034620"/>
                <a:gd name="connsiteX20" fmla="*/ 2906921 w 6858000"/>
                <a:gd name="connsiteY20" fmla="*/ 3713005 h 4034620"/>
                <a:gd name="connsiteX21" fmla="*/ 1326702 w 6858000"/>
                <a:gd name="connsiteY21" fmla="*/ 3713005 h 4034620"/>
                <a:gd name="connsiteX22" fmla="*/ 321629 w 6858000"/>
                <a:gd name="connsiteY22" fmla="*/ 2707932 h 4034620"/>
                <a:gd name="connsiteX23" fmla="*/ 1326702 w 6858000"/>
                <a:gd name="connsiteY23" fmla="*/ 1702860 h 4034620"/>
                <a:gd name="connsiteX24" fmla="*/ 1696538 w 6858000"/>
                <a:gd name="connsiteY24" fmla="*/ 1773007 h 4034620"/>
                <a:gd name="connsiteX25" fmla="*/ 1837006 w 6858000"/>
                <a:gd name="connsiteY25" fmla="*/ 1762091 h 4034620"/>
                <a:gd name="connsiteX26" fmla="*/ 1914989 w 6858000"/>
                <a:gd name="connsiteY26" fmla="*/ 1644715 h 4034620"/>
                <a:gd name="connsiteX27" fmla="*/ 3429000 w 6858000"/>
                <a:gd name="connsiteY27" fmla="*/ 321630 h 4034620"/>
                <a:gd name="connsiteX28" fmla="*/ 4942998 w 6858000"/>
                <a:gd name="connsiteY28" fmla="*/ 1644701 h 4034620"/>
                <a:gd name="connsiteX29" fmla="*/ 5020954 w 6858000"/>
                <a:gd name="connsiteY29" fmla="*/ 1762077 h 4034620"/>
                <a:gd name="connsiteX30" fmla="*/ 5161435 w 6858000"/>
                <a:gd name="connsiteY30" fmla="*/ 1772994 h 4034620"/>
                <a:gd name="connsiteX31" fmla="*/ 5531272 w 6858000"/>
                <a:gd name="connsiteY31" fmla="*/ 1702847 h 4034620"/>
                <a:gd name="connsiteX32" fmla="*/ 6536344 w 6858000"/>
                <a:gd name="connsiteY32" fmla="*/ 2707919 h 4034620"/>
                <a:gd name="connsiteX33" fmla="*/ 5531299 w 6858000"/>
                <a:gd name="connsiteY33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4357991 w 6858000"/>
                <a:gd name="connsiteY15" fmla="*/ 2858969 h 4034620"/>
                <a:gd name="connsiteX16" fmla="*/ 3553931 w 6858000"/>
                <a:gd name="connsiteY16" fmla="*/ 1878021 h 4034620"/>
                <a:gd name="connsiteX17" fmla="*/ 3429563 w 6858000"/>
                <a:gd name="connsiteY17" fmla="*/ 1819152 h 4034620"/>
                <a:gd name="connsiteX18" fmla="*/ 2625502 w 6858000"/>
                <a:gd name="connsiteY18" fmla="*/ 3121729 h 4034620"/>
                <a:gd name="connsiteX19" fmla="*/ 2906921 w 6858000"/>
                <a:gd name="connsiteY19" fmla="*/ 3713005 h 4034620"/>
                <a:gd name="connsiteX20" fmla="*/ 1326702 w 6858000"/>
                <a:gd name="connsiteY20" fmla="*/ 3713005 h 4034620"/>
                <a:gd name="connsiteX21" fmla="*/ 321629 w 6858000"/>
                <a:gd name="connsiteY21" fmla="*/ 2707932 h 4034620"/>
                <a:gd name="connsiteX22" fmla="*/ 1326702 w 6858000"/>
                <a:gd name="connsiteY22" fmla="*/ 1702860 h 4034620"/>
                <a:gd name="connsiteX23" fmla="*/ 1696538 w 6858000"/>
                <a:gd name="connsiteY23" fmla="*/ 1773007 h 4034620"/>
                <a:gd name="connsiteX24" fmla="*/ 1837006 w 6858000"/>
                <a:gd name="connsiteY24" fmla="*/ 1762091 h 4034620"/>
                <a:gd name="connsiteX25" fmla="*/ 1914989 w 6858000"/>
                <a:gd name="connsiteY25" fmla="*/ 1644715 h 4034620"/>
                <a:gd name="connsiteX26" fmla="*/ 3429000 w 6858000"/>
                <a:gd name="connsiteY26" fmla="*/ 321630 h 4034620"/>
                <a:gd name="connsiteX27" fmla="*/ 4942998 w 6858000"/>
                <a:gd name="connsiteY27" fmla="*/ 1644701 h 4034620"/>
                <a:gd name="connsiteX28" fmla="*/ 5020954 w 6858000"/>
                <a:gd name="connsiteY28" fmla="*/ 1762077 h 4034620"/>
                <a:gd name="connsiteX29" fmla="*/ 5161435 w 6858000"/>
                <a:gd name="connsiteY29" fmla="*/ 1772994 h 4034620"/>
                <a:gd name="connsiteX30" fmla="*/ 5531272 w 6858000"/>
                <a:gd name="connsiteY30" fmla="*/ 1702847 h 4034620"/>
                <a:gd name="connsiteX31" fmla="*/ 6536344 w 6858000"/>
                <a:gd name="connsiteY31" fmla="*/ 2707919 h 4034620"/>
                <a:gd name="connsiteX32" fmla="*/ 5531299 w 6858000"/>
                <a:gd name="connsiteY32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3553931 w 6858000"/>
                <a:gd name="connsiteY15" fmla="*/ 1878021 h 4034620"/>
                <a:gd name="connsiteX16" fmla="*/ 3429563 w 6858000"/>
                <a:gd name="connsiteY16" fmla="*/ 1819152 h 4034620"/>
                <a:gd name="connsiteX17" fmla="*/ 2625502 w 6858000"/>
                <a:gd name="connsiteY17" fmla="*/ 3121729 h 4034620"/>
                <a:gd name="connsiteX18" fmla="*/ 2906921 w 6858000"/>
                <a:gd name="connsiteY18" fmla="*/ 3713005 h 4034620"/>
                <a:gd name="connsiteX19" fmla="*/ 1326702 w 6858000"/>
                <a:gd name="connsiteY19" fmla="*/ 3713005 h 4034620"/>
                <a:gd name="connsiteX20" fmla="*/ 321629 w 6858000"/>
                <a:gd name="connsiteY20" fmla="*/ 2707932 h 4034620"/>
                <a:gd name="connsiteX21" fmla="*/ 1326702 w 6858000"/>
                <a:gd name="connsiteY21" fmla="*/ 1702860 h 4034620"/>
                <a:gd name="connsiteX22" fmla="*/ 1696538 w 6858000"/>
                <a:gd name="connsiteY22" fmla="*/ 1773007 h 4034620"/>
                <a:gd name="connsiteX23" fmla="*/ 1837006 w 6858000"/>
                <a:gd name="connsiteY23" fmla="*/ 1762091 h 4034620"/>
                <a:gd name="connsiteX24" fmla="*/ 1914989 w 6858000"/>
                <a:gd name="connsiteY24" fmla="*/ 1644715 h 4034620"/>
                <a:gd name="connsiteX25" fmla="*/ 3429000 w 6858000"/>
                <a:gd name="connsiteY25" fmla="*/ 321630 h 4034620"/>
                <a:gd name="connsiteX26" fmla="*/ 4942998 w 6858000"/>
                <a:gd name="connsiteY26" fmla="*/ 1644701 h 4034620"/>
                <a:gd name="connsiteX27" fmla="*/ 5020954 w 6858000"/>
                <a:gd name="connsiteY27" fmla="*/ 1762077 h 4034620"/>
                <a:gd name="connsiteX28" fmla="*/ 5161435 w 6858000"/>
                <a:gd name="connsiteY28" fmla="*/ 1772994 h 4034620"/>
                <a:gd name="connsiteX29" fmla="*/ 5531272 w 6858000"/>
                <a:gd name="connsiteY29" fmla="*/ 1702847 h 4034620"/>
                <a:gd name="connsiteX30" fmla="*/ 6536344 w 6858000"/>
                <a:gd name="connsiteY30" fmla="*/ 2707919 h 4034620"/>
                <a:gd name="connsiteX31" fmla="*/ 5531299 w 6858000"/>
                <a:gd name="connsiteY31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3553931 w 6858000"/>
                <a:gd name="connsiteY15" fmla="*/ 1878021 h 4034620"/>
                <a:gd name="connsiteX16" fmla="*/ 2625502 w 6858000"/>
                <a:gd name="connsiteY16" fmla="*/ 3121729 h 4034620"/>
                <a:gd name="connsiteX17" fmla="*/ 2906921 w 6858000"/>
                <a:gd name="connsiteY17" fmla="*/ 3713005 h 4034620"/>
                <a:gd name="connsiteX18" fmla="*/ 1326702 w 6858000"/>
                <a:gd name="connsiteY18" fmla="*/ 3713005 h 4034620"/>
                <a:gd name="connsiteX19" fmla="*/ 321629 w 6858000"/>
                <a:gd name="connsiteY19" fmla="*/ 2707932 h 4034620"/>
                <a:gd name="connsiteX20" fmla="*/ 1326702 w 6858000"/>
                <a:gd name="connsiteY20" fmla="*/ 1702860 h 4034620"/>
                <a:gd name="connsiteX21" fmla="*/ 1696538 w 6858000"/>
                <a:gd name="connsiteY21" fmla="*/ 1773007 h 4034620"/>
                <a:gd name="connsiteX22" fmla="*/ 1837006 w 6858000"/>
                <a:gd name="connsiteY22" fmla="*/ 1762091 h 4034620"/>
                <a:gd name="connsiteX23" fmla="*/ 1914989 w 6858000"/>
                <a:gd name="connsiteY23" fmla="*/ 1644715 h 4034620"/>
                <a:gd name="connsiteX24" fmla="*/ 3429000 w 6858000"/>
                <a:gd name="connsiteY24" fmla="*/ 321630 h 4034620"/>
                <a:gd name="connsiteX25" fmla="*/ 4942998 w 6858000"/>
                <a:gd name="connsiteY25" fmla="*/ 1644701 h 4034620"/>
                <a:gd name="connsiteX26" fmla="*/ 5020954 w 6858000"/>
                <a:gd name="connsiteY26" fmla="*/ 1762077 h 4034620"/>
                <a:gd name="connsiteX27" fmla="*/ 5161435 w 6858000"/>
                <a:gd name="connsiteY27" fmla="*/ 1772994 h 4034620"/>
                <a:gd name="connsiteX28" fmla="*/ 5531272 w 6858000"/>
                <a:gd name="connsiteY28" fmla="*/ 1702847 h 4034620"/>
                <a:gd name="connsiteX29" fmla="*/ 6536344 w 6858000"/>
                <a:gd name="connsiteY29" fmla="*/ 2707919 h 4034620"/>
                <a:gd name="connsiteX30" fmla="*/ 5531299 w 6858000"/>
                <a:gd name="connsiteY30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2625502 w 6858000"/>
                <a:gd name="connsiteY15" fmla="*/ 3121729 h 4034620"/>
                <a:gd name="connsiteX16" fmla="*/ 2906921 w 6858000"/>
                <a:gd name="connsiteY16" fmla="*/ 3713005 h 4034620"/>
                <a:gd name="connsiteX17" fmla="*/ 1326702 w 6858000"/>
                <a:gd name="connsiteY17" fmla="*/ 3713005 h 4034620"/>
                <a:gd name="connsiteX18" fmla="*/ 321629 w 6858000"/>
                <a:gd name="connsiteY18" fmla="*/ 2707932 h 4034620"/>
                <a:gd name="connsiteX19" fmla="*/ 1326702 w 6858000"/>
                <a:gd name="connsiteY19" fmla="*/ 1702860 h 4034620"/>
                <a:gd name="connsiteX20" fmla="*/ 1696538 w 6858000"/>
                <a:gd name="connsiteY20" fmla="*/ 1773007 h 4034620"/>
                <a:gd name="connsiteX21" fmla="*/ 1837006 w 6858000"/>
                <a:gd name="connsiteY21" fmla="*/ 1762091 h 4034620"/>
                <a:gd name="connsiteX22" fmla="*/ 1914989 w 6858000"/>
                <a:gd name="connsiteY22" fmla="*/ 1644715 h 4034620"/>
                <a:gd name="connsiteX23" fmla="*/ 3429000 w 6858000"/>
                <a:gd name="connsiteY23" fmla="*/ 321630 h 4034620"/>
                <a:gd name="connsiteX24" fmla="*/ 4942998 w 6858000"/>
                <a:gd name="connsiteY24" fmla="*/ 1644701 h 4034620"/>
                <a:gd name="connsiteX25" fmla="*/ 5020954 w 6858000"/>
                <a:gd name="connsiteY25" fmla="*/ 1762077 h 4034620"/>
                <a:gd name="connsiteX26" fmla="*/ 5161435 w 6858000"/>
                <a:gd name="connsiteY26" fmla="*/ 1772994 h 4034620"/>
                <a:gd name="connsiteX27" fmla="*/ 5531272 w 6858000"/>
                <a:gd name="connsiteY27" fmla="*/ 1702847 h 4034620"/>
                <a:gd name="connsiteX28" fmla="*/ 6536344 w 6858000"/>
                <a:gd name="connsiteY28" fmla="*/ 2707919 h 4034620"/>
                <a:gd name="connsiteX29" fmla="*/ 5531299 w 6858000"/>
                <a:gd name="connsiteY29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2625502 w 6858000"/>
                <a:gd name="connsiteY14" fmla="*/ 3121729 h 4034620"/>
                <a:gd name="connsiteX15" fmla="*/ 2906921 w 6858000"/>
                <a:gd name="connsiteY15" fmla="*/ 3713005 h 4034620"/>
                <a:gd name="connsiteX16" fmla="*/ 1326702 w 6858000"/>
                <a:gd name="connsiteY16" fmla="*/ 3713005 h 4034620"/>
                <a:gd name="connsiteX17" fmla="*/ 321629 w 6858000"/>
                <a:gd name="connsiteY17" fmla="*/ 2707932 h 4034620"/>
                <a:gd name="connsiteX18" fmla="*/ 1326702 w 6858000"/>
                <a:gd name="connsiteY18" fmla="*/ 1702860 h 4034620"/>
                <a:gd name="connsiteX19" fmla="*/ 1696538 w 6858000"/>
                <a:gd name="connsiteY19" fmla="*/ 1773007 h 4034620"/>
                <a:gd name="connsiteX20" fmla="*/ 1837006 w 6858000"/>
                <a:gd name="connsiteY20" fmla="*/ 1762091 h 4034620"/>
                <a:gd name="connsiteX21" fmla="*/ 1914989 w 6858000"/>
                <a:gd name="connsiteY21" fmla="*/ 1644715 h 4034620"/>
                <a:gd name="connsiteX22" fmla="*/ 3429000 w 6858000"/>
                <a:gd name="connsiteY22" fmla="*/ 321630 h 4034620"/>
                <a:gd name="connsiteX23" fmla="*/ 4942998 w 6858000"/>
                <a:gd name="connsiteY23" fmla="*/ 1644701 h 4034620"/>
                <a:gd name="connsiteX24" fmla="*/ 5020954 w 6858000"/>
                <a:gd name="connsiteY24" fmla="*/ 1762077 h 4034620"/>
                <a:gd name="connsiteX25" fmla="*/ 5161435 w 6858000"/>
                <a:gd name="connsiteY25" fmla="*/ 1772994 h 4034620"/>
                <a:gd name="connsiteX26" fmla="*/ 5531272 w 6858000"/>
                <a:gd name="connsiteY26" fmla="*/ 1702847 h 4034620"/>
                <a:gd name="connsiteX27" fmla="*/ 6536344 w 6858000"/>
                <a:gd name="connsiteY27" fmla="*/ 2707919 h 4034620"/>
                <a:gd name="connsiteX28" fmla="*/ 5531299 w 6858000"/>
                <a:gd name="connsiteY28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2906921 w 6858000"/>
                <a:gd name="connsiteY14" fmla="*/ 3713005 h 4034620"/>
                <a:gd name="connsiteX15" fmla="*/ 1326702 w 6858000"/>
                <a:gd name="connsiteY15" fmla="*/ 3713005 h 4034620"/>
                <a:gd name="connsiteX16" fmla="*/ 321629 w 6858000"/>
                <a:gd name="connsiteY16" fmla="*/ 2707932 h 4034620"/>
                <a:gd name="connsiteX17" fmla="*/ 1326702 w 6858000"/>
                <a:gd name="connsiteY17" fmla="*/ 1702860 h 4034620"/>
                <a:gd name="connsiteX18" fmla="*/ 1696538 w 6858000"/>
                <a:gd name="connsiteY18" fmla="*/ 1773007 h 4034620"/>
                <a:gd name="connsiteX19" fmla="*/ 1837006 w 6858000"/>
                <a:gd name="connsiteY19" fmla="*/ 1762091 h 4034620"/>
                <a:gd name="connsiteX20" fmla="*/ 1914989 w 6858000"/>
                <a:gd name="connsiteY20" fmla="*/ 1644715 h 4034620"/>
                <a:gd name="connsiteX21" fmla="*/ 3429000 w 6858000"/>
                <a:gd name="connsiteY21" fmla="*/ 321630 h 4034620"/>
                <a:gd name="connsiteX22" fmla="*/ 4942998 w 6858000"/>
                <a:gd name="connsiteY22" fmla="*/ 1644701 h 4034620"/>
                <a:gd name="connsiteX23" fmla="*/ 5020954 w 6858000"/>
                <a:gd name="connsiteY23" fmla="*/ 1762077 h 4034620"/>
                <a:gd name="connsiteX24" fmla="*/ 5161435 w 6858000"/>
                <a:gd name="connsiteY24" fmla="*/ 1772994 h 4034620"/>
                <a:gd name="connsiteX25" fmla="*/ 5531272 w 6858000"/>
                <a:gd name="connsiteY25" fmla="*/ 1702847 h 4034620"/>
                <a:gd name="connsiteX26" fmla="*/ 6536344 w 6858000"/>
                <a:gd name="connsiteY26" fmla="*/ 2707919 h 4034620"/>
                <a:gd name="connsiteX27" fmla="*/ 5531299 w 6858000"/>
                <a:gd name="connsiteY27" fmla="*/ 3713005 h 4034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858000" h="4034620">
                  <a:moveTo>
                    <a:pt x="5531299" y="1381217"/>
                  </a:moveTo>
                  <a:cubicBezTo>
                    <a:pt x="5428094" y="1381217"/>
                    <a:pt x="5326362" y="1392951"/>
                    <a:pt x="5227189" y="1416257"/>
                  </a:cubicBezTo>
                  <a:cubicBezTo>
                    <a:pt x="5030370" y="596874"/>
                    <a:pt x="4288152" y="0"/>
                    <a:pt x="3429000" y="0"/>
                  </a:cubicBezTo>
                  <a:cubicBezTo>
                    <a:pt x="2569848" y="0"/>
                    <a:pt x="1827644" y="596874"/>
                    <a:pt x="1630824" y="1416244"/>
                  </a:cubicBezTo>
                  <a:cubicBezTo>
                    <a:pt x="1531638" y="1392964"/>
                    <a:pt x="1429906" y="1381204"/>
                    <a:pt x="1326702" y="1381204"/>
                  </a:cubicBezTo>
                  <a:cubicBezTo>
                    <a:pt x="595173" y="1381204"/>
                    <a:pt x="0" y="1976377"/>
                    <a:pt x="0" y="2707906"/>
                  </a:cubicBezTo>
                  <a:cubicBezTo>
                    <a:pt x="0" y="3439435"/>
                    <a:pt x="595173" y="4034607"/>
                    <a:pt x="1326702" y="4034607"/>
                  </a:cubicBezTo>
                  <a:lnTo>
                    <a:pt x="2906921" y="4034607"/>
                  </a:lnTo>
                  <a:lnTo>
                    <a:pt x="3952204" y="4034620"/>
                  </a:lnTo>
                  <a:lnTo>
                    <a:pt x="5531299" y="4034620"/>
                  </a:lnTo>
                  <a:cubicBezTo>
                    <a:pt x="6262828" y="4034620"/>
                    <a:pt x="6858000" y="3439448"/>
                    <a:pt x="6858000" y="2707919"/>
                  </a:cubicBezTo>
                  <a:cubicBezTo>
                    <a:pt x="6858000" y="1976390"/>
                    <a:pt x="6262828" y="1381217"/>
                    <a:pt x="5531299" y="1381217"/>
                  </a:cubicBezTo>
                  <a:close/>
                  <a:moveTo>
                    <a:pt x="5531299" y="3713005"/>
                  </a:moveTo>
                  <a:lnTo>
                    <a:pt x="3952204" y="3713005"/>
                  </a:lnTo>
                  <a:lnTo>
                    <a:pt x="2906921" y="3713005"/>
                  </a:lnTo>
                  <a:lnTo>
                    <a:pt x="1326702" y="3713005"/>
                  </a:lnTo>
                  <a:cubicBezTo>
                    <a:pt x="772489" y="3713005"/>
                    <a:pt x="321629" y="3262131"/>
                    <a:pt x="321629" y="2707932"/>
                  </a:cubicBezTo>
                  <a:cubicBezTo>
                    <a:pt x="321629" y="2153734"/>
                    <a:pt x="772503" y="1702860"/>
                    <a:pt x="1326702" y="1702860"/>
                  </a:cubicBezTo>
                  <a:cubicBezTo>
                    <a:pt x="1454204" y="1702860"/>
                    <a:pt x="1578626" y="1726461"/>
                    <a:pt x="1696538" y="1773007"/>
                  </a:cubicBezTo>
                  <a:cubicBezTo>
                    <a:pt x="1742508" y="1791130"/>
                    <a:pt x="1794345" y="1787139"/>
                    <a:pt x="1837006" y="1762091"/>
                  </a:cubicBezTo>
                  <a:cubicBezTo>
                    <a:pt x="1879668" y="1737030"/>
                    <a:pt x="1908426" y="1693752"/>
                    <a:pt x="1914989" y="1644715"/>
                  </a:cubicBezTo>
                  <a:cubicBezTo>
                    <a:pt x="2015770" y="890428"/>
                    <a:pt x="2666637" y="321630"/>
                    <a:pt x="3429000" y="321630"/>
                  </a:cubicBezTo>
                  <a:cubicBezTo>
                    <a:pt x="4191363" y="321630"/>
                    <a:pt x="4842257" y="890428"/>
                    <a:pt x="4942998" y="1644701"/>
                  </a:cubicBezTo>
                  <a:cubicBezTo>
                    <a:pt x="4949547" y="1693738"/>
                    <a:pt x="4978292" y="1737030"/>
                    <a:pt x="5020954" y="1762077"/>
                  </a:cubicBezTo>
                  <a:cubicBezTo>
                    <a:pt x="5063628" y="1787125"/>
                    <a:pt x="5115452" y="1791117"/>
                    <a:pt x="5161435" y="1772994"/>
                  </a:cubicBezTo>
                  <a:cubicBezTo>
                    <a:pt x="5279348" y="1726435"/>
                    <a:pt x="5403769" y="1702847"/>
                    <a:pt x="5531272" y="1702847"/>
                  </a:cubicBezTo>
                  <a:cubicBezTo>
                    <a:pt x="6085484" y="1702847"/>
                    <a:pt x="6536344" y="2153720"/>
                    <a:pt x="6536344" y="2707919"/>
                  </a:cubicBezTo>
                  <a:cubicBezTo>
                    <a:pt x="6536344" y="3262118"/>
                    <a:pt x="6085511" y="3713005"/>
                    <a:pt x="5531299" y="3713005"/>
                  </a:cubicBezTo>
                  <a:close/>
                </a:path>
              </a:pathLst>
            </a:custGeom>
            <a:solidFill>
              <a:srgbClr val="231F20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85A8EE6-910D-F10E-3FB9-FC8DBC676646}"/>
              </a:ext>
            </a:extLst>
          </p:cNvPr>
          <p:cNvSpPr txBox="1"/>
          <p:nvPr/>
        </p:nvSpPr>
        <p:spPr>
          <a:xfrm>
            <a:off x="2341459" y="2470403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“1 image please!”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06ED6D-3FD6-C451-7ABD-B66161DB36D0}"/>
              </a:ext>
            </a:extLst>
          </p:cNvPr>
          <p:cNvSpPr txBox="1"/>
          <p:nvPr/>
        </p:nvSpPr>
        <p:spPr>
          <a:xfrm>
            <a:off x="2440847" y="3017250"/>
            <a:ext cx="1935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/image?width= ...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Accept: ...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6B4840-CD4E-AFEE-3060-152D5D8119FC}"/>
              </a:ext>
            </a:extLst>
          </p:cNvPr>
          <p:cNvSpPr txBox="1"/>
          <p:nvPr/>
        </p:nvSpPr>
        <p:spPr>
          <a:xfrm>
            <a:off x="4591496" y="3929026"/>
            <a:ext cx="37112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request normalization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HTTP cache lookup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on cache miss: fallback to origin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9E78CA-F455-6B8A-C9F9-112A3E5002F2}"/>
              </a:ext>
            </a:extLst>
          </p:cNvPr>
          <p:cNvSpPr txBox="1"/>
          <p:nvPr/>
        </p:nvSpPr>
        <p:spPr>
          <a:xfrm>
            <a:off x="9580592" y="3929026"/>
            <a:ext cx="20697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SaaS (proprietary)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062FC6-75BE-1686-5CAA-EB7B20A041EE}"/>
              </a:ext>
            </a:extLst>
          </p:cNvPr>
          <p:cNvSpPr txBox="1"/>
          <p:nvPr/>
        </p:nvSpPr>
        <p:spPr>
          <a:xfrm>
            <a:off x="1078002" y="338396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F595E13-E556-47B1-36DC-F2F6265C9258}"/>
              </a:ext>
            </a:extLst>
          </p:cNvPr>
          <p:cNvGrpSpPr/>
          <p:nvPr/>
        </p:nvGrpSpPr>
        <p:grpSpPr>
          <a:xfrm>
            <a:off x="6543873" y="2470403"/>
            <a:ext cx="2826415" cy="420411"/>
            <a:chOff x="6543873" y="2470403"/>
            <a:chExt cx="2826415" cy="420411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198623E-7C40-AE67-C7BF-B51011614317}"/>
                </a:ext>
              </a:extLst>
            </p:cNvPr>
            <p:cNvCxnSpPr/>
            <p:nvPr/>
          </p:nvCxnSpPr>
          <p:spPr>
            <a:xfrm>
              <a:off x="6972922" y="2890814"/>
              <a:ext cx="1797978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11FA894-CFCB-D10E-E44C-5EF81BA6F97A}"/>
                </a:ext>
              </a:extLst>
            </p:cNvPr>
            <p:cNvSpPr txBox="1"/>
            <p:nvPr/>
          </p:nvSpPr>
          <p:spPr>
            <a:xfrm>
              <a:off x="6543873" y="2470403"/>
              <a:ext cx="2826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b="1" i="1" dirty="0">
                  <a:latin typeface="Arial" panose="020B0604020202020204" pitchFamily="34" charset="0"/>
                  <a:cs typeface="Arial" panose="020B0604020202020204" pitchFamily="34" charset="0"/>
                </a:rPr>
                <a:t>“1 optimization please!”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B1409CD-0ACD-9C92-69F7-A46BB8348497}"/>
              </a:ext>
            </a:extLst>
          </p:cNvPr>
          <p:cNvSpPr txBox="1"/>
          <p:nvPr/>
        </p:nvSpPr>
        <p:spPr>
          <a:xfrm>
            <a:off x="10290372" y="338396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202E4B-4775-A7CA-321E-00F279FE1425}"/>
              </a:ext>
            </a:extLst>
          </p:cNvPr>
          <p:cNvSpPr txBox="1"/>
          <p:nvPr/>
        </p:nvSpPr>
        <p:spPr>
          <a:xfrm>
            <a:off x="587364" y="3933681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visits webpage</a:t>
            </a:r>
          </a:p>
        </p:txBody>
      </p:sp>
    </p:spTree>
    <p:extLst>
      <p:ext uri="{BB962C8B-B14F-4D97-AF65-F5344CB8AC3E}">
        <p14:creationId xmlns:p14="http://schemas.microsoft.com/office/powerpoint/2010/main" val="3784469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08BA-3ACB-D785-D841-1CA1C3E0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5" name="Text Placeholder 7204">
            <a:extLst>
              <a:ext uri="{FF2B5EF4-FFF2-40B4-BE49-F238E27FC236}">
                <a16:creationId xmlns:a16="http://schemas.microsoft.com/office/drawing/2014/main" id="{7E3B4FE8-3A05-DFBC-D2F8-C5915052D2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371600"/>
            <a:ext cx="9963152" cy="3927675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Image optimization steps:</a:t>
            </a:r>
          </a:p>
          <a:p>
            <a:pPr marL="342900" indent="-342900">
              <a:buFontTx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processing setup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incl. cold start and loading original image into memory</a:t>
            </a:r>
          </a:p>
          <a:p>
            <a:pPr marL="342900" indent="-342900">
              <a:buFontTx/>
              <a:buAutoNum type="arabicPeriod"/>
            </a:pP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processing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am investigating performance variability of this step</a:t>
            </a:r>
          </a:p>
          <a:p>
            <a:pPr marL="342900" indent="-342900">
              <a:buFontTx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HTTP response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optionally long-term caching of optimized assets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8F3C7-A889-2D97-1B60-3E3FD98A59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en-US" b="1" dirty="0"/>
              <a:t>Serverless Image Optimization with FaaS</a:t>
            </a:r>
          </a:p>
        </p:txBody>
      </p:sp>
      <p:sp>
        <p:nvSpPr>
          <p:cNvPr id="7200" name="Rounded Rectangle 7199">
            <a:extLst>
              <a:ext uri="{FF2B5EF4-FFF2-40B4-BE49-F238E27FC236}">
                <a16:creationId xmlns:a16="http://schemas.microsoft.com/office/drawing/2014/main" id="{72AFB309-EDAC-8726-0CD6-7AFD5495D3BF}"/>
              </a:ext>
            </a:extLst>
          </p:cNvPr>
          <p:cNvSpPr/>
          <p:nvPr/>
        </p:nvSpPr>
        <p:spPr>
          <a:xfrm>
            <a:off x="5090280" y="3637454"/>
            <a:ext cx="4294646" cy="171641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2196F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4A636B-3541-9CFA-570A-4F749BC37562}"/>
              </a:ext>
            </a:extLst>
          </p:cNvPr>
          <p:cNvSpPr txBox="1"/>
          <p:nvPr/>
        </p:nvSpPr>
        <p:spPr>
          <a:xfrm>
            <a:off x="6555365" y="5485389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FaaS </a:t>
            </a:r>
            <a:r>
              <a:rPr lang="en-US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A78DCB-6D9A-F5DB-731C-FC7CACA14CA5}"/>
              </a:ext>
            </a:extLst>
          </p:cNvPr>
          <p:cNvSpPr txBox="1"/>
          <p:nvPr/>
        </p:nvSpPr>
        <p:spPr>
          <a:xfrm>
            <a:off x="6280260" y="4672838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 image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A4D3F6-4A02-8EDB-FFFF-6EBE0597C926}"/>
              </a:ext>
            </a:extLst>
          </p:cNvPr>
          <p:cNvSpPr txBox="1"/>
          <p:nvPr/>
        </p:nvSpPr>
        <p:spPr>
          <a:xfrm>
            <a:off x="6280260" y="3973718"/>
            <a:ext cx="2915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processing function</a:t>
            </a:r>
          </a:p>
        </p:txBody>
      </p:sp>
      <p:grpSp>
        <p:nvGrpSpPr>
          <p:cNvPr id="7183" name="Group 7182">
            <a:extLst>
              <a:ext uri="{FF2B5EF4-FFF2-40B4-BE49-F238E27FC236}">
                <a16:creationId xmlns:a16="http://schemas.microsoft.com/office/drawing/2014/main" id="{B03CE7BA-9EA0-D340-7116-2370FF176200}"/>
              </a:ext>
            </a:extLst>
          </p:cNvPr>
          <p:cNvGrpSpPr>
            <a:grpSpLocks noChangeAspect="1"/>
          </p:cNvGrpSpPr>
          <p:nvPr/>
        </p:nvGrpSpPr>
        <p:grpSpPr>
          <a:xfrm>
            <a:off x="5395542" y="3795900"/>
            <a:ext cx="720000" cy="693603"/>
            <a:chOff x="4741771" y="4891595"/>
            <a:chExt cx="706734" cy="749096"/>
          </a:xfrm>
        </p:grpSpPr>
        <p:sp>
          <p:nvSpPr>
            <p:cNvPr id="7175" name="Freeform 7174">
              <a:extLst>
                <a:ext uri="{FF2B5EF4-FFF2-40B4-BE49-F238E27FC236}">
                  <a16:creationId xmlns:a16="http://schemas.microsoft.com/office/drawing/2014/main" id="{969489D6-0306-61B5-6C73-BA89A6ECC734}"/>
                </a:ext>
              </a:extLst>
            </p:cNvPr>
            <p:cNvSpPr/>
            <p:nvPr/>
          </p:nvSpPr>
          <p:spPr>
            <a:xfrm>
              <a:off x="4741771" y="4891595"/>
              <a:ext cx="706734" cy="706734"/>
            </a:xfrm>
            <a:custGeom>
              <a:avLst/>
              <a:gdLst>
                <a:gd name="connsiteX0" fmla="*/ 0 w 706734"/>
                <a:gd name="connsiteY0" fmla="*/ 0 h 706734"/>
                <a:gd name="connsiteX1" fmla="*/ 706734 w 706734"/>
                <a:gd name="connsiteY1" fmla="*/ 0 h 706734"/>
                <a:gd name="connsiteX2" fmla="*/ 706734 w 706734"/>
                <a:gd name="connsiteY2" fmla="*/ 706734 h 706734"/>
                <a:gd name="connsiteX3" fmla="*/ 0 w 706734"/>
                <a:gd name="connsiteY3" fmla="*/ 706734 h 70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734" h="706734">
                  <a:moveTo>
                    <a:pt x="0" y="0"/>
                  </a:moveTo>
                  <a:lnTo>
                    <a:pt x="706734" y="0"/>
                  </a:lnTo>
                  <a:lnTo>
                    <a:pt x="706734" y="706734"/>
                  </a:lnTo>
                  <a:lnTo>
                    <a:pt x="0" y="706734"/>
                  </a:lnTo>
                  <a:close/>
                </a:path>
              </a:pathLst>
            </a:custGeom>
            <a:solidFill>
              <a:srgbClr val="FFFFFF">
                <a:alpha val="1000"/>
              </a:srgbClr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6" name="Freeform 7175">
              <a:extLst>
                <a:ext uri="{FF2B5EF4-FFF2-40B4-BE49-F238E27FC236}">
                  <a16:creationId xmlns:a16="http://schemas.microsoft.com/office/drawing/2014/main" id="{5BDD28AF-954E-83D1-96FC-54D7A71E3A02}"/>
                </a:ext>
              </a:extLst>
            </p:cNvPr>
            <p:cNvSpPr/>
            <p:nvPr/>
          </p:nvSpPr>
          <p:spPr>
            <a:xfrm>
              <a:off x="4741771" y="4933957"/>
              <a:ext cx="706734" cy="706734"/>
            </a:xfrm>
            <a:custGeom>
              <a:avLst/>
              <a:gdLst>
                <a:gd name="connsiteX0" fmla="*/ 706734 w 706734"/>
                <a:gd name="connsiteY0" fmla="*/ 0 h 706734"/>
                <a:gd name="connsiteX1" fmla="*/ 0 w 706734"/>
                <a:gd name="connsiteY1" fmla="*/ 0 h 706734"/>
                <a:gd name="connsiteX2" fmla="*/ 0 w 706734"/>
                <a:gd name="connsiteY2" fmla="*/ 706734 h 706734"/>
                <a:gd name="connsiteX3" fmla="*/ 706734 w 706734"/>
                <a:gd name="connsiteY3" fmla="*/ 706734 h 706734"/>
                <a:gd name="connsiteX4" fmla="*/ 706734 w 706734"/>
                <a:gd name="connsiteY4" fmla="*/ 0 h 70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734" h="706734">
                  <a:moveTo>
                    <a:pt x="706734" y="0"/>
                  </a:moveTo>
                  <a:lnTo>
                    <a:pt x="0" y="0"/>
                  </a:lnTo>
                  <a:lnTo>
                    <a:pt x="0" y="706734"/>
                  </a:lnTo>
                  <a:lnTo>
                    <a:pt x="706734" y="706734"/>
                  </a:lnTo>
                  <a:lnTo>
                    <a:pt x="706734" y="0"/>
                  </a:lnTo>
                  <a:close/>
                </a:path>
              </a:pathLst>
            </a:custGeom>
            <a:solidFill>
              <a:srgbClr val="FFFFFF">
                <a:alpha val="1000"/>
              </a:srgbClr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7" name="Freeform 7176">
              <a:extLst>
                <a:ext uri="{FF2B5EF4-FFF2-40B4-BE49-F238E27FC236}">
                  <a16:creationId xmlns:a16="http://schemas.microsoft.com/office/drawing/2014/main" id="{DC031E67-9902-314B-8798-292EA3003958}"/>
                </a:ext>
              </a:extLst>
            </p:cNvPr>
            <p:cNvSpPr/>
            <p:nvPr/>
          </p:nvSpPr>
          <p:spPr>
            <a:xfrm>
              <a:off x="4800665" y="4950489"/>
              <a:ext cx="588945" cy="235578"/>
            </a:xfrm>
            <a:custGeom>
              <a:avLst/>
              <a:gdLst>
                <a:gd name="connsiteX0" fmla="*/ 588945 w 588945"/>
                <a:gd name="connsiteY0" fmla="*/ 0 h 235578"/>
                <a:gd name="connsiteX1" fmla="*/ 0 w 588945"/>
                <a:gd name="connsiteY1" fmla="*/ 0 h 235578"/>
                <a:gd name="connsiteX2" fmla="*/ 0 w 588945"/>
                <a:gd name="connsiteY2" fmla="*/ 235578 h 235578"/>
                <a:gd name="connsiteX3" fmla="*/ 588945 w 588945"/>
                <a:gd name="connsiteY3" fmla="*/ 235578 h 235578"/>
                <a:gd name="connsiteX4" fmla="*/ 588945 w 588945"/>
                <a:gd name="connsiteY4" fmla="*/ 0 h 235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8945" h="235578">
                  <a:moveTo>
                    <a:pt x="588945" y="0"/>
                  </a:moveTo>
                  <a:lnTo>
                    <a:pt x="0" y="0"/>
                  </a:lnTo>
                  <a:lnTo>
                    <a:pt x="0" y="235578"/>
                  </a:lnTo>
                  <a:lnTo>
                    <a:pt x="588945" y="235578"/>
                  </a:lnTo>
                  <a:lnTo>
                    <a:pt x="588945" y="0"/>
                  </a:lnTo>
                  <a:close/>
                </a:path>
              </a:pathLst>
            </a:custGeom>
            <a:solidFill>
              <a:srgbClr val="2196F3"/>
            </a:solidFill>
            <a:ln w="58738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8" name="Freeform 7177">
              <a:extLst>
                <a:ext uri="{FF2B5EF4-FFF2-40B4-BE49-F238E27FC236}">
                  <a16:creationId xmlns:a16="http://schemas.microsoft.com/office/drawing/2014/main" id="{DDC5E741-E4D8-5436-8247-C1C21BDC731E}"/>
                </a:ext>
              </a:extLst>
            </p:cNvPr>
            <p:cNvSpPr/>
            <p:nvPr/>
          </p:nvSpPr>
          <p:spPr>
            <a:xfrm>
              <a:off x="4800665" y="5303856"/>
              <a:ext cx="588945" cy="235578"/>
            </a:xfrm>
            <a:custGeom>
              <a:avLst/>
              <a:gdLst>
                <a:gd name="connsiteX0" fmla="*/ 588945 w 588945"/>
                <a:gd name="connsiteY0" fmla="*/ 0 h 235578"/>
                <a:gd name="connsiteX1" fmla="*/ 0 w 588945"/>
                <a:gd name="connsiteY1" fmla="*/ 0 h 235578"/>
                <a:gd name="connsiteX2" fmla="*/ 0 w 588945"/>
                <a:gd name="connsiteY2" fmla="*/ 235578 h 235578"/>
                <a:gd name="connsiteX3" fmla="*/ 588945 w 588945"/>
                <a:gd name="connsiteY3" fmla="*/ 235578 h 235578"/>
                <a:gd name="connsiteX4" fmla="*/ 588945 w 588945"/>
                <a:gd name="connsiteY4" fmla="*/ 0 h 235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8945" h="235578">
                  <a:moveTo>
                    <a:pt x="588945" y="0"/>
                  </a:moveTo>
                  <a:lnTo>
                    <a:pt x="0" y="0"/>
                  </a:lnTo>
                  <a:lnTo>
                    <a:pt x="0" y="235578"/>
                  </a:lnTo>
                  <a:lnTo>
                    <a:pt x="588945" y="235578"/>
                  </a:lnTo>
                  <a:lnTo>
                    <a:pt x="588945" y="0"/>
                  </a:lnTo>
                  <a:close/>
                </a:path>
              </a:pathLst>
            </a:custGeom>
            <a:solidFill>
              <a:srgbClr val="2196F3"/>
            </a:solidFill>
            <a:ln w="58738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9" name="Freeform 7178">
              <a:extLst>
                <a:ext uri="{FF2B5EF4-FFF2-40B4-BE49-F238E27FC236}">
                  <a16:creationId xmlns:a16="http://schemas.microsoft.com/office/drawing/2014/main" id="{8AE7F8AE-AA09-7C1D-E85B-5321FED01673}"/>
                </a:ext>
              </a:extLst>
            </p:cNvPr>
            <p:cNvSpPr/>
            <p:nvPr/>
          </p:nvSpPr>
          <p:spPr>
            <a:xfrm>
              <a:off x="4889007" y="5038831"/>
              <a:ext cx="58894" cy="58894"/>
            </a:xfrm>
            <a:custGeom>
              <a:avLst/>
              <a:gdLst>
                <a:gd name="connsiteX0" fmla="*/ 44171 w 58894"/>
                <a:gd name="connsiteY0" fmla="*/ 0 h 58894"/>
                <a:gd name="connsiteX1" fmla="*/ 14724 w 58894"/>
                <a:gd name="connsiteY1" fmla="*/ 0 h 58894"/>
                <a:gd name="connsiteX2" fmla="*/ 0 w 58894"/>
                <a:gd name="connsiteY2" fmla="*/ 14724 h 58894"/>
                <a:gd name="connsiteX3" fmla="*/ 0 w 58894"/>
                <a:gd name="connsiteY3" fmla="*/ 44171 h 58894"/>
                <a:gd name="connsiteX4" fmla="*/ 14724 w 58894"/>
                <a:gd name="connsiteY4" fmla="*/ 58895 h 58894"/>
                <a:gd name="connsiteX5" fmla="*/ 44171 w 58894"/>
                <a:gd name="connsiteY5" fmla="*/ 58895 h 58894"/>
                <a:gd name="connsiteX6" fmla="*/ 58895 w 58894"/>
                <a:gd name="connsiteY6" fmla="*/ 44171 h 58894"/>
                <a:gd name="connsiteX7" fmla="*/ 58895 w 58894"/>
                <a:gd name="connsiteY7" fmla="*/ 14724 h 58894"/>
                <a:gd name="connsiteX8" fmla="*/ 44171 w 58894"/>
                <a:gd name="connsiteY8" fmla="*/ 0 h 58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894" h="58894">
                  <a:moveTo>
                    <a:pt x="44171" y="0"/>
                  </a:moveTo>
                  <a:lnTo>
                    <a:pt x="14724" y="0"/>
                  </a:lnTo>
                  <a:cubicBezTo>
                    <a:pt x="6592" y="0"/>
                    <a:pt x="0" y="6592"/>
                    <a:pt x="0" y="14724"/>
                  </a:cubicBezTo>
                  <a:lnTo>
                    <a:pt x="0" y="44171"/>
                  </a:lnTo>
                  <a:cubicBezTo>
                    <a:pt x="0" y="52303"/>
                    <a:pt x="6592" y="58895"/>
                    <a:pt x="14724" y="58895"/>
                  </a:cubicBezTo>
                  <a:lnTo>
                    <a:pt x="44171" y="58895"/>
                  </a:lnTo>
                  <a:cubicBezTo>
                    <a:pt x="52303" y="58895"/>
                    <a:pt x="58895" y="52303"/>
                    <a:pt x="58895" y="44171"/>
                  </a:cubicBezTo>
                  <a:lnTo>
                    <a:pt x="58895" y="14724"/>
                  </a:lnTo>
                  <a:cubicBezTo>
                    <a:pt x="58895" y="6592"/>
                    <a:pt x="52303" y="0"/>
                    <a:pt x="44171" y="0"/>
                  </a:cubicBezTo>
                  <a:close/>
                </a:path>
              </a:pathLst>
            </a:custGeom>
            <a:solidFill>
              <a:srgbClr val="FFFFFF"/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0" name="Freeform 7179">
              <a:extLst>
                <a:ext uri="{FF2B5EF4-FFF2-40B4-BE49-F238E27FC236}">
                  <a16:creationId xmlns:a16="http://schemas.microsoft.com/office/drawing/2014/main" id="{A26E014E-D559-1AEE-EC3F-170AD20F25D1}"/>
                </a:ext>
              </a:extLst>
            </p:cNvPr>
            <p:cNvSpPr/>
            <p:nvPr/>
          </p:nvSpPr>
          <p:spPr>
            <a:xfrm>
              <a:off x="4889007" y="5392198"/>
              <a:ext cx="58894" cy="58894"/>
            </a:xfrm>
            <a:custGeom>
              <a:avLst/>
              <a:gdLst>
                <a:gd name="connsiteX0" fmla="*/ 44171 w 58894"/>
                <a:gd name="connsiteY0" fmla="*/ 0 h 58894"/>
                <a:gd name="connsiteX1" fmla="*/ 14724 w 58894"/>
                <a:gd name="connsiteY1" fmla="*/ 0 h 58894"/>
                <a:gd name="connsiteX2" fmla="*/ 0 w 58894"/>
                <a:gd name="connsiteY2" fmla="*/ 14724 h 58894"/>
                <a:gd name="connsiteX3" fmla="*/ 0 w 58894"/>
                <a:gd name="connsiteY3" fmla="*/ 44171 h 58894"/>
                <a:gd name="connsiteX4" fmla="*/ 14724 w 58894"/>
                <a:gd name="connsiteY4" fmla="*/ 58895 h 58894"/>
                <a:gd name="connsiteX5" fmla="*/ 44171 w 58894"/>
                <a:gd name="connsiteY5" fmla="*/ 58895 h 58894"/>
                <a:gd name="connsiteX6" fmla="*/ 58895 w 58894"/>
                <a:gd name="connsiteY6" fmla="*/ 44171 h 58894"/>
                <a:gd name="connsiteX7" fmla="*/ 58895 w 58894"/>
                <a:gd name="connsiteY7" fmla="*/ 14724 h 58894"/>
                <a:gd name="connsiteX8" fmla="*/ 44171 w 58894"/>
                <a:gd name="connsiteY8" fmla="*/ 0 h 58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894" h="58894">
                  <a:moveTo>
                    <a:pt x="44171" y="0"/>
                  </a:moveTo>
                  <a:lnTo>
                    <a:pt x="14724" y="0"/>
                  </a:lnTo>
                  <a:cubicBezTo>
                    <a:pt x="6592" y="0"/>
                    <a:pt x="0" y="6592"/>
                    <a:pt x="0" y="14724"/>
                  </a:cubicBezTo>
                  <a:lnTo>
                    <a:pt x="0" y="44171"/>
                  </a:lnTo>
                  <a:cubicBezTo>
                    <a:pt x="0" y="52303"/>
                    <a:pt x="6592" y="58895"/>
                    <a:pt x="14724" y="58895"/>
                  </a:cubicBezTo>
                  <a:lnTo>
                    <a:pt x="44171" y="58895"/>
                  </a:lnTo>
                  <a:cubicBezTo>
                    <a:pt x="52303" y="58895"/>
                    <a:pt x="58895" y="52303"/>
                    <a:pt x="58895" y="44171"/>
                  </a:cubicBezTo>
                  <a:lnTo>
                    <a:pt x="58895" y="14724"/>
                  </a:lnTo>
                  <a:cubicBezTo>
                    <a:pt x="58895" y="6592"/>
                    <a:pt x="52303" y="0"/>
                    <a:pt x="44171" y="0"/>
                  </a:cubicBezTo>
                  <a:close/>
                </a:path>
              </a:pathLst>
            </a:custGeom>
            <a:solidFill>
              <a:srgbClr val="FFFFFF"/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1" name="Freeform 7180">
              <a:extLst>
                <a:ext uri="{FF2B5EF4-FFF2-40B4-BE49-F238E27FC236}">
                  <a16:creationId xmlns:a16="http://schemas.microsoft.com/office/drawing/2014/main" id="{F8E1E4C2-B3F2-D8BC-09E4-45BDE4D242BF}"/>
                </a:ext>
              </a:extLst>
            </p:cNvPr>
            <p:cNvSpPr/>
            <p:nvPr/>
          </p:nvSpPr>
          <p:spPr>
            <a:xfrm>
              <a:off x="5006796" y="5038831"/>
              <a:ext cx="58894" cy="58894"/>
            </a:xfrm>
            <a:custGeom>
              <a:avLst/>
              <a:gdLst>
                <a:gd name="connsiteX0" fmla="*/ 44171 w 58894"/>
                <a:gd name="connsiteY0" fmla="*/ 0 h 58894"/>
                <a:gd name="connsiteX1" fmla="*/ 14724 w 58894"/>
                <a:gd name="connsiteY1" fmla="*/ 0 h 58894"/>
                <a:gd name="connsiteX2" fmla="*/ 0 w 58894"/>
                <a:gd name="connsiteY2" fmla="*/ 14724 h 58894"/>
                <a:gd name="connsiteX3" fmla="*/ 0 w 58894"/>
                <a:gd name="connsiteY3" fmla="*/ 44171 h 58894"/>
                <a:gd name="connsiteX4" fmla="*/ 14724 w 58894"/>
                <a:gd name="connsiteY4" fmla="*/ 58895 h 58894"/>
                <a:gd name="connsiteX5" fmla="*/ 44171 w 58894"/>
                <a:gd name="connsiteY5" fmla="*/ 58895 h 58894"/>
                <a:gd name="connsiteX6" fmla="*/ 58895 w 58894"/>
                <a:gd name="connsiteY6" fmla="*/ 44171 h 58894"/>
                <a:gd name="connsiteX7" fmla="*/ 58895 w 58894"/>
                <a:gd name="connsiteY7" fmla="*/ 14724 h 58894"/>
                <a:gd name="connsiteX8" fmla="*/ 44171 w 58894"/>
                <a:gd name="connsiteY8" fmla="*/ 0 h 58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894" h="58894">
                  <a:moveTo>
                    <a:pt x="44171" y="0"/>
                  </a:moveTo>
                  <a:lnTo>
                    <a:pt x="14724" y="0"/>
                  </a:lnTo>
                  <a:cubicBezTo>
                    <a:pt x="6592" y="0"/>
                    <a:pt x="0" y="6592"/>
                    <a:pt x="0" y="14724"/>
                  </a:cubicBezTo>
                  <a:lnTo>
                    <a:pt x="0" y="44171"/>
                  </a:lnTo>
                  <a:cubicBezTo>
                    <a:pt x="0" y="52303"/>
                    <a:pt x="6592" y="58895"/>
                    <a:pt x="14724" y="58895"/>
                  </a:cubicBezTo>
                  <a:lnTo>
                    <a:pt x="44171" y="58895"/>
                  </a:lnTo>
                  <a:cubicBezTo>
                    <a:pt x="52303" y="58895"/>
                    <a:pt x="58895" y="52303"/>
                    <a:pt x="58895" y="44171"/>
                  </a:cubicBezTo>
                  <a:lnTo>
                    <a:pt x="58895" y="14724"/>
                  </a:lnTo>
                  <a:cubicBezTo>
                    <a:pt x="58895" y="6592"/>
                    <a:pt x="52303" y="0"/>
                    <a:pt x="44171" y="0"/>
                  </a:cubicBezTo>
                  <a:close/>
                </a:path>
              </a:pathLst>
            </a:custGeom>
            <a:solidFill>
              <a:srgbClr val="FFFFFF"/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2" name="Freeform 7181">
              <a:extLst>
                <a:ext uri="{FF2B5EF4-FFF2-40B4-BE49-F238E27FC236}">
                  <a16:creationId xmlns:a16="http://schemas.microsoft.com/office/drawing/2014/main" id="{78783BF8-8B4C-31F7-5144-AB49CB889993}"/>
                </a:ext>
              </a:extLst>
            </p:cNvPr>
            <p:cNvSpPr/>
            <p:nvPr/>
          </p:nvSpPr>
          <p:spPr>
            <a:xfrm>
              <a:off x="5006796" y="5392198"/>
              <a:ext cx="58894" cy="58894"/>
            </a:xfrm>
            <a:custGeom>
              <a:avLst/>
              <a:gdLst>
                <a:gd name="connsiteX0" fmla="*/ 44171 w 58894"/>
                <a:gd name="connsiteY0" fmla="*/ 0 h 58894"/>
                <a:gd name="connsiteX1" fmla="*/ 14724 w 58894"/>
                <a:gd name="connsiteY1" fmla="*/ 0 h 58894"/>
                <a:gd name="connsiteX2" fmla="*/ 0 w 58894"/>
                <a:gd name="connsiteY2" fmla="*/ 14724 h 58894"/>
                <a:gd name="connsiteX3" fmla="*/ 0 w 58894"/>
                <a:gd name="connsiteY3" fmla="*/ 44171 h 58894"/>
                <a:gd name="connsiteX4" fmla="*/ 14724 w 58894"/>
                <a:gd name="connsiteY4" fmla="*/ 58895 h 58894"/>
                <a:gd name="connsiteX5" fmla="*/ 44171 w 58894"/>
                <a:gd name="connsiteY5" fmla="*/ 58895 h 58894"/>
                <a:gd name="connsiteX6" fmla="*/ 58895 w 58894"/>
                <a:gd name="connsiteY6" fmla="*/ 44171 h 58894"/>
                <a:gd name="connsiteX7" fmla="*/ 58895 w 58894"/>
                <a:gd name="connsiteY7" fmla="*/ 14724 h 58894"/>
                <a:gd name="connsiteX8" fmla="*/ 44171 w 58894"/>
                <a:gd name="connsiteY8" fmla="*/ 0 h 58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894" h="58894">
                  <a:moveTo>
                    <a:pt x="44171" y="0"/>
                  </a:moveTo>
                  <a:lnTo>
                    <a:pt x="14724" y="0"/>
                  </a:lnTo>
                  <a:cubicBezTo>
                    <a:pt x="6592" y="0"/>
                    <a:pt x="0" y="6592"/>
                    <a:pt x="0" y="14724"/>
                  </a:cubicBezTo>
                  <a:lnTo>
                    <a:pt x="0" y="44171"/>
                  </a:lnTo>
                  <a:cubicBezTo>
                    <a:pt x="0" y="52303"/>
                    <a:pt x="6592" y="58895"/>
                    <a:pt x="14724" y="58895"/>
                  </a:cubicBezTo>
                  <a:lnTo>
                    <a:pt x="44171" y="58895"/>
                  </a:lnTo>
                  <a:cubicBezTo>
                    <a:pt x="52303" y="58895"/>
                    <a:pt x="58895" y="52303"/>
                    <a:pt x="58895" y="44171"/>
                  </a:cubicBezTo>
                  <a:lnTo>
                    <a:pt x="58895" y="14724"/>
                  </a:lnTo>
                  <a:cubicBezTo>
                    <a:pt x="58895" y="6592"/>
                    <a:pt x="52303" y="0"/>
                    <a:pt x="44171" y="0"/>
                  </a:cubicBezTo>
                  <a:close/>
                </a:path>
              </a:pathLst>
            </a:custGeom>
            <a:solidFill>
              <a:srgbClr val="FFFFFF"/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EFC10D3-8E02-DFFC-9F16-A7918B507136}"/>
              </a:ext>
            </a:extLst>
          </p:cNvPr>
          <p:cNvGrpSpPr/>
          <p:nvPr/>
        </p:nvGrpSpPr>
        <p:grpSpPr>
          <a:xfrm>
            <a:off x="8225053" y="4372670"/>
            <a:ext cx="2426243" cy="1427380"/>
            <a:chOff x="2667000" y="107337"/>
            <a:chExt cx="6857999" cy="403462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C09690D-D8C6-43E1-4C8D-EE98EE769807}"/>
                </a:ext>
              </a:extLst>
            </p:cNvPr>
            <p:cNvSpPr/>
            <p:nvPr/>
          </p:nvSpPr>
          <p:spPr>
            <a:xfrm>
              <a:off x="2827813" y="380631"/>
              <a:ext cx="6536369" cy="3712991"/>
            </a:xfrm>
            <a:custGeom>
              <a:avLst/>
              <a:gdLst>
                <a:gd name="connsiteX0" fmla="*/ 6536371 w 6536370"/>
                <a:gd name="connsiteY0" fmla="*/ 2547104 h 3712990"/>
                <a:gd name="connsiteX1" fmla="*/ 5370484 w 6536370"/>
                <a:gd name="connsiteY1" fmla="*/ 3712991 h 3712990"/>
                <a:gd name="connsiteX2" fmla="*/ 1165887 w 6536370"/>
                <a:gd name="connsiteY2" fmla="*/ 3712991 h 3712990"/>
                <a:gd name="connsiteX3" fmla="*/ 0 w 6536370"/>
                <a:gd name="connsiteY3" fmla="*/ 2547104 h 3712990"/>
                <a:gd name="connsiteX4" fmla="*/ 1165887 w 6536370"/>
                <a:gd name="connsiteY4" fmla="*/ 1381217 h 3712990"/>
                <a:gd name="connsiteX5" fmla="*/ 1594780 w 6536370"/>
                <a:gd name="connsiteY5" fmla="*/ 1462589 h 3712990"/>
                <a:gd name="connsiteX6" fmla="*/ 3268185 w 6536370"/>
                <a:gd name="connsiteY6" fmla="*/ 0 h 3712990"/>
                <a:gd name="connsiteX7" fmla="*/ 4941591 w 6536370"/>
                <a:gd name="connsiteY7" fmla="*/ 1462589 h 3712990"/>
                <a:gd name="connsiteX8" fmla="*/ 5370484 w 6536370"/>
                <a:gd name="connsiteY8" fmla="*/ 1381217 h 3712990"/>
                <a:gd name="connsiteX9" fmla="*/ 6536371 w 6536370"/>
                <a:gd name="connsiteY9" fmla="*/ 2547104 h 3712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36370" h="3712990">
                  <a:moveTo>
                    <a:pt x="6536371" y="2547104"/>
                  </a:moveTo>
                  <a:cubicBezTo>
                    <a:pt x="6536371" y="3190993"/>
                    <a:pt x="6014373" y="3712991"/>
                    <a:pt x="5370484" y="3712991"/>
                  </a:cubicBezTo>
                  <a:lnTo>
                    <a:pt x="1165887" y="3712991"/>
                  </a:lnTo>
                  <a:cubicBezTo>
                    <a:pt x="521998" y="3712991"/>
                    <a:pt x="0" y="3190993"/>
                    <a:pt x="0" y="2547104"/>
                  </a:cubicBezTo>
                  <a:cubicBezTo>
                    <a:pt x="0" y="1903216"/>
                    <a:pt x="521998" y="1381217"/>
                    <a:pt x="1165887" y="1381217"/>
                  </a:cubicBezTo>
                  <a:cubicBezTo>
                    <a:pt x="1317366" y="1381217"/>
                    <a:pt x="1461946" y="1410163"/>
                    <a:pt x="1594780" y="1462589"/>
                  </a:cubicBezTo>
                  <a:cubicBezTo>
                    <a:pt x="1705084" y="636816"/>
                    <a:pt x="2412342" y="0"/>
                    <a:pt x="3268185" y="0"/>
                  </a:cubicBezTo>
                  <a:cubicBezTo>
                    <a:pt x="4124029" y="0"/>
                    <a:pt x="4831287" y="636816"/>
                    <a:pt x="4941591" y="1462589"/>
                  </a:cubicBezTo>
                  <a:cubicBezTo>
                    <a:pt x="5074425" y="1410163"/>
                    <a:pt x="5218992" y="1381217"/>
                    <a:pt x="5370484" y="1381217"/>
                  </a:cubicBezTo>
                  <a:cubicBezTo>
                    <a:pt x="6014373" y="1381217"/>
                    <a:pt x="6536371" y="1903216"/>
                    <a:pt x="6536371" y="2547104"/>
                  </a:cubicBezTo>
                  <a:close/>
                </a:path>
              </a:pathLst>
            </a:custGeom>
            <a:solidFill>
              <a:srgbClr val="2196F3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97E0C6D-A726-DF4D-E810-45A6776BCAF9}"/>
                </a:ext>
              </a:extLst>
            </p:cNvPr>
            <p:cNvSpPr/>
            <p:nvPr/>
          </p:nvSpPr>
          <p:spPr>
            <a:xfrm>
              <a:off x="7844743" y="2244293"/>
              <a:ext cx="1037024" cy="844270"/>
            </a:xfrm>
            <a:custGeom>
              <a:avLst/>
              <a:gdLst>
                <a:gd name="connsiteX0" fmla="*/ 353555 w 1037024"/>
                <a:gd name="connsiteY0" fmla="*/ 0 h 844270"/>
                <a:gd name="connsiteX1" fmla="*/ 101805 w 1037024"/>
                <a:gd name="connsiteY1" fmla="*/ 47685 h 844270"/>
                <a:gd name="connsiteX2" fmla="*/ 11271 w 1037024"/>
                <a:gd name="connsiteY2" fmla="*/ 256318 h 844270"/>
                <a:gd name="connsiteX3" fmla="*/ 219904 w 1037024"/>
                <a:gd name="connsiteY3" fmla="*/ 346851 h 844270"/>
                <a:gd name="connsiteX4" fmla="*/ 353569 w 1037024"/>
                <a:gd name="connsiteY4" fmla="*/ 321630 h 844270"/>
                <a:gd name="connsiteX5" fmla="*/ 715395 w 1037024"/>
                <a:gd name="connsiteY5" fmla="*/ 683456 h 844270"/>
                <a:gd name="connsiteX6" fmla="*/ 876210 w 1037024"/>
                <a:gd name="connsiteY6" fmla="*/ 844271 h 844270"/>
                <a:gd name="connsiteX7" fmla="*/ 1037024 w 1037024"/>
                <a:gd name="connsiteY7" fmla="*/ 683456 h 844270"/>
                <a:gd name="connsiteX8" fmla="*/ 353555 w 1037024"/>
                <a:gd name="connsiteY8" fmla="*/ 0 h 84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024" h="844270">
                  <a:moveTo>
                    <a:pt x="353555" y="0"/>
                  </a:moveTo>
                  <a:cubicBezTo>
                    <a:pt x="266651" y="0"/>
                    <a:pt x="181958" y="16047"/>
                    <a:pt x="101805" y="47685"/>
                  </a:cubicBezTo>
                  <a:cubicBezTo>
                    <a:pt x="19201" y="80300"/>
                    <a:pt x="-21331" y="173714"/>
                    <a:pt x="11271" y="256318"/>
                  </a:cubicBezTo>
                  <a:cubicBezTo>
                    <a:pt x="43901" y="338922"/>
                    <a:pt x="137301" y="379440"/>
                    <a:pt x="219904" y="346851"/>
                  </a:cubicBezTo>
                  <a:cubicBezTo>
                    <a:pt x="262298" y="330108"/>
                    <a:pt x="307264" y="321630"/>
                    <a:pt x="353569" y="321630"/>
                  </a:cubicBezTo>
                  <a:cubicBezTo>
                    <a:pt x="553067" y="321630"/>
                    <a:pt x="715395" y="483958"/>
                    <a:pt x="715395" y="683456"/>
                  </a:cubicBezTo>
                  <a:cubicBezTo>
                    <a:pt x="715395" y="772262"/>
                    <a:pt x="787404" y="844271"/>
                    <a:pt x="876210" y="844271"/>
                  </a:cubicBezTo>
                  <a:cubicBezTo>
                    <a:pt x="965015" y="844271"/>
                    <a:pt x="1037024" y="772262"/>
                    <a:pt x="1037024" y="683456"/>
                  </a:cubicBezTo>
                  <a:cubicBezTo>
                    <a:pt x="1037011" y="306588"/>
                    <a:pt x="730424" y="0"/>
                    <a:pt x="353555" y="0"/>
                  </a:cubicBezTo>
                  <a:close/>
                </a:path>
              </a:pathLst>
            </a:custGeom>
            <a:solidFill>
              <a:srgbClr val="231F20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DC8A37A-2DCE-DC27-A02F-F0BD72210BFA}"/>
                </a:ext>
              </a:extLst>
            </p:cNvPr>
            <p:cNvSpPr/>
            <p:nvPr/>
          </p:nvSpPr>
          <p:spPr>
            <a:xfrm>
              <a:off x="5935185" y="863076"/>
              <a:ext cx="1357480" cy="1226135"/>
            </a:xfrm>
            <a:custGeom>
              <a:avLst/>
              <a:gdLst>
                <a:gd name="connsiteX0" fmla="*/ 160815 w 1357480"/>
                <a:gd name="connsiteY0" fmla="*/ 0 h 1226135"/>
                <a:gd name="connsiteX1" fmla="*/ 0 w 1357480"/>
                <a:gd name="connsiteY1" fmla="*/ 160815 h 1226135"/>
                <a:gd name="connsiteX2" fmla="*/ 160815 w 1357480"/>
                <a:gd name="connsiteY2" fmla="*/ 321616 h 1226135"/>
                <a:gd name="connsiteX3" fmla="*/ 1037246 w 1357480"/>
                <a:gd name="connsiteY3" fmla="*/ 1086605 h 1226135"/>
                <a:gd name="connsiteX4" fmla="*/ 1196440 w 1357480"/>
                <a:gd name="connsiteY4" fmla="*/ 1226136 h 1226135"/>
                <a:gd name="connsiteX5" fmla="*/ 1217938 w 1357480"/>
                <a:gd name="connsiteY5" fmla="*/ 1224702 h 1226135"/>
                <a:gd name="connsiteX6" fmla="*/ 1356049 w 1357480"/>
                <a:gd name="connsiteY6" fmla="*/ 1044010 h 1226135"/>
                <a:gd name="connsiteX7" fmla="*/ 160815 w 1357480"/>
                <a:gd name="connsiteY7" fmla="*/ 0 h 122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7480" h="1226135">
                  <a:moveTo>
                    <a:pt x="160815" y="0"/>
                  </a:moveTo>
                  <a:cubicBezTo>
                    <a:pt x="72009" y="0"/>
                    <a:pt x="0" y="72009"/>
                    <a:pt x="0" y="160815"/>
                  </a:cubicBezTo>
                  <a:cubicBezTo>
                    <a:pt x="0" y="249621"/>
                    <a:pt x="72009" y="321616"/>
                    <a:pt x="160815" y="321616"/>
                  </a:cubicBezTo>
                  <a:cubicBezTo>
                    <a:pt x="602191" y="321616"/>
                    <a:pt x="978979" y="650492"/>
                    <a:pt x="1037246" y="1086605"/>
                  </a:cubicBezTo>
                  <a:cubicBezTo>
                    <a:pt x="1048055" y="1167414"/>
                    <a:pt x="1117091" y="1226136"/>
                    <a:pt x="1196440" y="1226136"/>
                  </a:cubicBezTo>
                  <a:cubicBezTo>
                    <a:pt x="1203526" y="1226136"/>
                    <a:pt x="1210718" y="1225667"/>
                    <a:pt x="1217938" y="1224702"/>
                  </a:cubicBezTo>
                  <a:cubicBezTo>
                    <a:pt x="1305980" y="1212942"/>
                    <a:pt x="1367796" y="1132026"/>
                    <a:pt x="1356049" y="1044010"/>
                  </a:cubicBezTo>
                  <a:cubicBezTo>
                    <a:pt x="1276512" y="448824"/>
                    <a:pt x="762684" y="0"/>
                    <a:pt x="160815" y="0"/>
                  </a:cubicBezTo>
                  <a:close/>
                </a:path>
              </a:pathLst>
            </a:custGeom>
            <a:solidFill>
              <a:srgbClr val="231F20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75E716B-5170-2B0F-B8FE-98E24E0E06DD}"/>
                </a:ext>
              </a:extLst>
            </p:cNvPr>
            <p:cNvSpPr/>
            <p:nvPr/>
          </p:nvSpPr>
          <p:spPr>
            <a:xfrm>
              <a:off x="5247477" y="1036784"/>
              <a:ext cx="433395" cy="406784"/>
            </a:xfrm>
            <a:custGeom>
              <a:avLst/>
              <a:gdLst>
                <a:gd name="connsiteX0" fmla="*/ 183833 w 433395"/>
                <a:gd name="connsiteY0" fmla="*/ 26687 h 406784"/>
                <a:gd name="connsiteX1" fmla="*/ 55017 w 433395"/>
                <a:gd name="connsiteY1" fmla="*/ 124869 h 406784"/>
                <a:gd name="connsiteX2" fmla="*/ 39707 w 433395"/>
                <a:gd name="connsiteY2" fmla="*/ 351773 h 406784"/>
                <a:gd name="connsiteX3" fmla="*/ 160874 w 433395"/>
                <a:gd name="connsiteY3" fmla="*/ 406784 h 406784"/>
                <a:gd name="connsiteX4" fmla="*/ 266611 w 433395"/>
                <a:gd name="connsiteY4" fmla="*/ 367083 h 406784"/>
                <a:gd name="connsiteX5" fmla="*/ 361310 w 433395"/>
                <a:gd name="connsiteY5" fmla="*/ 294913 h 406784"/>
                <a:gd name="connsiteX6" fmla="*/ 406677 w 433395"/>
                <a:gd name="connsiteY6" fmla="*/ 72055 h 406784"/>
                <a:gd name="connsiteX7" fmla="*/ 183833 w 433395"/>
                <a:gd name="connsiteY7" fmla="*/ 26687 h 40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3395" h="406784">
                  <a:moveTo>
                    <a:pt x="183833" y="26687"/>
                  </a:moveTo>
                  <a:cubicBezTo>
                    <a:pt x="138921" y="56423"/>
                    <a:pt x="95589" y="89441"/>
                    <a:pt x="55017" y="124869"/>
                  </a:cubicBezTo>
                  <a:cubicBezTo>
                    <a:pt x="-11862" y="183310"/>
                    <a:pt x="-18733" y="284894"/>
                    <a:pt x="39707" y="351773"/>
                  </a:cubicBezTo>
                  <a:cubicBezTo>
                    <a:pt x="71519" y="388179"/>
                    <a:pt x="116083" y="406784"/>
                    <a:pt x="160874" y="406784"/>
                  </a:cubicBezTo>
                  <a:cubicBezTo>
                    <a:pt x="198406" y="406784"/>
                    <a:pt x="236125" y="393711"/>
                    <a:pt x="266611" y="367083"/>
                  </a:cubicBezTo>
                  <a:cubicBezTo>
                    <a:pt x="296427" y="341044"/>
                    <a:pt x="328279" y="316746"/>
                    <a:pt x="361310" y="294913"/>
                  </a:cubicBezTo>
                  <a:cubicBezTo>
                    <a:pt x="435368" y="245902"/>
                    <a:pt x="455688" y="146113"/>
                    <a:pt x="406677" y="72055"/>
                  </a:cubicBezTo>
                  <a:cubicBezTo>
                    <a:pt x="357680" y="-1977"/>
                    <a:pt x="257918" y="-22270"/>
                    <a:pt x="183833" y="26687"/>
                  </a:cubicBezTo>
                  <a:close/>
                </a:path>
              </a:pathLst>
            </a:custGeom>
            <a:solidFill>
              <a:srgbClr val="231F20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C1F7F5D-1BB1-6938-49B2-E017ABF4F55E}"/>
                </a:ext>
              </a:extLst>
            </p:cNvPr>
            <p:cNvSpPr/>
            <p:nvPr/>
          </p:nvSpPr>
          <p:spPr>
            <a:xfrm>
              <a:off x="2667000" y="107337"/>
              <a:ext cx="6857999" cy="4034620"/>
            </a:xfrm>
            <a:custGeom>
              <a:avLst/>
              <a:gdLst>
                <a:gd name="connsiteX0" fmla="*/ 5531299 w 6858000"/>
                <a:gd name="connsiteY0" fmla="*/ 1381217 h 6418364"/>
                <a:gd name="connsiteX1" fmla="*/ 5227189 w 6858000"/>
                <a:gd name="connsiteY1" fmla="*/ 1416257 h 6418364"/>
                <a:gd name="connsiteX2" fmla="*/ 3429000 w 6858000"/>
                <a:gd name="connsiteY2" fmla="*/ 0 h 6418364"/>
                <a:gd name="connsiteX3" fmla="*/ 1630824 w 6858000"/>
                <a:gd name="connsiteY3" fmla="*/ 1416244 h 6418364"/>
                <a:gd name="connsiteX4" fmla="*/ 1326702 w 6858000"/>
                <a:gd name="connsiteY4" fmla="*/ 1381204 h 6418364"/>
                <a:gd name="connsiteX5" fmla="*/ 0 w 6858000"/>
                <a:gd name="connsiteY5" fmla="*/ 2707906 h 6418364"/>
                <a:gd name="connsiteX6" fmla="*/ 1326702 w 6858000"/>
                <a:gd name="connsiteY6" fmla="*/ 4034607 h 6418364"/>
                <a:gd name="connsiteX7" fmla="*/ 2906921 w 6858000"/>
                <a:gd name="connsiteY7" fmla="*/ 4034607 h 6418364"/>
                <a:gd name="connsiteX8" fmla="*/ 2906921 w 6858000"/>
                <a:gd name="connsiteY8" fmla="*/ 6257550 h 6418364"/>
                <a:gd name="connsiteX9" fmla="*/ 3067736 w 6858000"/>
                <a:gd name="connsiteY9" fmla="*/ 6418365 h 6418364"/>
                <a:gd name="connsiteX10" fmla="*/ 3791389 w 6858000"/>
                <a:gd name="connsiteY10" fmla="*/ 6418365 h 6418364"/>
                <a:gd name="connsiteX11" fmla="*/ 3952204 w 6858000"/>
                <a:gd name="connsiteY11" fmla="*/ 6257550 h 6418364"/>
                <a:gd name="connsiteX12" fmla="*/ 3952204 w 6858000"/>
                <a:gd name="connsiteY12" fmla="*/ 4034620 h 6418364"/>
                <a:gd name="connsiteX13" fmla="*/ 5531299 w 6858000"/>
                <a:gd name="connsiteY13" fmla="*/ 4034620 h 6418364"/>
                <a:gd name="connsiteX14" fmla="*/ 6858000 w 6858000"/>
                <a:gd name="connsiteY14" fmla="*/ 2707919 h 6418364"/>
                <a:gd name="connsiteX15" fmla="*/ 5531299 w 6858000"/>
                <a:gd name="connsiteY15" fmla="*/ 1381217 h 6418364"/>
                <a:gd name="connsiteX16" fmla="*/ 3630575 w 6858000"/>
                <a:gd name="connsiteY16" fmla="*/ 2960915 h 6418364"/>
                <a:gd name="connsiteX17" fmla="*/ 3630575 w 6858000"/>
                <a:gd name="connsiteY17" fmla="*/ 6096749 h 6418364"/>
                <a:gd name="connsiteX18" fmla="*/ 3228538 w 6858000"/>
                <a:gd name="connsiteY18" fmla="*/ 6096749 h 6418364"/>
                <a:gd name="connsiteX19" fmla="*/ 3228538 w 6858000"/>
                <a:gd name="connsiteY19" fmla="*/ 2960915 h 6418364"/>
                <a:gd name="connsiteX20" fmla="*/ 3067723 w 6858000"/>
                <a:gd name="connsiteY20" fmla="*/ 2800100 h 6418364"/>
                <a:gd name="connsiteX21" fmla="*/ 2965241 w 6858000"/>
                <a:gd name="connsiteY21" fmla="*/ 2800100 h 6418364"/>
                <a:gd name="connsiteX22" fmla="*/ 3429549 w 6858000"/>
                <a:gd name="connsiteY22" fmla="*/ 2233619 h 6418364"/>
                <a:gd name="connsiteX23" fmla="*/ 3893857 w 6858000"/>
                <a:gd name="connsiteY23" fmla="*/ 2800100 h 6418364"/>
                <a:gd name="connsiteX24" fmla="*/ 3791376 w 6858000"/>
                <a:gd name="connsiteY24" fmla="*/ 2800100 h 6418364"/>
                <a:gd name="connsiteX25" fmla="*/ 3630575 w 6858000"/>
                <a:gd name="connsiteY25" fmla="*/ 2960915 h 6418364"/>
                <a:gd name="connsiteX26" fmla="*/ 5531299 w 6858000"/>
                <a:gd name="connsiteY26" fmla="*/ 3713005 h 6418364"/>
                <a:gd name="connsiteX27" fmla="*/ 3952204 w 6858000"/>
                <a:gd name="connsiteY27" fmla="*/ 3713005 h 6418364"/>
                <a:gd name="connsiteX28" fmla="*/ 3952204 w 6858000"/>
                <a:gd name="connsiteY28" fmla="*/ 3121729 h 6418364"/>
                <a:gd name="connsiteX29" fmla="*/ 4233623 w 6858000"/>
                <a:gd name="connsiteY29" fmla="*/ 3121729 h 6418364"/>
                <a:gd name="connsiteX30" fmla="*/ 4378981 w 6858000"/>
                <a:gd name="connsiteY30" fmla="*/ 3029709 h 6418364"/>
                <a:gd name="connsiteX31" fmla="*/ 4357991 w 6858000"/>
                <a:gd name="connsiteY31" fmla="*/ 2858969 h 6418364"/>
                <a:gd name="connsiteX32" fmla="*/ 3553931 w 6858000"/>
                <a:gd name="connsiteY32" fmla="*/ 1878021 h 6418364"/>
                <a:gd name="connsiteX33" fmla="*/ 3429563 w 6858000"/>
                <a:gd name="connsiteY33" fmla="*/ 1819152 h 6418364"/>
                <a:gd name="connsiteX34" fmla="*/ 3305195 w 6858000"/>
                <a:gd name="connsiteY34" fmla="*/ 1878021 h 6418364"/>
                <a:gd name="connsiteX35" fmla="*/ 2501134 w 6858000"/>
                <a:gd name="connsiteY35" fmla="*/ 2858969 h 6418364"/>
                <a:gd name="connsiteX36" fmla="*/ 2480145 w 6858000"/>
                <a:gd name="connsiteY36" fmla="*/ 3029709 h 6418364"/>
                <a:gd name="connsiteX37" fmla="*/ 2625502 w 6858000"/>
                <a:gd name="connsiteY37" fmla="*/ 3121729 h 6418364"/>
                <a:gd name="connsiteX38" fmla="*/ 2906921 w 6858000"/>
                <a:gd name="connsiteY38" fmla="*/ 3121729 h 6418364"/>
                <a:gd name="connsiteX39" fmla="*/ 2906921 w 6858000"/>
                <a:gd name="connsiteY39" fmla="*/ 3713005 h 6418364"/>
                <a:gd name="connsiteX40" fmla="*/ 1326702 w 6858000"/>
                <a:gd name="connsiteY40" fmla="*/ 3713005 h 6418364"/>
                <a:gd name="connsiteX41" fmla="*/ 321629 w 6858000"/>
                <a:gd name="connsiteY41" fmla="*/ 2707932 h 6418364"/>
                <a:gd name="connsiteX42" fmla="*/ 1326702 w 6858000"/>
                <a:gd name="connsiteY42" fmla="*/ 1702860 h 6418364"/>
                <a:gd name="connsiteX43" fmla="*/ 1696538 w 6858000"/>
                <a:gd name="connsiteY43" fmla="*/ 1773007 h 6418364"/>
                <a:gd name="connsiteX44" fmla="*/ 1837006 w 6858000"/>
                <a:gd name="connsiteY44" fmla="*/ 1762091 h 6418364"/>
                <a:gd name="connsiteX45" fmla="*/ 1914989 w 6858000"/>
                <a:gd name="connsiteY45" fmla="*/ 1644715 h 6418364"/>
                <a:gd name="connsiteX46" fmla="*/ 3429000 w 6858000"/>
                <a:gd name="connsiteY46" fmla="*/ 321630 h 6418364"/>
                <a:gd name="connsiteX47" fmla="*/ 4942998 w 6858000"/>
                <a:gd name="connsiteY47" fmla="*/ 1644701 h 6418364"/>
                <a:gd name="connsiteX48" fmla="*/ 5020954 w 6858000"/>
                <a:gd name="connsiteY48" fmla="*/ 1762077 h 6418364"/>
                <a:gd name="connsiteX49" fmla="*/ 5161435 w 6858000"/>
                <a:gd name="connsiteY49" fmla="*/ 1772994 h 6418364"/>
                <a:gd name="connsiteX50" fmla="*/ 5531272 w 6858000"/>
                <a:gd name="connsiteY50" fmla="*/ 1702847 h 6418364"/>
                <a:gd name="connsiteX51" fmla="*/ 6536344 w 6858000"/>
                <a:gd name="connsiteY51" fmla="*/ 2707919 h 6418364"/>
                <a:gd name="connsiteX52" fmla="*/ 5531299 w 6858000"/>
                <a:gd name="connsiteY52" fmla="*/ 3713005 h 6418364"/>
                <a:gd name="connsiteX0" fmla="*/ 5531299 w 6858000"/>
                <a:gd name="connsiteY0" fmla="*/ 1381217 h 6418365"/>
                <a:gd name="connsiteX1" fmla="*/ 5227189 w 6858000"/>
                <a:gd name="connsiteY1" fmla="*/ 1416257 h 6418365"/>
                <a:gd name="connsiteX2" fmla="*/ 3429000 w 6858000"/>
                <a:gd name="connsiteY2" fmla="*/ 0 h 6418365"/>
                <a:gd name="connsiteX3" fmla="*/ 1630824 w 6858000"/>
                <a:gd name="connsiteY3" fmla="*/ 1416244 h 6418365"/>
                <a:gd name="connsiteX4" fmla="*/ 1326702 w 6858000"/>
                <a:gd name="connsiteY4" fmla="*/ 1381204 h 6418365"/>
                <a:gd name="connsiteX5" fmla="*/ 0 w 6858000"/>
                <a:gd name="connsiteY5" fmla="*/ 2707906 h 6418365"/>
                <a:gd name="connsiteX6" fmla="*/ 1326702 w 6858000"/>
                <a:gd name="connsiteY6" fmla="*/ 4034607 h 6418365"/>
                <a:gd name="connsiteX7" fmla="*/ 2906921 w 6858000"/>
                <a:gd name="connsiteY7" fmla="*/ 4034607 h 6418365"/>
                <a:gd name="connsiteX8" fmla="*/ 2906921 w 6858000"/>
                <a:gd name="connsiteY8" fmla="*/ 6257550 h 6418365"/>
                <a:gd name="connsiteX9" fmla="*/ 3067736 w 6858000"/>
                <a:gd name="connsiteY9" fmla="*/ 6418365 h 6418365"/>
                <a:gd name="connsiteX10" fmla="*/ 3791389 w 6858000"/>
                <a:gd name="connsiteY10" fmla="*/ 6418365 h 6418365"/>
                <a:gd name="connsiteX11" fmla="*/ 3952204 w 6858000"/>
                <a:gd name="connsiteY11" fmla="*/ 6257550 h 6418365"/>
                <a:gd name="connsiteX12" fmla="*/ 3952204 w 6858000"/>
                <a:gd name="connsiteY12" fmla="*/ 4034620 h 6418365"/>
                <a:gd name="connsiteX13" fmla="*/ 5531299 w 6858000"/>
                <a:gd name="connsiteY13" fmla="*/ 4034620 h 6418365"/>
                <a:gd name="connsiteX14" fmla="*/ 6858000 w 6858000"/>
                <a:gd name="connsiteY14" fmla="*/ 2707919 h 6418365"/>
                <a:gd name="connsiteX15" fmla="*/ 5531299 w 6858000"/>
                <a:gd name="connsiteY15" fmla="*/ 1381217 h 6418365"/>
                <a:gd name="connsiteX16" fmla="*/ 3630575 w 6858000"/>
                <a:gd name="connsiteY16" fmla="*/ 2960915 h 6418365"/>
                <a:gd name="connsiteX17" fmla="*/ 3630575 w 6858000"/>
                <a:gd name="connsiteY17" fmla="*/ 6096749 h 6418365"/>
                <a:gd name="connsiteX18" fmla="*/ 3228538 w 6858000"/>
                <a:gd name="connsiteY18" fmla="*/ 2960915 h 6418365"/>
                <a:gd name="connsiteX19" fmla="*/ 3067723 w 6858000"/>
                <a:gd name="connsiteY19" fmla="*/ 2800100 h 6418365"/>
                <a:gd name="connsiteX20" fmla="*/ 2965241 w 6858000"/>
                <a:gd name="connsiteY20" fmla="*/ 2800100 h 6418365"/>
                <a:gd name="connsiteX21" fmla="*/ 3429549 w 6858000"/>
                <a:gd name="connsiteY21" fmla="*/ 2233619 h 6418365"/>
                <a:gd name="connsiteX22" fmla="*/ 3893857 w 6858000"/>
                <a:gd name="connsiteY22" fmla="*/ 2800100 h 6418365"/>
                <a:gd name="connsiteX23" fmla="*/ 3791376 w 6858000"/>
                <a:gd name="connsiteY23" fmla="*/ 2800100 h 6418365"/>
                <a:gd name="connsiteX24" fmla="*/ 3630575 w 6858000"/>
                <a:gd name="connsiteY24" fmla="*/ 2960915 h 6418365"/>
                <a:gd name="connsiteX25" fmla="*/ 5531299 w 6858000"/>
                <a:gd name="connsiteY25" fmla="*/ 3713005 h 6418365"/>
                <a:gd name="connsiteX26" fmla="*/ 3952204 w 6858000"/>
                <a:gd name="connsiteY26" fmla="*/ 3713005 h 6418365"/>
                <a:gd name="connsiteX27" fmla="*/ 3952204 w 6858000"/>
                <a:gd name="connsiteY27" fmla="*/ 3121729 h 6418365"/>
                <a:gd name="connsiteX28" fmla="*/ 4233623 w 6858000"/>
                <a:gd name="connsiteY28" fmla="*/ 3121729 h 6418365"/>
                <a:gd name="connsiteX29" fmla="*/ 4378981 w 6858000"/>
                <a:gd name="connsiteY29" fmla="*/ 3029709 h 6418365"/>
                <a:gd name="connsiteX30" fmla="*/ 4357991 w 6858000"/>
                <a:gd name="connsiteY30" fmla="*/ 2858969 h 6418365"/>
                <a:gd name="connsiteX31" fmla="*/ 3553931 w 6858000"/>
                <a:gd name="connsiteY31" fmla="*/ 1878021 h 6418365"/>
                <a:gd name="connsiteX32" fmla="*/ 3429563 w 6858000"/>
                <a:gd name="connsiteY32" fmla="*/ 1819152 h 6418365"/>
                <a:gd name="connsiteX33" fmla="*/ 3305195 w 6858000"/>
                <a:gd name="connsiteY33" fmla="*/ 1878021 h 6418365"/>
                <a:gd name="connsiteX34" fmla="*/ 2501134 w 6858000"/>
                <a:gd name="connsiteY34" fmla="*/ 2858969 h 6418365"/>
                <a:gd name="connsiteX35" fmla="*/ 2480145 w 6858000"/>
                <a:gd name="connsiteY35" fmla="*/ 3029709 h 6418365"/>
                <a:gd name="connsiteX36" fmla="*/ 2625502 w 6858000"/>
                <a:gd name="connsiteY36" fmla="*/ 3121729 h 6418365"/>
                <a:gd name="connsiteX37" fmla="*/ 2906921 w 6858000"/>
                <a:gd name="connsiteY37" fmla="*/ 3121729 h 6418365"/>
                <a:gd name="connsiteX38" fmla="*/ 2906921 w 6858000"/>
                <a:gd name="connsiteY38" fmla="*/ 3713005 h 6418365"/>
                <a:gd name="connsiteX39" fmla="*/ 1326702 w 6858000"/>
                <a:gd name="connsiteY39" fmla="*/ 3713005 h 6418365"/>
                <a:gd name="connsiteX40" fmla="*/ 321629 w 6858000"/>
                <a:gd name="connsiteY40" fmla="*/ 2707932 h 6418365"/>
                <a:gd name="connsiteX41" fmla="*/ 1326702 w 6858000"/>
                <a:gd name="connsiteY41" fmla="*/ 1702860 h 6418365"/>
                <a:gd name="connsiteX42" fmla="*/ 1696538 w 6858000"/>
                <a:gd name="connsiteY42" fmla="*/ 1773007 h 6418365"/>
                <a:gd name="connsiteX43" fmla="*/ 1837006 w 6858000"/>
                <a:gd name="connsiteY43" fmla="*/ 1762091 h 6418365"/>
                <a:gd name="connsiteX44" fmla="*/ 1914989 w 6858000"/>
                <a:gd name="connsiteY44" fmla="*/ 1644715 h 6418365"/>
                <a:gd name="connsiteX45" fmla="*/ 3429000 w 6858000"/>
                <a:gd name="connsiteY45" fmla="*/ 321630 h 6418365"/>
                <a:gd name="connsiteX46" fmla="*/ 4942998 w 6858000"/>
                <a:gd name="connsiteY46" fmla="*/ 1644701 h 6418365"/>
                <a:gd name="connsiteX47" fmla="*/ 5020954 w 6858000"/>
                <a:gd name="connsiteY47" fmla="*/ 1762077 h 6418365"/>
                <a:gd name="connsiteX48" fmla="*/ 5161435 w 6858000"/>
                <a:gd name="connsiteY48" fmla="*/ 1772994 h 6418365"/>
                <a:gd name="connsiteX49" fmla="*/ 5531272 w 6858000"/>
                <a:gd name="connsiteY49" fmla="*/ 1702847 h 6418365"/>
                <a:gd name="connsiteX50" fmla="*/ 6536344 w 6858000"/>
                <a:gd name="connsiteY50" fmla="*/ 2707919 h 6418365"/>
                <a:gd name="connsiteX51" fmla="*/ 5531299 w 6858000"/>
                <a:gd name="connsiteY51" fmla="*/ 3713005 h 6418365"/>
                <a:gd name="connsiteX0" fmla="*/ 5531299 w 6858000"/>
                <a:gd name="connsiteY0" fmla="*/ 1381217 h 6418365"/>
                <a:gd name="connsiteX1" fmla="*/ 5227189 w 6858000"/>
                <a:gd name="connsiteY1" fmla="*/ 1416257 h 6418365"/>
                <a:gd name="connsiteX2" fmla="*/ 3429000 w 6858000"/>
                <a:gd name="connsiteY2" fmla="*/ 0 h 6418365"/>
                <a:gd name="connsiteX3" fmla="*/ 1630824 w 6858000"/>
                <a:gd name="connsiteY3" fmla="*/ 1416244 h 6418365"/>
                <a:gd name="connsiteX4" fmla="*/ 1326702 w 6858000"/>
                <a:gd name="connsiteY4" fmla="*/ 1381204 h 6418365"/>
                <a:gd name="connsiteX5" fmla="*/ 0 w 6858000"/>
                <a:gd name="connsiteY5" fmla="*/ 2707906 h 6418365"/>
                <a:gd name="connsiteX6" fmla="*/ 1326702 w 6858000"/>
                <a:gd name="connsiteY6" fmla="*/ 4034607 h 6418365"/>
                <a:gd name="connsiteX7" fmla="*/ 2906921 w 6858000"/>
                <a:gd name="connsiteY7" fmla="*/ 4034607 h 6418365"/>
                <a:gd name="connsiteX8" fmla="*/ 2906921 w 6858000"/>
                <a:gd name="connsiteY8" fmla="*/ 6257550 h 6418365"/>
                <a:gd name="connsiteX9" fmla="*/ 3067736 w 6858000"/>
                <a:gd name="connsiteY9" fmla="*/ 6418365 h 6418365"/>
                <a:gd name="connsiteX10" fmla="*/ 3791389 w 6858000"/>
                <a:gd name="connsiteY10" fmla="*/ 6418365 h 6418365"/>
                <a:gd name="connsiteX11" fmla="*/ 3952204 w 6858000"/>
                <a:gd name="connsiteY11" fmla="*/ 6257550 h 6418365"/>
                <a:gd name="connsiteX12" fmla="*/ 3952204 w 6858000"/>
                <a:gd name="connsiteY12" fmla="*/ 4034620 h 6418365"/>
                <a:gd name="connsiteX13" fmla="*/ 5531299 w 6858000"/>
                <a:gd name="connsiteY13" fmla="*/ 4034620 h 6418365"/>
                <a:gd name="connsiteX14" fmla="*/ 6858000 w 6858000"/>
                <a:gd name="connsiteY14" fmla="*/ 2707919 h 6418365"/>
                <a:gd name="connsiteX15" fmla="*/ 5531299 w 6858000"/>
                <a:gd name="connsiteY15" fmla="*/ 1381217 h 6418365"/>
                <a:gd name="connsiteX16" fmla="*/ 3630575 w 6858000"/>
                <a:gd name="connsiteY16" fmla="*/ 2960915 h 6418365"/>
                <a:gd name="connsiteX17" fmla="*/ 3228538 w 6858000"/>
                <a:gd name="connsiteY17" fmla="*/ 2960915 h 6418365"/>
                <a:gd name="connsiteX18" fmla="*/ 3067723 w 6858000"/>
                <a:gd name="connsiteY18" fmla="*/ 2800100 h 6418365"/>
                <a:gd name="connsiteX19" fmla="*/ 2965241 w 6858000"/>
                <a:gd name="connsiteY19" fmla="*/ 2800100 h 6418365"/>
                <a:gd name="connsiteX20" fmla="*/ 3429549 w 6858000"/>
                <a:gd name="connsiteY20" fmla="*/ 2233619 h 6418365"/>
                <a:gd name="connsiteX21" fmla="*/ 3893857 w 6858000"/>
                <a:gd name="connsiteY21" fmla="*/ 2800100 h 6418365"/>
                <a:gd name="connsiteX22" fmla="*/ 3791376 w 6858000"/>
                <a:gd name="connsiteY22" fmla="*/ 2800100 h 6418365"/>
                <a:gd name="connsiteX23" fmla="*/ 3630575 w 6858000"/>
                <a:gd name="connsiteY23" fmla="*/ 2960915 h 6418365"/>
                <a:gd name="connsiteX24" fmla="*/ 5531299 w 6858000"/>
                <a:gd name="connsiteY24" fmla="*/ 3713005 h 6418365"/>
                <a:gd name="connsiteX25" fmla="*/ 3952204 w 6858000"/>
                <a:gd name="connsiteY25" fmla="*/ 3713005 h 6418365"/>
                <a:gd name="connsiteX26" fmla="*/ 3952204 w 6858000"/>
                <a:gd name="connsiteY26" fmla="*/ 3121729 h 6418365"/>
                <a:gd name="connsiteX27" fmla="*/ 4233623 w 6858000"/>
                <a:gd name="connsiteY27" fmla="*/ 3121729 h 6418365"/>
                <a:gd name="connsiteX28" fmla="*/ 4378981 w 6858000"/>
                <a:gd name="connsiteY28" fmla="*/ 3029709 h 6418365"/>
                <a:gd name="connsiteX29" fmla="*/ 4357991 w 6858000"/>
                <a:gd name="connsiteY29" fmla="*/ 2858969 h 6418365"/>
                <a:gd name="connsiteX30" fmla="*/ 3553931 w 6858000"/>
                <a:gd name="connsiteY30" fmla="*/ 1878021 h 6418365"/>
                <a:gd name="connsiteX31" fmla="*/ 3429563 w 6858000"/>
                <a:gd name="connsiteY31" fmla="*/ 1819152 h 6418365"/>
                <a:gd name="connsiteX32" fmla="*/ 3305195 w 6858000"/>
                <a:gd name="connsiteY32" fmla="*/ 1878021 h 6418365"/>
                <a:gd name="connsiteX33" fmla="*/ 2501134 w 6858000"/>
                <a:gd name="connsiteY33" fmla="*/ 2858969 h 6418365"/>
                <a:gd name="connsiteX34" fmla="*/ 2480145 w 6858000"/>
                <a:gd name="connsiteY34" fmla="*/ 3029709 h 6418365"/>
                <a:gd name="connsiteX35" fmla="*/ 2625502 w 6858000"/>
                <a:gd name="connsiteY35" fmla="*/ 3121729 h 6418365"/>
                <a:gd name="connsiteX36" fmla="*/ 2906921 w 6858000"/>
                <a:gd name="connsiteY36" fmla="*/ 3121729 h 6418365"/>
                <a:gd name="connsiteX37" fmla="*/ 2906921 w 6858000"/>
                <a:gd name="connsiteY37" fmla="*/ 3713005 h 6418365"/>
                <a:gd name="connsiteX38" fmla="*/ 1326702 w 6858000"/>
                <a:gd name="connsiteY38" fmla="*/ 3713005 h 6418365"/>
                <a:gd name="connsiteX39" fmla="*/ 321629 w 6858000"/>
                <a:gd name="connsiteY39" fmla="*/ 2707932 h 6418365"/>
                <a:gd name="connsiteX40" fmla="*/ 1326702 w 6858000"/>
                <a:gd name="connsiteY40" fmla="*/ 1702860 h 6418365"/>
                <a:gd name="connsiteX41" fmla="*/ 1696538 w 6858000"/>
                <a:gd name="connsiteY41" fmla="*/ 1773007 h 6418365"/>
                <a:gd name="connsiteX42" fmla="*/ 1837006 w 6858000"/>
                <a:gd name="connsiteY42" fmla="*/ 1762091 h 6418365"/>
                <a:gd name="connsiteX43" fmla="*/ 1914989 w 6858000"/>
                <a:gd name="connsiteY43" fmla="*/ 1644715 h 6418365"/>
                <a:gd name="connsiteX44" fmla="*/ 3429000 w 6858000"/>
                <a:gd name="connsiteY44" fmla="*/ 321630 h 6418365"/>
                <a:gd name="connsiteX45" fmla="*/ 4942998 w 6858000"/>
                <a:gd name="connsiteY45" fmla="*/ 1644701 h 6418365"/>
                <a:gd name="connsiteX46" fmla="*/ 5020954 w 6858000"/>
                <a:gd name="connsiteY46" fmla="*/ 1762077 h 6418365"/>
                <a:gd name="connsiteX47" fmla="*/ 5161435 w 6858000"/>
                <a:gd name="connsiteY47" fmla="*/ 1772994 h 6418365"/>
                <a:gd name="connsiteX48" fmla="*/ 5531272 w 6858000"/>
                <a:gd name="connsiteY48" fmla="*/ 1702847 h 6418365"/>
                <a:gd name="connsiteX49" fmla="*/ 6536344 w 6858000"/>
                <a:gd name="connsiteY49" fmla="*/ 2707919 h 6418365"/>
                <a:gd name="connsiteX50" fmla="*/ 5531299 w 6858000"/>
                <a:gd name="connsiteY50" fmla="*/ 3713005 h 6418365"/>
                <a:gd name="connsiteX0" fmla="*/ 5531299 w 6858000"/>
                <a:gd name="connsiteY0" fmla="*/ 1381217 h 6418365"/>
                <a:gd name="connsiteX1" fmla="*/ 5227189 w 6858000"/>
                <a:gd name="connsiteY1" fmla="*/ 1416257 h 6418365"/>
                <a:gd name="connsiteX2" fmla="*/ 3429000 w 6858000"/>
                <a:gd name="connsiteY2" fmla="*/ 0 h 6418365"/>
                <a:gd name="connsiteX3" fmla="*/ 1630824 w 6858000"/>
                <a:gd name="connsiteY3" fmla="*/ 1416244 h 6418365"/>
                <a:gd name="connsiteX4" fmla="*/ 1326702 w 6858000"/>
                <a:gd name="connsiteY4" fmla="*/ 1381204 h 6418365"/>
                <a:gd name="connsiteX5" fmla="*/ 0 w 6858000"/>
                <a:gd name="connsiteY5" fmla="*/ 2707906 h 6418365"/>
                <a:gd name="connsiteX6" fmla="*/ 1326702 w 6858000"/>
                <a:gd name="connsiteY6" fmla="*/ 4034607 h 6418365"/>
                <a:gd name="connsiteX7" fmla="*/ 2906921 w 6858000"/>
                <a:gd name="connsiteY7" fmla="*/ 4034607 h 6418365"/>
                <a:gd name="connsiteX8" fmla="*/ 2906921 w 6858000"/>
                <a:gd name="connsiteY8" fmla="*/ 6257550 h 6418365"/>
                <a:gd name="connsiteX9" fmla="*/ 3067736 w 6858000"/>
                <a:gd name="connsiteY9" fmla="*/ 6418365 h 6418365"/>
                <a:gd name="connsiteX10" fmla="*/ 3952204 w 6858000"/>
                <a:gd name="connsiteY10" fmla="*/ 6257550 h 6418365"/>
                <a:gd name="connsiteX11" fmla="*/ 3952204 w 6858000"/>
                <a:gd name="connsiteY11" fmla="*/ 4034620 h 6418365"/>
                <a:gd name="connsiteX12" fmla="*/ 5531299 w 6858000"/>
                <a:gd name="connsiteY12" fmla="*/ 4034620 h 6418365"/>
                <a:gd name="connsiteX13" fmla="*/ 6858000 w 6858000"/>
                <a:gd name="connsiteY13" fmla="*/ 2707919 h 6418365"/>
                <a:gd name="connsiteX14" fmla="*/ 5531299 w 6858000"/>
                <a:gd name="connsiteY14" fmla="*/ 1381217 h 6418365"/>
                <a:gd name="connsiteX15" fmla="*/ 3630575 w 6858000"/>
                <a:gd name="connsiteY15" fmla="*/ 2960915 h 6418365"/>
                <a:gd name="connsiteX16" fmla="*/ 3228538 w 6858000"/>
                <a:gd name="connsiteY16" fmla="*/ 2960915 h 6418365"/>
                <a:gd name="connsiteX17" fmla="*/ 3067723 w 6858000"/>
                <a:gd name="connsiteY17" fmla="*/ 2800100 h 6418365"/>
                <a:gd name="connsiteX18" fmla="*/ 2965241 w 6858000"/>
                <a:gd name="connsiteY18" fmla="*/ 2800100 h 6418365"/>
                <a:gd name="connsiteX19" fmla="*/ 3429549 w 6858000"/>
                <a:gd name="connsiteY19" fmla="*/ 2233619 h 6418365"/>
                <a:gd name="connsiteX20" fmla="*/ 3893857 w 6858000"/>
                <a:gd name="connsiteY20" fmla="*/ 2800100 h 6418365"/>
                <a:gd name="connsiteX21" fmla="*/ 3791376 w 6858000"/>
                <a:gd name="connsiteY21" fmla="*/ 2800100 h 6418365"/>
                <a:gd name="connsiteX22" fmla="*/ 3630575 w 6858000"/>
                <a:gd name="connsiteY22" fmla="*/ 2960915 h 6418365"/>
                <a:gd name="connsiteX23" fmla="*/ 5531299 w 6858000"/>
                <a:gd name="connsiteY23" fmla="*/ 3713005 h 6418365"/>
                <a:gd name="connsiteX24" fmla="*/ 3952204 w 6858000"/>
                <a:gd name="connsiteY24" fmla="*/ 3713005 h 6418365"/>
                <a:gd name="connsiteX25" fmla="*/ 3952204 w 6858000"/>
                <a:gd name="connsiteY25" fmla="*/ 3121729 h 6418365"/>
                <a:gd name="connsiteX26" fmla="*/ 4233623 w 6858000"/>
                <a:gd name="connsiteY26" fmla="*/ 3121729 h 6418365"/>
                <a:gd name="connsiteX27" fmla="*/ 4378981 w 6858000"/>
                <a:gd name="connsiteY27" fmla="*/ 3029709 h 6418365"/>
                <a:gd name="connsiteX28" fmla="*/ 4357991 w 6858000"/>
                <a:gd name="connsiteY28" fmla="*/ 2858969 h 6418365"/>
                <a:gd name="connsiteX29" fmla="*/ 3553931 w 6858000"/>
                <a:gd name="connsiteY29" fmla="*/ 1878021 h 6418365"/>
                <a:gd name="connsiteX30" fmla="*/ 3429563 w 6858000"/>
                <a:gd name="connsiteY30" fmla="*/ 1819152 h 6418365"/>
                <a:gd name="connsiteX31" fmla="*/ 3305195 w 6858000"/>
                <a:gd name="connsiteY31" fmla="*/ 1878021 h 6418365"/>
                <a:gd name="connsiteX32" fmla="*/ 2501134 w 6858000"/>
                <a:gd name="connsiteY32" fmla="*/ 2858969 h 6418365"/>
                <a:gd name="connsiteX33" fmla="*/ 2480145 w 6858000"/>
                <a:gd name="connsiteY33" fmla="*/ 3029709 h 6418365"/>
                <a:gd name="connsiteX34" fmla="*/ 2625502 w 6858000"/>
                <a:gd name="connsiteY34" fmla="*/ 3121729 h 6418365"/>
                <a:gd name="connsiteX35" fmla="*/ 2906921 w 6858000"/>
                <a:gd name="connsiteY35" fmla="*/ 3121729 h 6418365"/>
                <a:gd name="connsiteX36" fmla="*/ 2906921 w 6858000"/>
                <a:gd name="connsiteY36" fmla="*/ 3713005 h 6418365"/>
                <a:gd name="connsiteX37" fmla="*/ 1326702 w 6858000"/>
                <a:gd name="connsiteY37" fmla="*/ 3713005 h 6418365"/>
                <a:gd name="connsiteX38" fmla="*/ 321629 w 6858000"/>
                <a:gd name="connsiteY38" fmla="*/ 2707932 h 6418365"/>
                <a:gd name="connsiteX39" fmla="*/ 1326702 w 6858000"/>
                <a:gd name="connsiteY39" fmla="*/ 1702860 h 6418365"/>
                <a:gd name="connsiteX40" fmla="*/ 1696538 w 6858000"/>
                <a:gd name="connsiteY40" fmla="*/ 1773007 h 6418365"/>
                <a:gd name="connsiteX41" fmla="*/ 1837006 w 6858000"/>
                <a:gd name="connsiteY41" fmla="*/ 1762091 h 6418365"/>
                <a:gd name="connsiteX42" fmla="*/ 1914989 w 6858000"/>
                <a:gd name="connsiteY42" fmla="*/ 1644715 h 6418365"/>
                <a:gd name="connsiteX43" fmla="*/ 3429000 w 6858000"/>
                <a:gd name="connsiteY43" fmla="*/ 321630 h 6418365"/>
                <a:gd name="connsiteX44" fmla="*/ 4942998 w 6858000"/>
                <a:gd name="connsiteY44" fmla="*/ 1644701 h 6418365"/>
                <a:gd name="connsiteX45" fmla="*/ 5020954 w 6858000"/>
                <a:gd name="connsiteY45" fmla="*/ 1762077 h 6418365"/>
                <a:gd name="connsiteX46" fmla="*/ 5161435 w 6858000"/>
                <a:gd name="connsiteY46" fmla="*/ 1772994 h 6418365"/>
                <a:gd name="connsiteX47" fmla="*/ 5531272 w 6858000"/>
                <a:gd name="connsiteY47" fmla="*/ 1702847 h 6418365"/>
                <a:gd name="connsiteX48" fmla="*/ 6536344 w 6858000"/>
                <a:gd name="connsiteY48" fmla="*/ 2707919 h 6418365"/>
                <a:gd name="connsiteX49" fmla="*/ 5531299 w 6858000"/>
                <a:gd name="connsiteY49" fmla="*/ 3713005 h 6418365"/>
                <a:gd name="connsiteX0" fmla="*/ 5531299 w 6858000"/>
                <a:gd name="connsiteY0" fmla="*/ 1381217 h 6418365"/>
                <a:gd name="connsiteX1" fmla="*/ 5227189 w 6858000"/>
                <a:gd name="connsiteY1" fmla="*/ 1416257 h 6418365"/>
                <a:gd name="connsiteX2" fmla="*/ 3429000 w 6858000"/>
                <a:gd name="connsiteY2" fmla="*/ 0 h 6418365"/>
                <a:gd name="connsiteX3" fmla="*/ 1630824 w 6858000"/>
                <a:gd name="connsiteY3" fmla="*/ 1416244 h 6418365"/>
                <a:gd name="connsiteX4" fmla="*/ 1326702 w 6858000"/>
                <a:gd name="connsiteY4" fmla="*/ 1381204 h 6418365"/>
                <a:gd name="connsiteX5" fmla="*/ 0 w 6858000"/>
                <a:gd name="connsiteY5" fmla="*/ 2707906 h 6418365"/>
                <a:gd name="connsiteX6" fmla="*/ 1326702 w 6858000"/>
                <a:gd name="connsiteY6" fmla="*/ 4034607 h 6418365"/>
                <a:gd name="connsiteX7" fmla="*/ 2906921 w 6858000"/>
                <a:gd name="connsiteY7" fmla="*/ 4034607 h 6418365"/>
                <a:gd name="connsiteX8" fmla="*/ 2906921 w 6858000"/>
                <a:gd name="connsiteY8" fmla="*/ 6257550 h 6418365"/>
                <a:gd name="connsiteX9" fmla="*/ 3067736 w 6858000"/>
                <a:gd name="connsiteY9" fmla="*/ 6418365 h 6418365"/>
                <a:gd name="connsiteX10" fmla="*/ 3952204 w 6858000"/>
                <a:gd name="connsiteY10" fmla="*/ 4034620 h 6418365"/>
                <a:gd name="connsiteX11" fmla="*/ 5531299 w 6858000"/>
                <a:gd name="connsiteY11" fmla="*/ 4034620 h 6418365"/>
                <a:gd name="connsiteX12" fmla="*/ 6858000 w 6858000"/>
                <a:gd name="connsiteY12" fmla="*/ 2707919 h 6418365"/>
                <a:gd name="connsiteX13" fmla="*/ 5531299 w 6858000"/>
                <a:gd name="connsiteY13" fmla="*/ 1381217 h 6418365"/>
                <a:gd name="connsiteX14" fmla="*/ 3630575 w 6858000"/>
                <a:gd name="connsiteY14" fmla="*/ 2960915 h 6418365"/>
                <a:gd name="connsiteX15" fmla="*/ 3228538 w 6858000"/>
                <a:gd name="connsiteY15" fmla="*/ 2960915 h 6418365"/>
                <a:gd name="connsiteX16" fmla="*/ 3067723 w 6858000"/>
                <a:gd name="connsiteY16" fmla="*/ 2800100 h 6418365"/>
                <a:gd name="connsiteX17" fmla="*/ 2965241 w 6858000"/>
                <a:gd name="connsiteY17" fmla="*/ 2800100 h 6418365"/>
                <a:gd name="connsiteX18" fmla="*/ 3429549 w 6858000"/>
                <a:gd name="connsiteY18" fmla="*/ 2233619 h 6418365"/>
                <a:gd name="connsiteX19" fmla="*/ 3893857 w 6858000"/>
                <a:gd name="connsiteY19" fmla="*/ 2800100 h 6418365"/>
                <a:gd name="connsiteX20" fmla="*/ 3791376 w 6858000"/>
                <a:gd name="connsiteY20" fmla="*/ 2800100 h 6418365"/>
                <a:gd name="connsiteX21" fmla="*/ 3630575 w 6858000"/>
                <a:gd name="connsiteY21" fmla="*/ 2960915 h 6418365"/>
                <a:gd name="connsiteX22" fmla="*/ 5531299 w 6858000"/>
                <a:gd name="connsiteY22" fmla="*/ 3713005 h 6418365"/>
                <a:gd name="connsiteX23" fmla="*/ 3952204 w 6858000"/>
                <a:gd name="connsiteY23" fmla="*/ 3713005 h 6418365"/>
                <a:gd name="connsiteX24" fmla="*/ 3952204 w 6858000"/>
                <a:gd name="connsiteY24" fmla="*/ 3121729 h 6418365"/>
                <a:gd name="connsiteX25" fmla="*/ 4233623 w 6858000"/>
                <a:gd name="connsiteY25" fmla="*/ 3121729 h 6418365"/>
                <a:gd name="connsiteX26" fmla="*/ 4378981 w 6858000"/>
                <a:gd name="connsiteY26" fmla="*/ 3029709 h 6418365"/>
                <a:gd name="connsiteX27" fmla="*/ 4357991 w 6858000"/>
                <a:gd name="connsiteY27" fmla="*/ 2858969 h 6418365"/>
                <a:gd name="connsiteX28" fmla="*/ 3553931 w 6858000"/>
                <a:gd name="connsiteY28" fmla="*/ 1878021 h 6418365"/>
                <a:gd name="connsiteX29" fmla="*/ 3429563 w 6858000"/>
                <a:gd name="connsiteY29" fmla="*/ 1819152 h 6418365"/>
                <a:gd name="connsiteX30" fmla="*/ 3305195 w 6858000"/>
                <a:gd name="connsiteY30" fmla="*/ 1878021 h 6418365"/>
                <a:gd name="connsiteX31" fmla="*/ 2501134 w 6858000"/>
                <a:gd name="connsiteY31" fmla="*/ 2858969 h 6418365"/>
                <a:gd name="connsiteX32" fmla="*/ 2480145 w 6858000"/>
                <a:gd name="connsiteY32" fmla="*/ 3029709 h 6418365"/>
                <a:gd name="connsiteX33" fmla="*/ 2625502 w 6858000"/>
                <a:gd name="connsiteY33" fmla="*/ 3121729 h 6418365"/>
                <a:gd name="connsiteX34" fmla="*/ 2906921 w 6858000"/>
                <a:gd name="connsiteY34" fmla="*/ 3121729 h 6418365"/>
                <a:gd name="connsiteX35" fmla="*/ 2906921 w 6858000"/>
                <a:gd name="connsiteY35" fmla="*/ 3713005 h 6418365"/>
                <a:gd name="connsiteX36" fmla="*/ 1326702 w 6858000"/>
                <a:gd name="connsiteY36" fmla="*/ 3713005 h 6418365"/>
                <a:gd name="connsiteX37" fmla="*/ 321629 w 6858000"/>
                <a:gd name="connsiteY37" fmla="*/ 2707932 h 6418365"/>
                <a:gd name="connsiteX38" fmla="*/ 1326702 w 6858000"/>
                <a:gd name="connsiteY38" fmla="*/ 1702860 h 6418365"/>
                <a:gd name="connsiteX39" fmla="*/ 1696538 w 6858000"/>
                <a:gd name="connsiteY39" fmla="*/ 1773007 h 6418365"/>
                <a:gd name="connsiteX40" fmla="*/ 1837006 w 6858000"/>
                <a:gd name="connsiteY40" fmla="*/ 1762091 h 6418365"/>
                <a:gd name="connsiteX41" fmla="*/ 1914989 w 6858000"/>
                <a:gd name="connsiteY41" fmla="*/ 1644715 h 6418365"/>
                <a:gd name="connsiteX42" fmla="*/ 3429000 w 6858000"/>
                <a:gd name="connsiteY42" fmla="*/ 321630 h 6418365"/>
                <a:gd name="connsiteX43" fmla="*/ 4942998 w 6858000"/>
                <a:gd name="connsiteY43" fmla="*/ 1644701 h 6418365"/>
                <a:gd name="connsiteX44" fmla="*/ 5020954 w 6858000"/>
                <a:gd name="connsiteY44" fmla="*/ 1762077 h 6418365"/>
                <a:gd name="connsiteX45" fmla="*/ 5161435 w 6858000"/>
                <a:gd name="connsiteY45" fmla="*/ 1772994 h 6418365"/>
                <a:gd name="connsiteX46" fmla="*/ 5531272 w 6858000"/>
                <a:gd name="connsiteY46" fmla="*/ 1702847 h 6418365"/>
                <a:gd name="connsiteX47" fmla="*/ 6536344 w 6858000"/>
                <a:gd name="connsiteY47" fmla="*/ 2707919 h 6418365"/>
                <a:gd name="connsiteX48" fmla="*/ 5531299 w 6858000"/>
                <a:gd name="connsiteY48" fmla="*/ 3713005 h 6418365"/>
                <a:gd name="connsiteX0" fmla="*/ 5531299 w 6858000"/>
                <a:gd name="connsiteY0" fmla="*/ 1381217 h 6257550"/>
                <a:gd name="connsiteX1" fmla="*/ 5227189 w 6858000"/>
                <a:gd name="connsiteY1" fmla="*/ 1416257 h 6257550"/>
                <a:gd name="connsiteX2" fmla="*/ 3429000 w 6858000"/>
                <a:gd name="connsiteY2" fmla="*/ 0 h 6257550"/>
                <a:gd name="connsiteX3" fmla="*/ 1630824 w 6858000"/>
                <a:gd name="connsiteY3" fmla="*/ 1416244 h 6257550"/>
                <a:gd name="connsiteX4" fmla="*/ 1326702 w 6858000"/>
                <a:gd name="connsiteY4" fmla="*/ 1381204 h 6257550"/>
                <a:gd name="connsiteX5" fmla="*/ 0 w 6858000"/>
                <a:gd name="connsiteY5" fmla="*/ 2707906 h 6257550"/>
                <a:gd name="connsiteX6" fmla="*/ 1326702 w 6858000"/>
                <a:gd name="connsiteY6" fmla="*/ 4034607 h 6257550"/>
                <a:gd name="connsiteX7" fmla="*/ 2906921 w 6858000"/>
                <a:gd name="connsiteY7" fmla="*/ 4034607 h 6257550"/>
                <a:gd name="connsiteX8" fmla="*/ 2906921 w 6858000"/>
                <a:gd name="connsiteY8" fmla="*/ 6257550 h 6257550"/>
                <a:gd name="connsiteX9" fmla="*/ 3952204 w 6858000"/>
                <a:gd name="connsiteY9" fmla="*/ 4034620 h 6257550"/>
                <a:gd name="connsiteX10" fmla="*/ 5531299 w 6858000"/>
                <a:gd name="connsiteY10" fmla="*/ 4034620 h 6257550"/>
                <a:gd name="connsiteX11" fmla="*/ 6858000 w 6858000"/>
                <a:gd name="connsiteY11" fmla="*/ 2707919 h 6257550"/>
                <a:gd name="connsiteX12" fmla="*/ 5531299 w 6858000"/>
                <a:gd name="connsiteY12" fmla="*/ 1381217 h 6257550"/>
                <a:gd name="connsiteX13" fmla="*/ 3630575 w 6858000"/>
                <a:gd name="connsiteY13" fmla="*/ 2960915 h 6257550"/>
                <a:gd name="connsiteX14" fmla="*/ 3228538 w 6858000"/>
                <a:gd name="connsiteY14" fmla="*/ 2960915 h 6257550"/>
                <a:gd name="connsiteX15" fmla="*/ 3067723 w 6858000"/>
                <a:gd name="connsiteY15" fmla="*/ 2800100 h 6257550"/>
                <a:gd name="connsiteX16" fmla="*/ 2965241 w 6858000"/>
                <a:gd name="connsiteY16" fmla="*/ 2800100 h 6257550"/>
                <a:gd name="connsiteX17" fmla="*/ 3429549 w 6858000"/>
                <a:gd name="connsiteY17" fmla="*/ 2233619 h 6257550"/>
                <a:gd name="connsiteX18" fmla="*/ 3893857 w 6858000"/>
                <a:gd name="connsiteY18" fmla="*/ 2800100 h 6257550"/>
                <a:gd name="connsiteX19" fmla="*/ 3791376 w 6858000"/>
                <a:gd name="connsiteY19" fmla="*/ 2800100 h 6257550"/>
                <a:gd name="connsiteX20" fmla="*/ 3630575 w 6858000"/>
                <a:gd name="connsiteY20" fmla="*/ 2960915 h 6257550"/>
                <a:gd name="connsiteX21" fmla="*/ 5531299 w 6858000"/>
                <a:gd name="connsiteY21" fmla="*/ 3713005 h 6257550"/>
                <a:gd name="connsiteX22" fmla="*/ 3952204 w 6858000"/>
                <a:gd name="connsiteY22" fmla="*/ 3713005 h 6257550"/>
                <a:gd name="connsiteX23" fmla="*/ 3952204 w 6858000"/>
                <a:gd name="connsiteY23" fmla="*/ 3121729 h 6257550"/>
                <a:gd name="connsiteX24" fmla="*/ 4233623 w 6858000"/>
                <a:gd name="connsiteY24" fmla="*/ 3121729 h 6257550"/>
                <a:gd name="connsiteX25" fmla="*/ 4378981 w 6858000"/>
                <a:gd name="connsiteY25" fmla="*/ 3029709 h 6257550"/>
                <a:gd name="connsiteX26" fmla="*/ 4357991 w 6858000"/>
                <a:gd name="connsiteY26" fmla="*/ 2858969 h 6257550"/>
                <a:gd name="connsiteX27" fmla="*/ 3553931 w 6858000"/>
                <a:gd name="connsiteY27" fmla="*/ 1878021 h 6257550"/>
                <a:gd name="connsiteX28" fmla="*/ 3429563 w 6858000"/>
                <a:gd name="connsiteY28" fmla="*/ 1819152 h 6257550"/>
                <a:gd name="connsiteX29" fmla="*/ 3305195 w 6858000"/>
                <a:gd name="connsiteY29" fmla="*/ 1878021 h 6257550"/>
                <a:gd name="connsiteX30" fmla="*/ 2501134 w 6858000"/>
                <a:gd name="connsiteY30" fmla="*/ 2858969 h 6257550"/>
                <a:gd name="connsiteX31" fmla="*/ 2480145 w 6858000"/>
                <a:gd name="connsiteY31" fmla="*/ 3029709 h 6257550"/>
                <a:gd name="connsiteX32" fmla="*/ 2625502 w 6858000"/>
                <a:gd name="connsiteY32" fmla="*/ 3121729 h 6257550"/>
                <a:gd name="connsiteX33" fmla="*/ 2906921 w 6858000"/>
                <a:gd name="connsiteY33" fmla="*/ 3121729 h 6257550"/>
                <a:gd name="connsiteX34" fmla="*/ 2906921 w 6858000"/>
                <a:gd name="connsiteY34" fmla="*/ 3713005 h 6257550"/>
                <a:gd name="connsiteX35" fmla="*/ 1326702 w 6858000"/>
                <a:gd name="connsiteY35" fmla="*/ 3713005 h 6257550"/>
                <a:gd name="connsiteX36" fmla="*/ 321629 w 6858000"/>
                <a:gd name="connsiteY36" fmla="*/ 2707932 h 6257550"/>
                <a:gd name="connsiteX37" fmla="*/ 1326702 w 6858000"/>
                <a:gd name="connsiteY37" fmla="*/ 1702860 h 6257550"/>
                <a:gd name="connsiteX38" fmla="*/ 1696538 w 6858000"/>
                <a:gd name="connsiteY38" fmla="*/ 1773007 h 6257550"/>
                <a:gd name="connsiteX39" fmla="*/ 1837006 w 6858000"/>
                <a:gd name="connsiteY39" fmla="*/ 1762091 h 6257550"/>
                <a:gd name="connsiteX40" fmla="*/ 1914989 w 6858000"/>
                <a:gd name="connsiteY40" fmla="*/ 1644715 h 6257550"/>
                <a:gd name="connsiteX41" fmla="*/ 3429000 w 6858000"/>
                <a:gd name="connsiteY41" fmla="*/ 321630 h 6257550"/>
                <a:gd name="connsiteX42" fmla="*/ 4942998 w 6858000"/>
                <a:gd name="connsiteY42" fmla="*/ 1644701 h 6257550"/>
                <a:gd name="connsiteX43" fmla="*/ 5020954 w 6858000"/>
                <a:gd name="connsiteY43" fmla="*/ 1762077 h 6257550"/>
                <a:gd name="connsiteX44" fmla="*/ 5161435 w 6858000"/>
                <a:gd name="connsiteY44" fmla="*/ 1772994 h 6257550"/>
                <a:gd name="connsiteX45" fmla="*/ 5531272 w 6858000"/>
                <a:gd name="connsiteY45" fmla="*/ 1702847 h 6257550"/>
                <a:gd name="connsiteX46" fmla="*/ 6536344 w 6858000"/>
                <a:gd name="connsiteY46" fmla="*/ 2707919 h 6257550"/>
                <a:gd name="connsiteX47" fmla="*/ 5531299 w 6858000"/>
                <a:gd name="connsiteY47" fmla="*/ 3713005 h 625755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630575 w 6858000"/>
                <a:gd name="connsiteY12" fmla="*/ 2960915 h 4034620"/>
                <a:gd name="connsiteX13" fmla="*/ 3228538 w 6858000"/>
                <a:gd name="connsiteY13" fmla="*/ 2960915 h 4034620"/>
                <a:gd name="connsiteX14" fmla="*/ 3067723 w 6858000"/>
                <a:gd name="connsiteY14" fmla="*/ 2800100 h 4034620"/>
                <a:gd name="connsiteX15" fmla="*/ 2965241 w 6858000"/>
                <a:gd name="connsiteY15" fmla="*/ 2800100 h 4034620"/>
                <a:gd name="connsiteX16" fmla="*/ 3429549 w 6858000"/>
                <a:gd name="connsiteY16" fmla="*/ 2233619 h 4034620"/>
                <a:gd name="connsiteX17" fmla="*/ 3893857 w 6858000"/>
                <a:gd name="connsiteY17" fmla="*/ 2800100 h 4034620"/>
                <a:gd name="connsiteX18" fmla="*/ 3791376 w 6858000"/>
                <a:gd name="connsiteY18" fmla="*/ 2800100 h 4034620"/>
                <a:gd name="connsiteX19" fmla="*/ 3630575 w 6858000"/>
                <a:gd name="connsiteY19" fmla="*/ 2960915 h 4034620"/>
                <a:gd name="connsiteX20" fmla="*/ 5531299 w 6858000"/>
                <a:gd name="connsiteY20" fmla="*/ 3713005 h 4034620"/>
                <a:gd name="connsiteX21" fmla="*/ 3952204 w 6858000"/>
                <a:gd name="connsiteY21" fmla="*/ 3713005 h 4034620"/>
                <a:gd name="connsiteX22" fmla="*/ 3952204 w 6858000"/>
                <a:gd name="connsiteY22" fmla="*/ 3121729 h 4034620"/>
                <a:gd name="connsiteX23" fmla="*/ 4233623 w 6858000"/>
                <a:gd name="connsiteY23" fmla="*/ 3121729 h 4034620"/>
                <a:gd name="connsiteX24" fmla="*/ 4378981 w 6858000"/>
                <a:gd name="connsiteY24" fmla="*/ 3029709 h 4034620"/>
                <a:gd name="connsiteX25" fmla="*/ 4357991 w 6858000"/>
                <a:gd name="connsiteY25" fmla="*/ 2858969 h 4034620"/>
                <a:gd name="connsiteX26" fmla="*/ 3553931 w 6858000"/>
                <a:gd name="connsiteY26" fmla="*/ 1878021 h 4034620"/>
                <a:gd name="connsiteX27" fmla="*/ 3429563 w 6858000"/>
                <a:gd name="connsiteY27" fmla="*/ 1819152 h 4034620"/>
                <a:gd name="connsiteX28" fmla="*/ 3305195 w 6858000"/>
                <a:gd name="connsiteY28" fmla="*/ 1878021 h 4034620"/>
                <a:gd name="connsiteX29" fmla="*/ 2501134 w 6858000"/>
                <a:gd name="connsiteY29" fmla="*/ 2858969 h 4034620"/>
                <a:gd name="connsiteX30" fmla="*/ 2480145 w 6858000"/>
                <a:gd name="connsiteY30" fmla="*/ 3029709 h 4034620"/>
                <a:gd name="connsiteX31" fmla="*/ 2625502 w 6858000"/>
                <a:gd name="connsiteY31" fmla="*/ 3121729 h 4034620"/>
                <a:gd name="connsiteX32" fmla="*/ 2906921 w 6858000"/>
                <a:gd name="connsiteY32" fmla="*/ 3121729 h 4034620"/>
                <a:gd name="connsiteX33" fmla="*/ 2906921 w 6858000"/>
                <a:gd name="connsiteY33" fmla="*/ 3713005 h 4034620"/>
                <a:gd name="connsiteX34" fmla="*/ 1326702 w 6858000"/>
                <a:gd name="connsiteY34" fmla="*/ 3713005 h 4034620"/>
                <a:gd name="connsiteX35" fmla="*/ 321629 w 6858000"/>
                <a:gd name="connsiteY35" fmla="*/ 2707932 h 4034620"/>
                <a:gd name="connsiteX36" fmla="*/ 1326702 w 6858000"/>
                <a:gd name="connsiteY36" fmla="*/ 1702860 h 4034620"/>
                <a:gd name="connsiteX37" fmla="*/ 1696538 w 6858000"/>
                <a:gd name="connsiteY37" fmla="*/ 1773007 h 4034620"/>
                <a:gd name="connsiteX38" fmla="*/ 1837006 w 6858000"/>
                <a:gd name="connsiteY38" fmla="*/ 1762091 h 4034620"/>
                <a:gd name="connsiteX39" fmla="*/ 1914989 w 6858000"/>
                <a:gd name="connsiteY39" fmla="*/ 1644715 h 4034620"/>
                <a:gd name="connsiteX40" fmla="*/ 3429000 w 6858000"/>
                <a:gd name="connsiteY40" fmla="*/ 321630 h 4034620"/>
                <a:gd name="connsiteX41" fmla="*/ 4942998 w 6858000"/>
                <a:gd name="connsiteY41" fmla="*/ 1644701 h 4034620"/>
                <a:gd name="connsiteX42" fmla="*/ 5020954 w 6858000"/>
                <a:gd name="connsiteY42" fmla="*/ 1762077 h 4034620"/>
                <a:gd name="connsiteX43" fmla="*/ 5161435 w 6858000"/>
                <a:gd name="connsiteY43" fmla="*/ 1772994 h 4034620"/>
                <a:gd name="connsiteX44" fmla="*/ 5531272 w 6858000"/>
                <a:gd name="connsiteY44" fmla="*/ 1702847 h 4034620"/>
                <a:gd name="connsiteX45" fmla="*/ 6536344 w 6858000"/>
                <a:gd name="connsiteY45" fmla="*/ 2707919 h 4034620"/>
                <a:gd name="connsiteX46" fmla="*/ 5531299 w 6858000"/>
                <a:gd name="connsiteY46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630575 w 6858000"/>
                <a:gd name="connsiteY12" fmla="*/ 2960915 h 4034620"/>
                <a:gd name="connsiteX13" fmla="*/ 3228538 w 6858000"/>
                <a:gd name="connsiteY13" fmla="*/ 2960915 h 4034620"/>
                <a:gd name="connsiteX14" fmla="*/ 3067723 w 6858000"/>
                <a:gd name="connsiteY14" fmla="*/ 2800100 h 4034620"/>
                <a:gd name="connsiteX15" fmla="*/ 2965241 w 6858000"/>
                <a:gd name="connsiteY15" fmla="*/ 2800100 h 4034620"/>
                <a:gd name="connsiteX16" fmla="*/ 3429549 w 6858000"/>
                <a:gd name="connsiteY16" fmla="*/ 2233619 h 4034620"/>
                <a:gd name="connsiteX17" fmla="*/ 3893857 w 6858000"/>
                <a:gd name="connsiteY17" fmla="*/ 2800100 h 4034620"/>
                <a:gd name="connsiteX18" fmla="*/ 3791376 w 6858000"/>
                <a:gd name="connsiteY18" fmla="*/ 2800100 h 4034620"/>
                <a:gd name="connsiteX19" fmla="*/ 3630575 w 6858000"/>
                <a:gd name="connsiteY19" fmla="*/ 2960915 h 4034620"/>
                <a:gd name="connsiteX20" fmla="*/ 5531299 w 6858000"/>
                <a:gd name="connsiteY20" fmla="*/ 3713005 h 4034620"/>
                <a:gd name="connsiteX21" fmla="*/ 3952204 w 6858000"/>
                <a:gd name="connsiteY21" fmla="*/ 3713005 h 4034620"/>
                <a:gd name="connsiteX22" fmla="*/ 4233623 w 6858000"/>
                <a:gd name="connsiteY22" fmla="*/ 3121729 h 4034620"/>
                <a:gd name="connsiteX23" fmla="*/ 4378981 w 6858000"/>
                <a:gd name="connsiteY23" fmla="*/ 3029709 h 4034620"/>
                <a:gd name="connsiteX24" fmla="*/ 4357991 w 6858000"/>
                <a:gd name="connsiteY24" fmla="*/ 2858969 h 4034620"/>
                <a:gd name="connsiteX25" fmla="*/ 3553931 w 6858000"/>
                <a:gd name="connsiteY25" fmla="*/ 1878021 h 4034620"/>
                <a:gd name="connsiteX26" fmla="*/ 3429563 w 6858000"/>
                <a:gd name="connsiteY26" fmla="*/ 1819152 h 4034620"/>
                <a:gd name="connsiteX27" fmla="*/ 3305195 w 6858000"/>
                <a:gd name="connsiteY27" fmla="*/ 1878021 h 4034620"/>
                <a:gd name="connsiteX28" fmla="*/ 2501134 w 6858000"/>
                <a:gd name="connsiteY28" fmla="*/ 2858969 h 4034620"/>
                <a:gd name="connsiteX29" fmla="*/ 2480145 w 6858000"/>
                <a:gd name="connsiteY29" fmla="*/ 3029709 h 4034620"/>
                <a:gd name="connsiteX30" fmla="*/ 2625502 w 6858000"/>
                <a:gd name="connsiteY30" fmla="*/ 3121729 h 4034620"/>
                <a:gd name="connsiteX31" fmla="*/ 2906921 w 6858000"/>
                <a:gd name="connsiteY31" fmla="*/ 3121729 h 4034620"/>
                <a:gd name="connsiteX32" fmla="*/ 2906921 w 6858000"/>
                <a:gd name="connsiteY32" fmla="*/ 3713005 h 4034620"/>
                <a:gd name="connsiteX33" fmla="*/ 1326702 w 6858000"/>
                <a:gd name="connsiteY33" fmla="*/ 3713005 h 4034620"/>
                <a:gd name="connsiteX34" fmla="*/ 321629 w 6858000"/>
                <a:gd name="connsiteY34" fmla="*/ 2707932 h 4034620"/>
                <a:gd name="connsiteX35" fmla="*/ 1326702 w 6858000"/>
                <a:gd name="connsiteY35" fmla="*/ 1702860 h 4034620"/>
                <a:gd name="connsiteX36" fmla="*/ 1696538 w 6858000"/>
                <a:gd name="connsiteY36" fmla="*/ 1773007 h 4034620"/>
                <a:gd name="connsiteX37" fmla="*/ 1837006 w 6858000"/>
                <a:gd name="connsiteY37" fmla="*/ 1762091 h 4034620"/>
                <a:gd name="connsiteX38" fmla="*/ 1914989 w 6858000"/>
                <a:gd name="connsiteY38" fmla="*/ 1644715 h 4034620"/>
                <a:gd name="connsiteX39" fmla="*/ 3429000 w 6858000"/>
                <a:gd name="connsiteY39" fmla="*/ 321630 h 4034620"/>
                <a:gd name="connsiteX40" fmla="*/ 4942998 w 6858000"/>
                <a:gd name="connsiteY40" fmla="*/ 1644701 h 4034620"/>
                <a:gd name="connsiteX41" fmla="*/ 5020954 w 6858000"/>
                <a:gd name="connsiteY41" fmla="*/ 1762077 h 4034620"/>
                <a:gd name="connsiteX42" fmla="*/ 5161435 w 6858000"/>
                <a:gd name="connsiteY42" fmla="*/ 1772994 h 4034620"/>
                <a:gd name="connsiteX43" fmla="*/ 5531272 w 6858000"/>
                <a:gd name="connsiteY43" fmla="*/ 1702847 h 4034620"/>
                <a:gd name="connsiteX44" fmla="*/ 6536344 w 6858000"/>
                <a:gd name="connsiteY44" fmla="*/ 2707919 h 4034620"/>
                <a:gd name="connsiteX45" fmla="*/ 5531299 w 6858000"/>
                <a:gd name="connsiteY45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791376 w 6858000"/>
                <a:gd name="connsiteY12" fmla="*/ 2800100 h 4034620"/>
                <a:gd name="connsiteX13" fmla="*/ 3228538 w 6858000"/>
                <a:gd name="connsiteY13" fmla="*/ 2960915 h 4034620"/>
                <a:gd name="connsiteX14" fmla="*/ 3067723 w 6858000"/>
                <a:gd name="connsiteY14" fmla="*/ 2800100 h 4034620"/>
                <a:gd name="connsiteX15" fmla="*/ 2965241 w 6858000"/>
                <a:gd name="connsiteY15" fmla="*/ 2800100 h 4034620"/>
                <a:gd name="connsiteX16" fmla="*/ 3429549 w 6858000"/>
                <a:gd name="connsiteY16" fmla="*/ 2233619 h 4034620"/>
                <a:gd name="connsiteX17" fmla="*/ 3893857 w 6858000"/>
                <a:gd name="connsiteY17" fmla="*/ 2800100 h 4034620"/>
                <a:gd name="connsiteX18" fmla="*/ 3791376 w 6858000"/>
                <a:gd name="connsiteY18" fmla="*/ 2800100 h 4034620"/>
                <a:gd name="connsiteX19" fmla="*/ 5531299 w 6858000"/>
                <a:gd name="connsiteY19" fmla="*/ 3713005 h 4034620"/>
                <a:gd name="connsiteX20" fmla="*/ 3952204 w 6858000"/>
                <a:gd name="connsiteY20" fmla="*/ 3713005 h 4034620"/>
                <a:gd name="connsiteX21" fmla="*/ 4233623 w 6858000"/>
                <a:gd name="connsiteY21" fmla="*/ 3121729 h 4034620"/>
                <a:gd name="connsiteX22" fmla="*/ 4378981 w 6858000"/>
                <a:gd name="connsiteY22" fmla="*/ 3029709 h 4034620"/>
                <a:gd name="connsiteX23" fmla="*/ 4357991 w 6858000"/>
                <a:gd name="connsiteY23" fmla="*/ 2858969 h 4034620"/>
                <a:gd name="connsiteX24" fmla="*/ 3553931 w 6858000"/>
                <a:gd name="connsiteY24" fmla="*/ 1878021 h 4034620"/>
                <a:gd name="connsiteX25" fmla="*/ 3429563 w 6858000"/>
                <a:gd name="connsiteY25" fmla="*/ 1819152 h 4034620"/>
                <a:gd name="connsiteX26" fmla="*/ 3305195 w 6858000"/>
                <a:gd name="connsiteY26" fmla="*/ 1878021 h 4034620"/>
                <a:gd name="connsiteX27" fmla="*/ 2501134 w 6858000"/>
                <a:gd name="connsiteY27" fmla="*/ 2858969 h 4034620"/>
                <a:gd name="connsiteX28" fmla="*/ 2480145 w 6858000"/>
                <a:gd name="connsiteY28" fmla="*/ 3029709 h 4034620"/>
                <a:gd name="connsiteX29" fmla="*/ 2625502 w 6858000"/>
                <a:gd name="connsiteY29" fmla="*/ 3121729 h 4034620"/>
                <a:gd name="connsiteX30" fmla="*/ 2906921 w 6858000"/>
                <a:gd name="connsiteY30" fmla="*/ 3121729 h 4034620"/>
                <a:gd name="connsiteX31" fmla="*/ 2906921 w 6858000"/>
                <a:gd name="connsiteY31" fmla="*/ 3713005 h 4034620"/>
                <a:gd name="connsiteX32" fmla="*/ 1326702 w 6858000"/>
                <a:gd name="connsiteY32" fmla="*/ 3713005 h 4034620"/>
                <a:gd name="connsiteX33" fmla="*/ 321629 w 6858000"/>
                <a:gd name="connsiteY33" fmla="*/ 2707932 h 4034620"/>
                <a:gd name="connsiteX34" fmla="*/ 1326702 w 6858000"/>
                <a:gd name="connsiteY34" fmla="*/ 1702860 h 4034620"/>
                <a:gd name="connsiteX35" fmla="*/ 1696538 w 6858000"/>
                <a:gd name="connsiteY35" fmla="*/ 1773007 h 4034620"/>
                <a:gd name="connsiteX36" fmla="*/ 1837006 w 6858000"/>
                <a:gd name="connsiteY36" fmla="*/ 1762091 h 4034620"/>
                <a:gd name="connsiteX37" fmla="*/ 1914989 w 6858000"/>
                <a:gd name="connsiteY37" fmla="*/ 1644715 h 4034620"/>
                <a:gd name="connsiteX38" fmla="*/ 3429000 w 6858000"/>
                <a:gd name="connsiteY38" fmla="*/ 321630 h 4034620"/>
                <a:gd name="connsiteX39" fmla="*/ 4942998 w 6858000"/>
                <a:gd name="connsiteY39" fmla="*/ 1644701 h 4034620"/>
                <a:gd name="connsiteX40" fmla="*/ 5020954 w 6858000"/>
                <a:gd name="connsiteY40" fmla="*/ 1762077 h 4034620"/>
                <a:gd name="connsiteX41" fmla="*/ 5161435 w 6858000"/>
                <a:gd name="connsiteY41" fmla="*/ 1772994 h 4034620"/>
                <a:gd name="connsiteX42" fmla="*/ 5531272 w 6858000"/>
                <a:gd name="connsiteY42" fmla="*/ 1702847 h 4034620"/>
                <a:gd name="connsiteX43" fmla="*/ 6536344 w 6858000"/>
                <a:gd name="connsiteY43" fmla="*/ 2707919 h 4034620"/>
                <a:gd name="connsiteX44" fmla="*/ 5531299 w 6858000"/>
                <a:gd name="connsiteY44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791376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3791376 w 6858000"/>
                <a:gd name="connsiteY17" fmla="*/ 2800100 h 4034620"/>
                <a:gd name="connsiteX18" fmla="*/ 5531299 w 6858000"/>
                <a:gd name="connsiteY18" fmla="*/ 3713005 h 4034620"/>
                <a:gd name="connsiteX19" fmla="*/ 3952204 w 6858000"/>
                <a:gd name="connsiteY19" fmla="*/ 3713005 h 4034620"/>
                <a:gd name="connsiteX20" fmla="*/ 4233623 w 6858000"/>
                <a:gd name="connsiteY20" fmla="*/ 3121729 h 4034620"/>
                <a:gd name="connsiteX21" fmla="*/ 4378981 w 6858000"/>
                <a:gd name="connsiteY21" fmla="*/ 3029709 h 4034620"/>
                <a:gd name="connsiteX22" fmla="*/ 4357991 w 6858000"/>
                <a:gd name="connsiteY22" fmla="*/ 2858969 h 4034620"/>
                <a:gd name="connsiteX23" fmla="*/ 3553931 w 6858000"/>
                <a:gd name="connsiteY23" fmla="*/ 1878021 h 4034620"/>
                <a:gd name="connsiteX24" fmla="*/ 3429563 w 6858000"/>
                <a:gd name="connsiteY24" fmla="*/ 1819152 h 4034620"/>
                <a:gd name="connsiteX25" fmla="*/ 3305195 w 6858000"/>
                <a:gd name="connsiteY25" fmla="*/ 1878021 h 4034620"/>
                <a:gd name="connsiteX26" fmla="*/ 2501134 w 6858000"/>
                <a:gd name="connsiteY26" fmla="*/ 2858969 h 4034620"/>
                <a:gd name="connsiteX27" fmla="*/ 2480145 w 6858000"/>
                <a:gd name="connsiteY27" fmla="*/ 3029709 h 4034620"/>
                <a:gd name="connsiteX28" fmla="*/ 2625502 w 6858000"/>
                <a:gd name="connsiteY28" fmla="*/ 3121729 h 4034620"/>
                <a:gd name="connsiteX29" fmla="*/ 2906921 w 6858000"/>
                <a:gd name="connsiteY29" fmla="*/ 3121729 h 4034620"/>
                <a:gd name="connsiteX30" fmla="*/ 2906921 w 6858000"/>
                <a:gd name="connsiteY30" fmla="*/ 3713005 h 4034620"/>
                <a:gd name="connsiteX31" fmla="*/ 1326702 w 6858000"/>
                <a:gd name="connsiteY31" fmla="*/ 3713005 h 4034620"/>
                <a:gd name="connsiteX32" fmla="*/ 321629 w 6858000"/>
                <a:gd name="connsiteY32" fmla="*/ 2707932 h 4034620"/>
                <a:gd name="connsiteX33" fmla="*/ 1326702 w 6858000"/>
                <a:gd name="connsiteY33" fmla="*/ 1702860 h 4034620"/>
                <a:gd name="connsiteX34" fmla="*/ 1696538 w 6858000"/>
                <a:gd name="connsiteY34" fmla="*/ 1773007 h 4034620"/>
                <a:gd name="connsiteX35" fmla="*/ 1837006 w 6858000"/>
                <a:gd name="connsiteY35" fmla="*/ 1762091 h 4034620"/>
                <a:gd name="connsiteX36" fmla="*/ 1914989 w 6858000"/>
                <a:gd name="connsiteY36" fmla="*/ 1644715 h 4034620"/>
                <a:gd name="connsiteX37" fmla="*/ 3429000 w 6858000"/>
                <a:gd name="connsiteY37" fmla="*/ 321630 h 4034620"/>
                <a:gd name="connsiteX38" fmla="*/ 4942998 w 6858000"/>
                <a:gd name="connsiteY38" fmla="*/ 1644701 h 4034620"/>
                <a:gd name="connsiteX39" fmla="*/ 5020954 w 6858000"/>
                <a:gd name="connsiteY39" fmla="*/ 1762077 h 4034620"/>
                <a:gd name="connsiteX40" fmla="*/ 5161435 w 6858000"/>
                <a:gd name="connsiteY40" fmla="*/ 1772994 h 4034620"/>
                <a:gd name="connsiteX41" fmla="*/ 5531272 w 6858000"/>
                <a:gd name="connsiteY41" fmla="*/ 1702847 h 4034620"/>
                <a:gd name="connsiteX42" fmla="*/ 6536344 w 6858000"/>
                <a:gd name="connsiteY42" fmla="*/ 2707919 h 4034620"/>
                <a:gd name="connsiteX43" fmla="*/ 5531299 w 6858000"/>
                <a:gd name="connsiteY43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5531299 w 6858000"/>
                <a:gd name="connsiteY17" fmla="*/ 3713005 h 4034620"/>
                <a:gd name="connsiteX18" fmla="*/ 3952204 w 6858000"/>
                <a:gd name="connsiteY18" fmla="*/ 3713005 h 4034620"/>
                <a:gd name="connsiteX19" fmla="*/ 4233623 w 6858000"/>
                <a:gd name="connsiteY19" fmla="*/ 3121729 h 4034620"/>
                <a:gd name="connsiteX20" fmla="*/ 4378981 w 6858000"/>
                <a:gd name="connsiteY20" fmla="*/ 3029709 h 4034620"/>
                <a:gd name="connsiteX21" fmla="*/ 4357991 w 6858000"/>
                <a:gd name="connsiteY21" fmla="*/ 2858969 h 4034620"/>
                <a:gd name="connsiteX22" fmla="*/ 3553931 w 6858000"/>
                <a:gd name="connsiteY22" fmla="*/ 1878021 h 4034620"/>
                <a:gd name="connsiteX23" fmla="*/ 3429563 w 6858000"/>
                <a:gd name="connsiteY23" fmla="*/ 1819152 h 4034620"/>
                <a:gd name="connsiteX24" fmla="*/ 3305195 w 6858000"/>
                <a:gd name="connsiteY24" fmla="*/ 1878021 h 4034620"/>
                <a:gd name="connsiteX25" fmla="*/ 2501134 w 6858000"/>
                <a:gd name="connsiteY25" fmla="*/ 2858969 h 4034620"/>
                <a:gd name="connsiteX26" fmla="*/ 2480145 w 6858000"/>
                <a:gd name="connsiteY26" fmla="*/ 3029709 h 4034620"/>
                <a:gd name="connsiteX27" fmla="*/ 2625502 w 6858000"/>
                <a:gd name="connsiteY27" fmla="*/ 3121729 h 4034620"/>
                <a:gd name="connsiteX28" fmla="*/ 2906921 w 6858000"/>
                <a:gd name="connsiteY28" fmla="*/ 3121729 h 4034620"/>
                <a:gd name="connsiteX29" fmla="*/ 2906921 w 6858000"/>
                <a:gd name="connsiteY29" fmla="*/ 3713005 h 4034620"/>
                <a:gd name="connsiteX30" fmla="*/ 1326702 w 6858000"/>
                <a:gd name="connsiteY30" fmla="*/ 3713005 h 4034620"/>
                <a:gd name="connsiteX31" fmla="*/ 321629 w 6858000"/>
                <a:gd name="connsiteY31" fmla="*/ 2707932 h 4034620"/>
                <a:gd name="connsiteX32" fmla="*/ 1326702 w 6858000"/>
                <a:gd name="connsiteY32" fmla="*/ 1702860 h 4034620"/>
                <a:gd name="connsiteX33" fmla="*/ 1696538 w 6858000"/>
                <a:gd name="connsiteY33" fmla="*/ 1773007 h 4034620"/>
                <a:gd name="connsiteX34" fmla="*/ 1837006 w 6858000"/>
                <a:gd name="connsiteY34" fmla="*/ 1762091 h 4034620"/>
                <a:gd name="connsiteX35" fmla="*/ 1914989 w 6858000"/>
                <a:gd name="connsiteY35" fmla="*/ 1644715 h 4034620"/>
                <a:gd name="connsiteX36" fmla="*/ 3429000 w 6858000"/>
                <a:gd name="connsiteY36" fmla="*/ 321630 h 4034620"/>
                <a:gd name="connsiteX37" fmla="*/ 4942998 w 6858000"/>
                <a:gd name="connsiteY37" fmla="*/ 1644701 h 4034620"/>
                <a:gd name="connsiteX38" fmla="*/ 5020954 w 6858000"/>
                <a:gd name="connsiteY38" fmla="*/ 1762077 h 4034620"/>
                <a:gd name="connsiteX39" fmla="*/ 5161435 w 6858000"/>
                <a:gd name="connsiteY39" fmla="*/ 1772994 h 4034620"/>
                <a:gd name="connsiteX40" fmla="*/ 5531272 w 6858000"/>
                <a:gd name="connsiteY40" fmla="*/ 1702847 h 4034620"/>
                <a:gd name="connsiteX41" fmla="*/ 6536344 w 6858000"/>
                <a:gd name="connsiteY41" fmla="*/ 2707919 h 4034620"/>
                <a:gd name="connsiteX42" fmla="*/ 5531299 w 6858000"/>
                <a:gd name="connsiteY42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5531299 w 6858000"/>
                <a:gd name="connsiteY17" fmla="*/ 3713005 h 4034620"/>
                <a:gd name="connsiteX18" fmla="*/ 3952204 w 6858000"/>
                <a:gd name="connsiteY18" fmla="*/ 3713005 h 4034620"/>
                <a:gd name="connsiteX19" fmla="*/ 4233623 w 6858000"/>
                <a:gd name="connsiteY19" fmla="*/ 3121729 h 4034620"/>
                <a:gd name="connsiteX20" fmla="*/ 4378981 w 6858000"/>
                <a:gd name="connsiteY20" fmla="*/ 3029709 h 4034620"/>
                <a:gd name="connsiteX21" fmla="*/ 4357991 w 6858000"/>
                <a:gd name="connsiteY21" fmla="*/ 2858969 h 4034620"/>
                <a:gd name="connsiteX22" fmla="*/ 3553931 w 6858000"/>
                <a:gd name="connsiteY22" fmla="*/ 1878021 h 4034620"/>
                <a:gd name="connsiteX23" fmla="*/ 3429563 w 6858000"/>
                <a:gd name="connsiteY23" fmla="*/ 1819152 h 4034620"/>
                <a:gd name="connsiteX24" fmla="*/ 3305195 w 6858000"/>
                <a:gd name="connsiteY24" fmla="*/ 1878021 h 4034620"/>
                <a:gd name="connsiteX25" fmla="*/ 2501134 w 6858000"/>
                <a:gd name="connsiteY25" fmla="*/ 2858969 h 4034620"/>
                <a:gd name="connsiteX26" fmla="*/ 2480145 w 6858000"/>
                <a:gd name="connsiteY26" fmla="*/ 3029709 h 4034620"/>
                <a:gd name="connsiteX27" fmla="*/ 2625502 w 6858000"/>
                <a:gd name="connsiteY27" fmla="*/ 3121729 h 4034620"/>
                <a:gd name="connsiteX28" fmla="*/ 2906921 w 6858000"/>
                <a:gd name="connsiteY28" fmla="*/ 3713005 h 4034620"/>
                <a:gd name="connsiteX29" fmla="*/ 1326702 w 6858000"/>
                <a:gd name="connsiteY29" fmla="*/ 3713005 h 4034620"/>
                <a:gd name="connsiteX30" fmla="*/ 321629 w 6858000"/>
                <a:gd name="connsiteY30" fmla="*/ 2707932 h 4034620"/>
                <a:gd name="connsiteX31" fmla="*/ 1326702 w 6858000"/>
                <a:gd name="connsiteY31" fmla="*/ 1702860 h 4034620"/>
                <a:gd name="connsiteX32" fmla="*/ 1696538 w 6858000"/>
                <a:gd name="connsiteY32" fmla="*/ 1773007 h 4034620"/>
                <a:gd name="connsiteX33" fmla="*/ 1837006 w 6858000"/>
                <a:gd name="connsiteY33" fmla="*/ 1762091 h 4034620"/>
                <a:gd name="connsiteX34" fmla="*/ 1914989 w 6858000"/>
                <a:gd name="connsiteY34" fmla="*/ 1644715 h 4034620"/>
                <a:gd name="connsiteX35" fmla="*/ 3429000 w 6858000"/>
                <a:gd name="connsiteY35" fmla="*/ 321630 h 4034620"/>
                <a:gd name="connsiteX36" fmla="*/ 4942998 w 6858000"/>
                <a:gd name="connsiteY36" fmla="*/ 1644701 h 4034620"/>
                <a:gd name="connsiteX37" fmla="*/ 5020954 w 6858000"/>
                <a:gd name="connsiteY37" fmla="*/ 1762077 h 4034620"/>
                <a:gd name="connsiteX38" fmla="*/ 5161435 w 6858000"/>
                <a:gd name="connsiteY38" fmla="*/ 1772994 h 4034620"/>
                <a:gd name="connsiteX39" fmla="*/ 5531272 w 6858000"/>
                <a:gd name="connsiteY39" fmla="*/ 1702847 h 4034620"/>
                <a:gd name="connsiteX40" fmla="*/ 6536344 w 6858000"/>
                <a:gd name="connsiteY40" fmla="*/ 2707919 h 4034620"/>
                <a:gd name="connsiteX41" fmla="*/ 5531299 w 6858000"/>
                <a:gd name="connsiteY41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5531299 w 6858000"/>
                <a:gd name="connsiteY17" fmla="*/ 3713005 h 4034620"/>
                <a:gd name="connsiteX18" fmla="*/ 3952204 w 6858000"/>
                <a:gd name="connsiteY18" fmla="*/ 3713005 h 4034620"/>
                <a:gd name="connsiteX19" fmla="*/ 4233623 w 6858000"/>
                <a:gd name="connsiteY19" fmla="*/ 3121729 h 4034620"/>
                <a:gd name="connsiteX20" fmla="*/ 4378981 w 6858000"/>
                <a:gd name="connsiteY20" fmla="*/ 3029709 h 4034620"/>
                <a:gd name="connsiteX21" fmla="*/ 4357991 w 6858000"/>
                <a:gd name="connsiteY21" fmla="*/ 2858969 h 4034620"/>
                <a:gd name="connsiteX22" fmla="*/ 3553931 w 6858000"/>
                <a:gd name="connsiteY22" fmla="*/ 1878021 h 4034620"/>
                <a:gd name="connsiteX23" fmla="*/ 3429563 w 6858000"/>
                <a:gd name="connsiteY23" fmla="*/ 1819152 h 4034620"/>
                <a:gd name="connsiteX24" fmla="*/ 3305195 w 6858000"/>
                <a:gd name="connsiteY24" fmla="*/ 1878021 h 4034620"/>
                <a:gd name="connsiteX25" fmla="*/ 2480145 w 6858000"/>
                <a:gd name="connsiteY25" fmla="*/ 3029709 h 4034620"/>
                <a:gd name="connsiteX26" fmla="*/ 2625502 w 6858000"/>
                <a:gd name="connsiteY26" fmla="*/ 3121729 h 4034620"/>
                <a:gd name="connsiteX27" fmla="*/ 2906921 w 6858000"/>
                <a:gd name="connsiteY27" fmla="*/ 3713005 h 4034620"/>
                <a:gd name="connsiteX28" fmla="*/ 1326702 w 6858000"/>
                <a:gd name="connsiteY28" fmla="*/ 3713005 h 4034620"/>
                <a:gd name="connsiteX29" fmla="*/ 321629 w 6858000"/>
                <a:gd name="connsiteY29" fmla="*/ 2707932 h 4034620"/>
                <a:gd name="connsiteX30" fmla="*/ 1326702 w 6858000"/>
                <a:gd name="connsiteY30" fmla="*/ 1702860 h 4034620"/>
                <a:gd name="connsiteX31" fmla="*/ 1696538 w 6858000"/>
                <a:gd name="connsiteY31" fmla="*/ 1773007 h 4034620"/>
                <a:gd name="connsiteX32" fmla="*/ 1837006 w 6858000"/>
                <a:gd name="connsiteY32" fmla="*/ 1762091 h 4034620"/>
                <a:gd name="connsiteX33" fmla="*/ 1914989 w 6858000"/>
                <a:gd name="connsiteY33" fmla="*/ 1644715 h 4034620"/>
                <a:gd name="connsiteX34" fmla="*/ 3429000 w 6858000"/>
                <a:gd name="connsiteY34" fmla="*/ 321630 h 4034620"/>
                <a:gd name="connsiteX35" fmla="*/ 4942998 w 6858000"/>
                <a:gd name="connsiteY35" fmla="*/ 1644701 h 4034620"/>
                <a:gd name="connsiteX36" fmla="*/ 5020954 w 6858000"/>
                <a:gd name="connsiteY36" fmla="*/ 1762077 h 4034620"/>
                <a:gd name="connsiteX37" fmla="*/ 5161435 w 6858000"/>
                <a:gd name="connsiteY37" fmla="*/ 1772994 h 4034620"/>
                <a:gd name="connsiteX38" fmla="*/ 5531272 w 6858000"/>
                <a:gd name="connsiteY38" fmla="*/ 1702847 h 4034620"/>
                <a:gd name="connsiteX39" fmla="*/ 6536344 w 6858000"/>
                <a:gd name="connsiteY39" fmla="*/ 2707919 h 4034620"/>
                <a:gd name="connsiteX40" fmla="*/ 5531299 w 6858000"/>
                <a:gd name="connsiteY40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429549 w 6858000"/>
                <a:gd name="connsiteY15" fmla="*/ 2233619 h 4034620"/>
                <a:gd name="connsiteX16" fmla="*/ 3893857 w 6858000"/>
                <a:gd name="connsiteY16" fmla="*/ 2800100 h 4034620"/>
                <a:gd name="connsiteX17" fmla="*/ 5531299 w 6858000"/>
                <a:gd name="connsiteY17" fmla="*/ 3713005 h 4034620"/>
                <a:gd name="connsiteX18" fmla="*/ 3952204 w 6858000"/>
                <a:gd name="connsiteY18" fmla="*/ 3713005 h 4034620"/>
                <a:gd name="connsiteX19" fmla="*/ 4378981 w 6858000"/>
                <a:gd name="connsiteY19" fmla="*/ 3029709 h 4034620"/>
                <a:gd name="connsiteX20" fmla="*/ 4357991 w 6858000"/>
                <a:gd name="connsiteY20" fmla="*/ 2858969 h 4034620"/>
                <a:gd name="connsiteX21" fmla="*/ 3553931 w 6858000"/>
                <a:gd name="connsiteY21" fmla="*/ 1878021 h 4034620"/>
                <a:gd name="connsiteX22" fmla="*/ 3429563 w 6858000"/>
                <a:gd name="connsiteY22" fmla="*/ 1819152 h 4034620"/>
                <a:gd name="connsiteX23" fmla="*/ 3305195 w 6858000"/>
                <a:gd name="connsiteY23" fmla="*/ 1878021 h 4034620"/>
                <a:gd name="connsiteX24" fmla="*/ 2480145 w 6858000"/>
                <a:gd name="connsiteY24" fmla="*/ 3029709 h 4034620"/>
                <a:gd name="connsiteX25" fmla="*/ 2625502 w 6858000"/>
                <a:gd name="connsiteY25" fmla="*/ 3121729 h 4034620"/>
                <a:gd name="connsiteX26" fmla="*/ 2906921 w 6858000"/>
                <a:gd name="connsiteY26" fmla="*/ 3713005 h 4034620"/>
                <a:gd name="connsiteX27" fmla="*/ 1326702 w 6858000"/>
                <a:gd name="connsiteY27" fmla="*/ 3713005 h 4034620"/>
                <a:gd name="connsiteX28" fmla="*/ 321629 w 6858000"/>
                <a:gd name="connsiteY28" fmla="*/ 2707932 h 4034620"/>
                <a:gd name="connsiteX29" fmla="*/ 1326702 w 6858000"/>
                <a:gd name="connsiteY29" fmla="*/ 1702860 h 4034620"/>
                <a:gd name="connsiteX30" fmla="*/ 1696538 w 6858000"/>
                <a:gd name="connsiteY30" fmla="*/ 1773007 h 4034620"/>
                <a:gd name="connsiteX31" fmla="*/ 1837006 w 6858000"/>
                <a:gd name="connsiteY31" fmla="*/ 1762091 h 4034620"/>
                <a:gd name="connsiteX32" fmla="*/ 1914989 w 6858000"/>
                <a:gd name="connsiteY32" fmla="*/ 1644715 h 4034620"/>
                <a:gd name="connsiteX33" fmla="*/ 3429000 w 6858000"/>
                <a:gd name="connsiteY33" fmla="*/ 321630 h 4034620"/>
                <a:gd name="connsiteX34" fmla="*/ 4942998 w 6858000"/>
                <a:gd name="connsiteY34" fmla="*/ 1644701 h 4034620"/>
                <a:gd name="connsiteX35" fmla="*/ 5020954 w 6858000"/>
                <a:gd name="connsiteY35" fmla="*/ 1762077 h 4034620"/>
                <a:gd name="connsiteX36" fmla="*/ 5161435 w 6858000"/>
                <a:gd name="connsiteY36" fmla="*/ 1772994 h 4034620"/>
                <a:gd name="connsiteX37" fmla="*/ 5531272 w 6858000"/>
                <a:gd name="connsiteY37" fmla="*/ 1702847 h 4034620"/>
                <a:gd name="connsiteX38" fmla="*/ 6536344 w 6858000"/>
                <a:gd name="connsiteY38" fmla="*/ 2707919 h 4034620"/>
                <a:gd name="connsiteX39" fmla="*/ 5531299 w 6858000"/>
                <a:gd name="connsiteY39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3893857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3893857 w 6858000"/>
                <a:gd name="connsiteY15" fmla="*/ 2800100 h 4034620"/>
                <a:gd name="connsiteX16" fmla="*/ 5531299 w 6858000"/>
                <a:gd name="connsiteY16" fmla="*/ 3713005 h 4034620"/>
                <a:gd name="connsiteX17" fmla="*/ 3952204 w 6858000"/>
                <a:gd name="connsiteY17" fmla="*/ 3713005 h 4034620"/>
                <a:gd name="connsiteX18" fmla="*/ 4378981 w 6858000"/>
                <a:gd name="connsiteY18" fmla="*/ 3029709 h 4034620"/>
                <a:gd name="connsiteX19" fmla="*/ 4357991 w 6858000"/>
                <a:gd name="connsiteY19" fmla="*/ 2858969 h 4034620"/>
                <a:gd name="connsiteX20" fmla="*/ 3553931 w 6858000"/>
                <a:gd name="connsiteY20" fmla="*/ 1878021 h 4034620"/>
                <a:gd name="connsiteX21" fmla="*/ 3429563 w 6858000"/>
                <a:gd name="connsiteY21" fmla="*/ 1819152 h 4034620"/>
                <a:gd name="connsiteX22" fmla="*/ 3305195 w 6858000"/>
                <a:gd name="connsiteY22" fmla="*/ 1878021 h 4034620"/>
                <a:gd name="connsiteX23" fmla="*/ 2480145 w 6858000"/>
                <a:gd name="connsiteY23" fmla="*/ 3029709 h 4034620"/>
                <a:gd name="connsiteX24" fmla="*/ 2625502 w 6858000"/>
                <a:gd name="connsiteY24" fmla="*/ 3121729 h 4034620"/>
                <a:gd name="connsiteX25" fmla="*/ 2906921 w 6858000"/>
                <a:gd name="connsiteY25" fmla="*/ 3713005 h 4034620"/>
                <a:gd name="connsiteX26" fmla="*/ 1326702 w 6858000"/>
                <a:gd name="connsiteY26" fmla="*/ 3713005 h 4034620"/>
                <a:gd name="connsiteX27" fmla="*/ 321629 w 6858000"/>
                <a:gd name="connsiteY27" fmla="*/ 2707932 h 4034620"/>
                <a:gd name="connsiteX28" fmla="*/ 1326702 w 6858000"/>
                <a:gd name="connsiteY28" fmla="*/ 1702860 h 4034620"/>
                <a:gd name="connsiteX29" fmla="*/ 1696538 w 6858000"/>
                <a:gd name="connsiteY29" fmla="*/ 1773007 h 4034620"/>
                <a:gd name="connsiteX30" fmla="*/ 1837006 w 6858000"/>
                <a:gd name="connsiteY30" fmla="*/ 1762091 h 4034620"/>
                <a:gd name="connsiteX31" fmla="*/ 1914989 w 6858000"/>
                <a:gd name="connsiteY31" fmla="*/ 1644715 h 4034620"/>
                <a:gd name="connsiteX32" fmla="*/ 3429000 w 6858000"/>
                <a:gd name="connsiteY32" fmla="*/ 321630 h 4034620"/>
                <a:gd name="connsiteX33" fmla="*/ 4942998 w 6858000"/>
                <a:gd name="connsiteY33" fmla="*/ 1644701 h 4034620"/>
                <a:gd name="connsiteX34" fmla="*/ 5020954 w 6858000"/>
                <a:gd name="connsiteY34" fmla="*/ 1762077 h 4034620"/>
                <a:gd name="connsiteX35" fmla="*/ 5161435 w 6858000"/>
                <a:gd name="connsiteY35" fmla="*/ 1772994 h 4034620"/>
                <a:gd name="connsiteX36" fmla="*/ 5531272 w 6858000"/>
                <a:gd name="connsiteY36" fmla="*/ 1702847 h 4034620"/>
                <a:gd name="connsiteX37" fmla="*/ 6536344 w 6858000"/>
                <a:gd name="connsiteY37" fmla="*/ 2707919 h 4034620"/>
                <a:gd name="connsiteX38" fmla="*/ 5531299 w 6858000"/>
                <a:gd name="connsiteY38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2965241 w 6858000"/>
                <a:gd name="connsiteY12" fmla="*/ 2800100 h 4034620"/>
                <a:gd name="connsiteX13" fmla="*/ 3067723 w 6858000"/>
                <a:gd name="connsiteY13" fmla="*/ 2800100 h 4034620"/>
                <a:gd name="connsiteX14" fmla="*/ 2965241 w 6858000"/>
                <a:gd name="connsiteY14" fmla="*/ 2800100 h 4034620"/>
                <a:gd name="connsiteX15" fmla="*/ 5531299 w 6858000"/>
                <a:gd name="connsiteY15" fmla="*/ 3713005 h 4034620"/>
                <a:gd name="connsiteX16" fmla="*/ 3952204 w 6858000"/>
                <a:gd name="connsiteY16" fmla="*/ 3713005 h 4034620"/>
                <a:gd name="connsiteX17" fmla="*/ 4378981 w 6858000"/>
                <a:gd name="connsiteY17" fmla="*/ 3029709 h 4034620"/>
                <a:gd name="connsiteX18" fmla="*/ 4357991 w 6858000"/>
                <a:gd name="connsiteY18" fmla="*/ 2858969 h 4034620"/>
                <a:gd name="connsiteX19" fmla="*/ 3553931 w 6858000"/>
                <a:gd name="connsiteY19" fmla="*/ 1878021 h 4034620"/>
                <a:gd name="connsiteX20" fmla="*/ 3429563 w 6858000"/>
                <a:gd name="connsiteY20" fmla="*/ 1819152 h 4034620"/>
                <a:gd name="connsiteX21" fmla="*/ 3305195 w 6858000"/>
                <a:gd name="connsiteY21" fmla="*/ 1878021 h 4034620"/>
                <a:gd name="connsiteX22" fmla="*/ 2480145 w 6858000"/>
                <a:gd name="connsiteY22" fmla="*/ 3029709 h 4034620"/>
                <a:gd name="connsiteX23" fmla="*/ 2625502 w 6858000"/>
                <a:gd name="connsiteY23" fmla="*/ 3121729 h 4034620"/>
                <a:gd name="connsiteX24" fmla="*/ 2906921 w 6858000"/>
                <a:gd name="connsiteY24" fmla="*/ 3713005 h 4034620"/>
                <a:gd name="connsiteX25" fmla="*/ 1326702 w 6858000"/>
                <a:gd name="connsiteY25" fmla="*/ 3713005 h 4034620"/>
                <a:gd name="connsiteX26" fmla="*/ 321629 w 6858000"/>
                <a:gd name="connsiteY26" fmla="*/ 2707932 h 4034620"/>
                <a:gd name="connsiteX27" fmla="*/ 1326702 w 6858000"/>
                <a:gd name="connsiteY27" fmla="*/ 1702860 h 4034620"/>
                <a:gd name="connsiteX28" fmla="*/ 1696538 w 6858000"/>
                <a:gd name="connsiteY28" fmla="*/ 1773007 h 4034620"/>
                <a:gd name="connsiteX29" fmla="*/ 1837006 w 6858000"/>
                <a:gd name="connsiteY29" fmla="*/ 1762091 h 4034620"/>
                <a:gd name="connsiteX30" fmla="*/ 1914989 w 6858000"/>
                <a:gd name="connsiteY30" fmla="*/ 1644715 h 4034620"/>
                <a:gd name="connsiteX31" fmla="*/ 3429000 w 6858000"/>
                <a:gd name="connsiteY31" fmla="*/ 321630 h 4034620"/>
                <a:gd name="connsiteX32" fmla="*/ 4942998 w 6858000"/>
                <a:gd name="connsiteY32" fmla="*/ 1644701 h 4034620"/>
                <a:gd name="connsiteX33" fmla="*/ 5020954 w 6858000"/>
                <a:gd name="connsiteY33" fmla="*/ 1762077 h 4034620"/>
                <a:gd name="connsiteX34" fmla="*/ 5161435 w 6858000"/>
                <a:gd name="connsiteY34" fmla="*/ 1772994 h 4034620"/>
                <a:gd name="connsiteX35" fmla="*/ 5531272 w 6858000"/>
                <a:gd name="connsiteY35" fmla="*/ 1702847 h 4034620"/>
                <a:gd name="connsiteX36" fmla="*/ 6536344 w 6858000"/>
                <a:gd name="connsiteY36" fmla="*/ 2707919 h 4034620"/>
                <a:gd name="connsiteX37" fmla="*/ 5531299 w 6858000"/>
                <a:gd name="connsiteY37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4357991 w 6858000"/>
                <a:gd name="connsiteY15" fmla="*/ 2858969 h 4034620"/>
                <a:gd name="connsiteX16" fmla="*/ 3553931 w 6858000"/>
                <a:gd name="connsiteY16" fmla="*/ 1878021 h 4034620"/>
                <a:gd name="connsiteX17" fmla="*/ 3429563 w 6858000"/>
                <a:gd name="connsiteY17" fmla="*/ 1819152 h 4034620"/>
                <a:gd name="connsiteX18" fmla="*/ 3305195 w 6858000"/>
                <a:gd name="connsiteY18" fmla="*/ 1878021 h 4034620"/>
                <a:gd name="connsiteX19" fmla="*/ 2480145 w 6858000"/>
                <a:gd name="connsiteY19" fmla="*/ 3029709 h 4034620"/>
                <a:gd name="connsiteX20" fmla="*/ 2625502 w 6858000"/>
                <a:gd name="connsiteY20" fmla="*/ 3121729 h 4034620"/>
                <a:gd name="connsiteX21" fmla="*/ 2906921 w 6858000"/>
                <a:gd name="connsiteY21" fmla="*/ 3713005 h 4034620"/>
                <a:gd name="connsiteX22" fmla="*/ 1326702 w 6858000"/>
                <a:gd name="connsiteY22" fmla="*/ 3713005 h 4034620"/>
                <a:gd name="connsiteX23" fmla="*/ 321629 w 6858000"/>
                <a:gd name="connsiteY23" fmla="*/ 2707932 h 4034620"/>
                <a:gd name="connsiteX24" fmla="*/ 1326702 w 6858000"/>
                <a:gd name="connsiteY24" fmla="*/ 1702860 h 4034620"/>
                <a:gd name="connsiteX25" fmla="*/ 1696538 w 6858000"/>
                <a:gd name="connsiteY25" fmla="*/ 1773007 h 4034620"/>
                <a:gd name="connsiteX26" fmla="*/ 1837006 w 6858000"/>
                <a:gd name="connsiteY26" fmla="*/ 1762091 h 4034620"/>
                <a:gd name="connsiteX27" fmla="*/ 1914989 w 6858000"/>
                <a:gd name="connsiteY27" fmla="*/ 1644715 h 4034620"/>
                <a:gd name="connsiteX28" fmla="*/ 3429000 w 6858000"/>
                <a:gd name="connsiteY28" fmla="*/ 321630 h 4034620"/>
                <a:gd name="connsiteX29" fmla="*/ 4942998 w 6858000"/>
                <a:gd name="connsiteY29" fmla="*/ 1644701 h 4034620"/>
                <a:gd name="connsiteX30" fmla="*/ 5020954 w 6858000"/>
                <a:gd name="connsiteY30" fmla="*/ 1762077 h 4034620"/>
                <a:gd name="connsiteX31" fmla="*/ 5161435 w 6858000"/>
                <a:gd name="connsiteY31" fmla="*/ 1772994 h 4034620"/>
                <a:gd name="connsiteX32" fmla="*/ 5531272 w 6858000"/>
                <a:gd name="connsiteY32" fmla="*/ 1702847 h 4034620"/>
                <a:gd name="connsiteX33" fmla="*/ 6536344 w 6858000"/>
                <a:gd name="connsiteY33" fmla="*/ 2707919 h 4034620"/>
                <a:gd name="connsiteX34" fmla="*/ 5531299 w 6858000"/>
                <a:gd name="connsiteY34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4357991 w 6858000"/>
                <a:gd name="connsiteY15" fmla="*/ 2858969 h 4034620"/>
                <a:gd name="connsiteX16" fmla="*/ 3553931 w 6858000"/>
                <a:gd name="connsiteY16" fmla="*/ 1878021 h 4034620"/>
                <a:gd name="connsiteX17" fmla="*/ 3429563 w 6858000"/>
                <a:gd name="connsiteY17" fmla="*/ 1819152 h 4034620"/>
                <a:gd name="connsiteX18" fmla="*/ 2480145 w 6858000"/>
                <a:gd name="connsiteY18" fmla="*/ 3029709 h 4034620"/>
                <a:gd name="connsiteX19" fmla="*/ 2625502 w 6858000"/>
                <a:gd name="connsiteY19" fmla="*/ 3121729 h 4034620"/>
                <a:gd name="connsiteX20" fmla="*/ 2906921 w 6858000"/>
                <a:gd name="connsiteY20" fmla="*/ 3713005 h 4034620"/>
                <a:gd name="connsiteX21" fmla="*/ 1326702 w 6858000"/>
                <a:gd name="connsiteY21" fmla="*/ 3713005 h 4034620"/>
                <a:gd name="connsiteX22" fmla="*/ 321629 w 6858000"/>
                <a:gd name="connsiteY22" fmla="*/ 2707932 h 4034620"/>
                <a:gd name="connsiteX23" fmla="*/ 1326702 w 6858000"/>
                <a:gd name="connsiteY23" fmla="*/ 1702860 h 4034620"/>
                <a:gd name="connsiteX24" fmla="*/ 1696538 w 6858000"/>
                <a:gd name="connsiteY24" fmla="*/ 1773007 h 4034620"/>
                <a:gd name="connsiteX25" fmla="*/ 1837006 w 6858000"/>
                <a:gd name="connsiteY25" fmla="*/ 1762091 h 4034620"/>
                <a:gd name="connsiteX26" fmla="*/ 1914989 w 6858000"/>
                <a:gd name="connsiteY26" fmla="*/ 1644715 h 4034620"/>
                <a:gd name="connsiteX27" fmla="*/ 3429000 w 6858000"/>
                <a:gd name="connsiteY27" fmla="*/ 321630 h 4034620"/>
                <a:gd name="connsiteX28" fmla="*/ 4942998 w 6858000"/>
                <a:gd name="connsiteY28" fmla="*/ 1644701 h 4034620"/>
                <a:gd name="connsiteX29" fmla="*/ 5020954 w 6858000"/>
                <a:gd name="connsiteY29" fmla="*/ 1762077 h 4034620"/>
                <a:gd name="connsiteX30" fmla="*/ 5161435 w 6858000"/>
                <a:gd name="connsiteY30" fmla="*/ 1772994 h 4034620"/>
                <a:gd name="connsiteX31" fmla="*/ 5531272 w 6858000"/>
                <a:gd name="connsiteY31" fmla="*/ 1702847 h 4034620"/>
                <a:gd name="connsiteX32" fmla="*/ 6536344 w 6858000"/>
                <a:gd name="connsiteY32" fmla="*/ 2707919 h 4034620"/>
                <a:gd name="connsiteX33" fmla="*/ 5531299 w 6858000"/>
                <a:gd name="connsiteY33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4357991 w 6858000"/>
                <a:gd name="connsiteY15" fmla="*/ 2858969 h 4034620"/>
                <a:gd name="connsiteX16" fmla="*/ 3553931 w 6858000"/>
                <a:gd name="connsiteY16" fmla="*/ 1878021 h 4034620"/>
                <a:gd name="connsiteX17" fmla="*/ 3429563 w 6858000"/>
                <a:gd name="connsiteY17" fmla="*/ 1819152 h 4034620"/>
                <a:gd name="connsiteX18" fmla="*/ 2625502 w 6858000"/>
                <a:gd name="connsiteY18" fmla="*/ 3121729 h 4034620"/>
                <a:gd name="connsiteX19" fmla="*/ 2906921 w 6858000"/>
                <a:gd name="connsiteY19" fmla="*/ 3713005 h 4034620"/>
                <a:gd name="connsiteX20" fmla="*/ 1326702 w 6858000"/>
                <a:gd name="connsiteY20" fmla="*/ 3713005 h 4034620"/>
                <a:gd name="connsiteX21" fmla="*/ 321629 w 6858000"/>
                <a:gd name="connsiteY21" fmla="*/ 2707932 h 4034620"/>
                <a:gd name="connsiteX22" fmla="*/ 1326702 w 6858000"/>
                <a:gd name="connsiteY22" fmla="*/ 1702860 h 4034620"/>
                <a:gd name="connsiteX23" fmla="*/ 1696538 w 6858000"/>
                <a:gd name="connsiteY23" fmla="*/ 1773007 h 4034620"/>
                <a:gd name="connsiteX24" fmla="*/ 1837006 w 6858000"/>
                <a:gd name="connsiteY24" fmla="*/ 1762091 h 4034620"/>
                <a:gd name="connsiteX25" fmla="*/ 1914989 w 6858000"/>
                <a:gd name="connsiteY25" fmla="*/ 1644715 h 4034620"/>
                <a:gd name="connsiteX26" fmla="*/ 3429000 w 6858000"/>
                <a:gd name="connsiteY26" fmla="*/ 321630 h 4034620"/>
                <a:gd name="connsiteX27" fmla="*/ 4942998 w 6858000"/>
                <a:gd name="connsiteY27" fmla="*/ 1644701 h 4034620"/>
                <a:gd name="connsiteX28" fmla="*/ 5020954 w 6858000"/>
                <a:gd name="connsiteY28" fmla="*/ 1762077 h 4034620"/>
                <a:gd name="connsiteX29" fmla="*/ 5161435 w 6858000"/>
                <a:gd name="connsiteY29" fmla="*/ 1772994 h 4034620"/>
                <a:gd name="connsiteX30" fmla="*/ 5531272 w 6858000"/>
                <a:gd name="connsiteY30" fmla="*/ 1702847 h 4034620"/>
                <a:gd name="connsiteX31" fmla="*/ 6536344 w 6858000"/>
                <a:gd name="connsiteY31" fmla="*/ 2707919 h 4034620"/>
                <a:gd name="connsiteX32" fmla="*/ 5531299 w 6858000"/>
                <a:gd name="connsiteY32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3553931 w 6858000"/>
                <a:gd name="connsiteY15" fmla="*/ 1878021 h 4034620"/>
                <a:gd name="connsiteX16" fmla="*/ 3429563 w 6858000"/>
                <a:gd name="connsiteY16" fmla="*/ 1819152 h 4034620"/>
                <a:gd name="connsiteX17" fmla="*/ 2625502 w 6858000"/>
                <a:gd name="connsiteY17" fmla="*/ 3121729 h 4034620"/>
                <a:gd name="connsiteX18" fmla="*/ 2906921 w 6858000"/>
                <a:gd name="connsiteY18" fmla="*/ 3713005 h 4034620"/>
                <a:gd name="connsiteX19" fmla="*/ 1326702 w 6858000"/>
                <a:gd name="connsiteY19" fmla="*/ 3713005 h 4034620"/>
                <a:gd name="connsiteX20" fmla="*/ 321629 w 6858000"/>
                <a:gd name="connsiteY20" fmla="*/ 2707932 h 4034620"/>
                <a:gd name="connsiteX21" fmla="*/ 1326702 w 6858000"/>
                <a:gd name="connsiteY21" fmla="*/ 1702860 h 4034620"/>
                <a:gd name="connsiteX22" fmla="*/ 1696538 w 6858000"/>
                <a:gd name="connsiteY22" fmla="*/ 1773007 h 4034620"/>
                <a:gd name="connsiteX23" fmla="*/ 1837006 w 6858000"/>
                <a:gd name="connsiteY23" fmla="*/ 1762091 h 4034620"/>
                <a:gd name="connsiteX24" fmla="*/ 1914989 w 6858000"/>
                <a:gd name="connsiteY24" fmla="*/ 1644715 h 4034620"/>
                <a:gd name="connsiteX25" fmla="*/ 3429000 w 6858000"/>
                <a:gd name="connsiteY25" fmla="*/ 321630 h 4034620"/>
                <a:gd name="connsiteX26" fmla="*/ 4942998 w 6858000"/>
                <a:gd name="connsiteY26" fmla="*/ 1644701 h 4034620"/>
                <a:gd name="connsiteX27" fmla="*/ 5020954 w 6858000"/>
                <a:gd name="connsiteY27" fmla="*/ 1762077 h 4034620"/>
                <a:gd name="connsiteX28" fmla="*/ 5161435 w 6858000"/>
                <a:gd name="connsiteY28" fmla="*/ 1772994 h 4034620"/>
                <a:gd name="connsiteX29" fmla="*/ 5531272 w 6858000"/>
                <a:gd name="connsiteY29" fmla="*/ 1702847 h 4034620"/>
                <a:gd name="connsiteX30" fmla="*/ 6536344 w 6858000"/>
                <a:gd name="connsiteY30" fmla="*/ 2707919 h 4034620"/>
                <a:gd name="connsiteX31" fmla="*/ 5531299 w 6858000"/>
                <a:gd name="connsiteY31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3553931 w 6858000"/>
                <a:gd name="connsiteY15" fmla="*/ 1878021 h 4034620"/>
                <a:gd name="connsiteX16" fmla="*/ 2625502 w 6858000"/>
                <a:gd name="connsiteY16" fmla="*/ 3121729 h 4034620"/>
                <a:gd name="connsiteX17" fmla="*/ 2906921 w 6858000"/>
                <a:gd name="connsiteY17" fmla="*/ 3713005 h 4034620"/>
                <a:gd name="connsiteX18" fmla="*/ 1326702 w 6858000"/>
                <a:gd name="connsiteY18" fmla="*/ 3713005 h 4034620"/>
                <a:gd name="connsiteX19" fmla="*/ 321629 w 6858000"/>
                <a:gd name="connsiteY19" fmla="*/ 2707932 h 4034620"/>
                <a:gd name="connsiteX20" fmla="*/ 1326702 w 6858000"/>
                <a:gd name="connsiteY20" fmla="*/ 1702860 h 4034620"/>
                <a:gd name="connsiteX21" fmla="*/ 1696538 w 6858000"/>
                <a:gd name="connsiteY21" fmla="*/ 1773007 h 4034620"/>
                <a:gd name="connsiteX22" fmla="*/ 1837006 w 6858000"/>
                <a:gd name="connsiteY22" fmla="*/ 1762091 h 4034620"/>
                <a:gd name="connsiteX23" fmla="*/ 1914989 w 6858000"/>
                <a:gd name="connsiteY23" fmla="*/ 1644715 h 4034620"/>
                <a:gd name="connsiteX24" fmla="*/ 3429000 w 6858000"/>
                <a:gd name="connsiteY24" fmla="*/ 321630 h 4034620"/>
                <a:gd name="connsiteX25" fmla="*/ 4942998 w 6858000"/>
                <a:gd name="connsiteY25" fmla="*/ 1644701 h 4034620"/>
                <a:gd name="connsiteX26" fmla="*/ 5020954 w 6858000"/>
                <a:gd name="connsiteY26" fmla="*/ 1762077 h 4034620"/>
                <a:gd name="connsiteX27" fmla="*/ 5161435 w 6858000"/>
                <a:gd name="connsiteY27" fmla="*/ 1772994 h 4034620"/>
                <a:gd name="connsiteX28" fmla="*/ 5531272 w 6858000"/>
                <a:gd name="connsiteY28" fmla="*/ 1702847 h 4034620"/>
                <a:gd name="connsiteX29" fmla="*/ 6536344 w 6858000"/>
                <a:gd name="connsiteY29" fmla="*/ 2707919 h 4034620"/>
                <a:gd name="connsiteX30" fmla="*/ 5531299 w 6858000"/>
                <a:gd name="connsiteY30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4378981 w 6858000"/>
                <a:gd name="connsiteY14" fmla="*/ 3029709 h 4034620"/>
                <a:gd name="connsiteX15" fmla="*/ 2625502 w 6858000"/>
                <a:gd name="connsiteY15" fmla="*/ 3121729 h 4034620"/>
                <a:gd name="connsiteX16" fmla="*/ 2906921 w 6858000"/>
                <a:gd name="connsiteY16" fmla="*/ 3713005 h 4034620"/>
                <a:gd name="connsiteX17" fmla="*/ 1326702 w 6858000"/>
                <a:gd name="connsiteY17" fmla="*/ 3713005 h 4034620"/>
                <a:gd name="connsiteX18" fmla="*/ 321629 w 6858000"/>
                <a:gd name="connsiteY18" fmla="*/ 2707932 h 4034620"/>
                <a:gd name="connsiteX19" fmla="*/ 1326702 w 6858000"/>
                <a:gd name="connsiteY19" fmla="*/ 1702860 h 4034620"/>
                <a:gd name="connsiteX20" fmla="*/ 1696538 w 6858000"/>
                <a:gd name="connsiteY20" fmla="*/ 1773007 h 4034620"/>
                <a:gd name="connsiteX21" fmla="*/ 1837006 w 6858000"/>
                <a:gd name="connsiteY21" fmla="*/ 1762091 h 4034620"/>
                <a:gd name="connsiteX22" fmla="*/ 1914989 w 6858000"/>
                <a:gd name="connsiteY22" fmla="*/ 1644715 h 4034620"/>
                <a:gd name="connsiteX23" fmla="*/ 3429000 w 6858000"/>
                <a:gd name="connsiteY23" fmla="*/ 321630 h 4034620"/>
                <a:gd name="connsiteX24" fmla="*/ 4942998 w 6858000"/>
                <a:gd name="connsiteY24" fmla="*/ 1644701 h 4034620"/>
                <a:gd name="connsiteX25" fmla="*/ 5020954 w 6858000"/>
                <a:gd name="connsiteY25" fmla="*/ 1762077 h 4034620"/>
                <a:gd name="connsiteX26" fmla="*/ 5161435 w 6858000"/>
                <a:gd name="connsiteY26" fmla="*/ 1772994 h 4034620"/>
                <a:gd name="connsiteX27" fmla="*/ 5531272 w 6858000"/>
                <a:gd name="connsiteY27" fmla="*/ 1702847 h 4034620"/>
                <a:gd name="connsiteX28" fmla="*/ 6536344 w 6858000"/>
                <a:gd name="connsiteY28" fmla="*/ 2707919 h 4034620"/>
                <a:gd name="connsiteX29" fmla="*/ 5531299 w 6858000"/>
                <a:gd name="connsiteY29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2625502 w 6858000"/>
                <a:gd name="connsiteY14" fmla="*/ 3121729 h 4034620"/>
                <a:gd name="connsiteX15" fmla="*/ 2906921 w 6858000"/>
                <a:gd name="connsiteY15" fmla="*/ 3713005 h 4034620"/>
                <a:gd name="connsiteX16" fmla="*/ 1326702 w 6858000"/>
                <a:gd name="connsiteY16" fmla="*/ 3713005 h 4034620"/>
                <a:gd name="connsiteX17" fmla="*/ 321629 w 6858000"/>
                <a:gd name="connsiteY17" fmla="*/ 2707932 h 4034620"/>
                <a:gd name="connsiteX18" fmla="*/ 1326702 w 6858000"/>
                <a:gd name="connsiteY18" fmla="*/ 1702860 h 4034620"/>
                <a:gd name="connsiteX19" fmla="*/ 1696538 w 6858000"/>
                <a:gd name="connsiteY19" fmla="*/ 1773007 h 4034620"/>
                <a:gd name="connsiteX20" fmla="*/ 1837006 w 6858000"/>
                <a:gd name="connsiteY20" fmla="*/ 1762091 h 4034620"/>
                <a:gd name="connsiteX21" fmla="*/ 1914989 w 6858000"/>
                <a:gd name="connsiteY21" fmla="*/ 1644715 h 4034620"/>
                <a:gd name="connsiteX22" fmla="*/ 3429000 w 6858000"/>
                <a:gd name="connsiteY22" fmla="*/ 321630 h 4034620"/>
                <a:gd name="connsiteX23" fmla="*/ 4942998 w 6858000"/>
                <a:gd name="connsiteY23" fmla="*/ 1644701 h 4034620"/>
                <a:gd name="connsiteX24" fmla="*/ 5020954 w 6858000"/>
                <a:gd name="connsiteY24" fmla="*/ 1762077 h 4034620"/>
                <a:gd name="connsiteX25" fmla="*/ 5161435 w 6858000"/>
                <a:gd name="connsiteY25" fmla="*/ 1772994 h 4034620"/>
                <a:gd name="connsiteX26" fmla="*/ 5531272 w 6858000"/>
                <a:gd name="connsiteY26" fmla="*/ 1702847 h 4034620"/>
                <a:gd name="connsiteX27" fmla="*/ 6536344 w 6858000"/>
                <a:gd name="connsiteY27" fmla="*/ 2707919 h 4034620"/>
                <a:gd name="connsiteX28" fmla="*/ 5531299 w 6858000"/>
                <a:gd name="connsiteY28" fmla="*/ 3713005 h 4034620"/>
                <a:gd name="connsiteX0" fmla="*/ 5531299 w 6858000"/>
                <a:gd name="connsiteY0" fmla="*/ 1381217 h 4034620"/>
                <a:gd name="connsiteX1" fmla="*/ 5227189 w 6858000"/>
                <a:gd name="connsiteY1" fmla="*/ 1416257 h 4034620"/>
                <a:gd name="connsiteX2" fmla="*/ 3429000 w 6858000"/>
                <a:gd name="connsiteY2" fmla="*/ 0 h 4034620"/>
                <a:gd name="connsiteX3" fmla="*/ 1630824 w 6858000"/>
                <a:gd name="connsiteY3" fmla="*/ 1416244 h 4034620"/>
                <a:gd name="connsiteX4" fmla="*/ 1326702 w 6858000"/>
                <a:gd name="connsiteY4" fmla="*/ 1381204 h 4034620"/>
                <a:gd name="connsiteX5" fmla="*/ 0 w 6858000"/>
                <a:gd name="connsiteY5" fmla="*/ 2707906 h 4034620"/>
                <a:gd name="connsiteX6" fmla="*/ 1326702 w 6858000"/>
                <a:gd name="connsiteY6" fmla="*/ 4034607 h 4034620"/>
                <a:gd name="connsiteX7" fmla="*/ 2906921 w 6858000"/>
                <a:gd name="connsiteY7" fmla="*/ 4034607 h 4034620"/>
                <a:gd name="connsiteX8" fmla="*/ 3952204 w 6858000"/>
                <a:gd name="connsiteY8" fmla="*/ 4034620 h 4034620"/>
                <a:gd name="connsiteX9" fmla="*/ 5531299 w 6858000"/>
                <a:gd name="connsiteY9" fmla="*/ 4034620 h 4034620"/>
                <a:gd name="connsiteX10" fmla="*/ 6858000 w 6858000"/>
                <a:gd name="connsiteY10" fmla="*/ 2707919 h 4034620"/>
                <a:gd name="connsiteX11" fmla="*/ 5531299 w 6858000"/>
                <a:gd name="connsiteY11" fmla="*/ 1381217 h 4034620"/>
                <a:gd name="connsiteX12" fmla="*/ 5531299 w 6858000"/>
                <a:gd name="connsiteY12" fmla="*/ 3713005 h 4034620"/>
                <a:gd name="connsiteX13" fmla="*/ 3952204 w 6858000"/>
                <a:gd name="connsiteY13" fmla="*/ 3713005 h 4034620"/>
                <a:gd name="connsiteX14" fmla="*/ 2906921 w 6858000"/>
                <a:gd name="connsiteY14" fmla="*/ 3713005 h 4034620"/>
                <a:gd name="connsiteX15" fmla="*/ 1326702 w 6858000"/>
                <a:gd name="connsiteY15" fmla="*/ 3713005 h 4034620"/>
                <a:gd name="connsiteX16" fmla="*/ 321629 w 6858000"/>
                <a:gd name="connsiteY16" fmla="*/ 2707932 h 4034620"/>
                <a:gd name="connsiteX17" fmla="*/ 1326702 w 6858000"/>
                <a:gd name="connsiteY17" fmla="*/ 1702860 h 4034620"/>
                <a:gd name="connsiteX18" fmla="*/ 1696538 w 6858000"/>
                <a:gd name="connsiteY18" fmla="*/ 1773007 h 4034620"/>
                <a:gd name="connsiteX19" fmla="*/ 1837006 w 6858000"/>
                <a:gd name="connsiteY19" fmla="*/ 1762091 h 4034620"/>
                <a:gd name="connsiteX20" fmla="*/ 1914989 w 6858000"/>
                <a:gd name="connsiteY20" fmla="*/ 1644715 h 4034620"/>
                <a:gd name="connsiteX21" fmla="*/ 3429000 w 6858000"/>
                <a:gd name="connsiteY21" fmla="*/ 321630 h 4034620"/>
                <a:gd name="connsiteX22" fmla="*/ 4942998 w 6858000"/>
                <a:gd name="connsiteY22" fmla="*/ 1644701 h 4034620"/>
                <a:gd name="connsiteX23" fmla="*/ 5020954 w 6858000"/>
                <a:gd name="connsiteY23" fmla="*/ 1762077 h 4034620"/>
                <a:gd name="connsiteX24" fmla="*/ 5161435 w 6858000"/>
                <a:gd name="connsiteY24" fmla="*/ 1772994 h 4034620"/>
                <a:gd name="connsiteX25" fmla="*/ 5531272 w 6858000"/>
                <a:gd name="connsiteY25" fmla="*/ 1702847 h 4034620"/>
                <a:gd name="connsiteX26" fmla="*/ 6536344 w 6858000"/>
                <a:gd name="connsiteY26" fmla="*/ 2707919 h 4034620"/>
                <a:gd name="connsiteX27" fmla="*/ 5531299 w 6858000"/>
                <a:gd name="connsiteY27" fmla="*/ 3713005 h 4034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858000" h="4034620">
                  <a:moveTo>
                    <a:pt x="5531299" y="1381217"/>
                  </a:moveTo>
                  <a:cubicBezTo>
                    <a:pt x="5428094" y="1381217"/>
                    <a:pt x="5326362" y="1392951"/>
                    <a:pt x="5227189" y="1416257"/>
                  </a:cubicBezTo>
                  <a:cubicBezTo>
                    <a:pt x="5030370" y="596874"/>
                    <a:pt x="4288152" y="0"/>
                    <a:pt x="3429000" y="0"/>
                  </a:cubicBezTo>
                  <a:cubicBezTo>
                    <a:pt x="2569848" y="0"/>
                    <a:pt x="1827644" y="596874"/>
                    <a:pt x="1630824" y="1416244"/>
                  </a:cubicBezTo>
                  <a:cubicBezTo>
                    <a:pt x="1531638" y="1392964"/>
                    <a:pt x="1429906" y="1381204"/>
                    <a:pt x="1326702" y="1381204"/>
                  </a:cubicBezTo>
                  <a:cubicBezTo>
                    <a:pt x="595173" y="1381204"/>
                    <a:pt x="0" y="1976377"/>
                    <a:pt x="0" y="2707906"/>
                  </a:cubicBezTo>
                  <a:cubicBezTo>
                    <a:pt x="0" y="3439435"/>
                    <a:pt x="595173" y="4034607"/>
                    <a:pt x="1326702" y="4034607"/>
                  </a:cubicBezTo>
                  <a:lnTo>
                    <a:pt x="2906921" y="4034607"/>
                  </a:lnTo>
                  <a:lnTo>
                    <a:pt x="3952204" y="4034620"/>
                  </a:lnTo>
                  <a:lnTo>
                    <a:pt x="5531299" y="4034620"/>
                  </a:lnTo>
                  <a:cubicBezTo>
                    <a:pt x="6262828" y="4034620"/>
                    <a:pt x="6858000" y="3439448"/>
                    <a:pt x="6858000" y="2707919"/>
                  </a:cubicBezTo>
                  <a:cubicBezTo>
                    <a:pt x="6858000" y="1976390"/>
                    <a:pt x="6262828" y="1381217"/>
                    <a:pt x="5531299" y="1381217"/>
                  </a:cubicBezTo>
                  <a:close/>
                  <a:moveTo>
                    <a:pt x="5531299" y="3713005"/>
                  </a:moveTo>
                  <a:lnTo>
                    <a:pt x="3952204" y="3713005"/>
                  </a:lnTo>
                  <a:lnTo>
                    <a:pt x="2906921" y="3713005"/>
                  </a:lnTo>
                  <a:lnTo>
                    <a:pt x="1326702" y="3713005"/>
                  </a:lnTo>
                  <a:cubicBezTo>
                    <a:pt x="772489" y="3713005"/>
                    <a:pt x="321629" y="3262131"/>
                    <a:pt x="321629" y="2707932"/>
                  </a:cubicBezTo>
                  <a:cubicBezTo>
                    <a:pt x="321629" y="2153734"/>
                    <a:pt x="772503" y="1702860"/>
                    <a:pt x="1326702" y="1702860"/>
                  </a:cubicBezTo>
                  <a:cubicBezTo>
                    <a:pt x="1454204" y="1702860"/>
                    <a:pt x="1578626" y="1726461"/>
                    <a:pt x="1696538" y="1773007"/>
                  </a:cubicBezTo>
                  <a:cubicBezTo>
                    <a:pt x="1742508" y="1791130"/>
                    <a:pt x="1794345" y="1787139"/>
                    <a:pt x="1837006" y="1762091"/>
                  </a:cubicBezTo>
                  <a:cubicBezTo>
                    <a:pt x="1879668" y="1737030"/>
                    <a:pt x="1908426" y="1693752"/>
                    <a:pt x="1914989" y="1644715"/>
                  </a:cubicBezTo>
                  <a:cubicBezTo>
                    <a:pt x="2015770" y="890428"/>
                    <a:pt x="2666637" y="321630"/>
                    <a:pt x="3429000" y="321630"/>
                  </a:cubicBezTo>
                  <a:cubicBezTo>
                    <a:pt x="4191363" y="321630"/>
                    <a:pt x="4842257" y="890428"/>
                    <a:pt x="4942998" y="1644701"/>
                  </a:cubicBezTo>
                  <a:cubicBezTo>
                    <a:pt x="4949547" y="1693738"/>
                    <a:pt x="4978292" y="1737030"/>
                    <a:pt x="5020954" y="1762077"/>
                  </a:cubicBezTo>
                  <a:cubicBezTo>
                    <a:pt x="5063628" y="1787125"/>
                    <a:pt x="5115452" y="1791117"/>
                    <a:pt x="5161435" y="1772994"/>
                  </a:cubicBezTo>
                  <a:cubicBezTo>
                    <a:pt x="5279348" y="1726435"/>
                    <a:pt x="5403769" y="1702847"/>
                    <a:pt x="5531272" y="1702847"/>
                  </a:cubicBezTo>
                  <a:cubicBezTo>
                    <a:pt x="6085484" y="1702847"/>
                    <a:pt x="6536344" y="2153720"/>
                    <a:pt x="6536344" y="2707919"/>
                  </a:cubicBezTo>
                  <a:cubicBezTo>
                    <a:pt x="6536344" y="3262118"/>
                    <a:pt x="6085511" y="3713005"/>
                    <a:pt x="5531299" y="3713005"/>
                  </a:cubicBezTo>
                  <a:close/>
                </a:path>
              </a:pathLst>
            </a:custGeom>
            <a:solidFill>
              <a:srgbClr val="231F20"/>
            </a:solidFill>
            <a:ln w="133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7208" name="Group 7207">
            <a:extLst>
              <a:ext uri="{FF2B5EF4-FFF2-40B4-BE49-F238E27FC236}">
                <a16:creationId xmlns:a16="http://schemas.microsoft.com/office/drawing/2014/main" id="{784CB1DC-7FB2-A266-1C6E-2BB6F44F658D}"/>
              </a:ext>
            </a:extLst>
          </p:cNvPr>
          <p:cNvGrpSpPr/>
          <p:nvPr/>
        </p:nvGrpSpPr>
        <p:grpSpPr>
          <a:xfrm>
            <a:off x="1480762" y="4185541"/>
            <a:ext cx="2826415" cy="420411"/>
            <a:chOff x="6543873" y="2470403"/>
            <a:chExt cx="2826415" cy="420411"/>
          </a:xfrm>
        </p:grpSpPr>
        <p:cxnSp>
          <p:nvCxnSpPr>
            <p:cNvPr id="7209" name="Straight Arrow Connector 7208">
              <a:extLst>
                <a:ext uri="{FF2B5EF4-FFF2-40B4-BE49-F238E27FC236}">
                  <a16:creationId xmlns:a16="http://schemas.microsoft.com/office/drawing/2014/main" id="{0D608B61-553A-FB2A-5614-497EC16C0B5F}"/>
                </a:ext>
              </a:extLst>
            </p:cNvPr>
            <p:cNvCxnSpPr/>
            <p:nvPr/>
          </p:nvCxnSpPr>
          <p:spPr>
            <a:xfrm>
              <a:off x="6972922" y="2890814"/>
              <a:ext cx="1797978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10" name="TextBox 7209">
              <a:extLst>
                <a:ext uri="{FF2B5EF4-FFF2-40B4-BE49-F238E27FC236}">
                  <a16:creationId xmlns:a16="http://schemas.microsoft.com/office/drawing/2014/main" id="{E6FE8A2D-1357-F646-AE0D-D1E82EBECC77}"/>
                </a:ext>
              </a:extLst>
            </p:cNvPr>
            <p:cNvSpPr txBox="1"/>
            <p:nvPr/>
          </p:nvSpPr>
          <p:spPr>
            <a:xfrm>
              <a:off x="6543873" y="2470403"/>
              <a:ext cx="2826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b="1" i="1" dirty="0">
                  <a:latin typeface="Arial" panose="020B0604020202020204" pitchFamily="34" charset="0"/>
                  <a:cs typeface="Arial" panose="020B0604020202020204" pitchFamily="34" charset="0"/>
                </a:rPr>
                <a:t>“1 optimization please!”</a:t>
              </a:r>
            </a:p>
          </p:txBody>
        </p:sp>
      </p:grpSp>
      <p:grpSp>
        <p:nvGrpSpPr>
          <p:cNvPr id="7218" name="Graphic 7216">
            <a:extLst>
              <a:ext uri="{FF2B5EF4-FFF2-40B4-BE49-F238E27FC236}">
                <a16:creationId xmlns:a16="http://schemas.microsoft.com/office/drawing/2014/main" id="{0DA2B099-7EB1-E913-430F-C99460597253}"/>
              </a:ext>
            </a:extLst>
          </p:cNvPr>
          <p:cNvGrpSpPr>
            <a:grpSpLocks noChangeAspect="1"/>
          </p:cNvGrpSpPr>
          <p:nvPr/>
        </p:nvGrpSpPr>
        <p:grpSpPr>
          <a:xfrm>
            <a:off x="5389589" y="4523503"/>
            <a:ext cx="720000" cy="675429"/>
            <a:chOff x="5324899" y="4520547"/>
            <a:chExt cx="722081" cy="722081"/>
          </a:xfrm>
        </p:grpSpPr>
        <p:sp>
          <p:nvSpPr>
            <p:cNvPr id="7219" name="Freeform 7218">
              <a:extLst>
                <a:ext uri="{FF2B5EF4-FFF2-40B4-BE49-F238E27FC236}">
                  <a16:creationId xmlns:a16="http://schemas.microsoft.com/office/drawing/2014/main" id="{7880157E-2B5F-3380-6605-17C71626199F}"/>
                </a:ext>
              </a:extLst>
            </p:cNvPr>
            <p:cNvSpPr/>
            <p:nvPr/>
          </p:nvSpPr>
          <p:spPr>
            <a:xfrm>
              <a:off x="5324899" y="4520547"/>
              <a:ext cx="722081" cy="722081"/>
            </a:xfrm>
            <a:custGeom>
              <a:avLst/>
              <a:gdLst>
                <a:gd name="connsiteX0" fmla="*/ 0 w 722081"/>
                <a:gd name="connsiteY0" fmla="*/ 0 h 722081"/>
                <a:gd name="connsiteX1" fmla="*/ 722081 w 722081"/>
                <a:gd name="connsiteY1" fmla="*/ 0 h 722081"/>
                <a:gd name="connsiteX2" fmla="*/ 722081 w 722081"/>
                <a:gd name="connsiteY2" fmla="*/ 722081 h 722081"/>
                <a:gd name="connsiteX3" fmla="*/ 0 w 722081"/>
                <a:gd name="connsiteY3" fmla="*/ 722081 h 722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081" h="722081">
                  <a:moveTo>
                    <a:pt x="0" y="0"/>
                  </a:moveTo>
                  <a:lnTo>
                    <a:pt x="722081" y="0"/>
                  </a:lnTo>
                  <a:lnTo>
                    <a:pt x="722081" y="722081"/>
                  </a:lnTo>
                  <a:lnTo>
                    <a:pt x="0" y="722081"/>
                  </a:lnTo>
                  <a:close/>
                </a:path>
              </a:pathLst>
            </a:custGeom>
            <a:solidFill>
              <a:srgbClr val="FFFFFF">
                <a:alpha val="1000"/>
              </a:srgbClr>
            </a:solidFill>
            <a:ln w="148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220" name="Graphic 7216">
              <a:extLst>
                <a:ext uri="{FF2B5EF4-FFF2-40B4-BE49-F238E27FC236}">
                  <a16:creationId xmlns:a16="http://schemas.microsoft.com/office/drawing/2014/main" id="{A425EB52-529A-C16C-8732-1D32D41C3C1E}"/>
                </a:ext>
              </a:extLst>
            </p:cNvPr>
            <p:cNvGrpSpPr/>
            <p:nvPr/>
          </p:nvGrpSpPr>
          <p:grpSpPr>
            <a:xfrm>
              <a:off x="5400115" y="4640893"/>
              <a:ext cx="571647" cy="481387"/>
              <a:chOff x="5400115" y="4640893"/>
              <a:chExt cx="571647" cy="481387"/>
            </a:xfrm>
          </p:grpSpPr>
          <p:sp>
            <p:nvSpPr>
              <p:cNvPr id="7221" name="Freeform 7220">
                <a:extLst>
                  <a:ext uri="{FF2B5EF4-FFF2-40B4-BE49-F238E27FC236}">
                    <a16:creationId xmlns:a16="http://schemas.microsoft.com/office/drawing/2014/main" id="{C35B61C0-416A-0677-2E8C-8031D9819A8B}"/>
                  </a:ext>
                </a:extLst>
              </p:cNvPr>
              <p:cNvSpPr/>
              <p:nvPr/>
            </p:nvSpPr>
            <p:spPr>
              <a:xfrm>
                <a:off x="5400115" y="4640893"/>
                <a:ext cx="571647" cy="481387"/>
              </a:xfrm>
              <a:custGeom>
                <a:avLst/>
                <a:gdLst>
                  <a:gd name="connsiteX0" fmla="*/ 30092 w 571647"/>
                  <a:gd name="connsiteY0" fmla="*/ 8 h 481387"/>
                  <a:gd name="connsiteX1" fmla="*/ 541566 w 571647"/>
                  <a:gd name="connsiteY1" fmla="*/ 8 h 481387"/>
                  <a:gd name="connsiteX2" fmla="*/ 571652 w 571647"/>
                  <a:gd name="connsiteY2" fmla="*/ 30095 h 481387"/>
                  <a:gd name="connsiteX3" fmla="*/ 571652 w 571647"/>
                  <a:gd name="connsiteY3" fmla="*/ 451309 h 481387"/>
                  <a:gd name="connsiteX4" fmla="*/ 541566 w 571647"/>
                  <a:gd name="connsiteY4" fmla="*/ 481395 h 481387"/>
                  <a:gd name="connsiteX5" fmla="*/ 30092 w 571647"/>
                  <a:gd name="connsiteY5" fmla="*/ 481395 h 481387"/>
                  <a:gd name="connsiteX6" fmla="*/ 5 w 571647"/>
                  <a:gd name="connsiteY6" fmla="*/ 451309 h 481387"/>
                  <a:gd name="connsiteX7" fmla="*/ 5 w 571647"/>
                  <a:gd name="connsiteY7" fmla="*/ 30095 h 481387"/>
                  <a:gd name="connsiteX8" fmla="*/ 30092 w 571647"/>
                  <a:gd name="connsiteY8" fmla="*/ 8 h 481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647" h="481387">
                    <a:moveTo>
                      <a:pt x="30092" y="8"/>
                    </a:moveTo>
                    <a:lnTo>
                      <a:pt x="541566" y="8"/>
                    </a:lnTo>
                    <a:cubicBezTo>
                      <a:pt x="558183" y="8"/>
                      <a:pt x="571652" y="13478"/>
                      <a:pt x="571652" y="30095"/>
                    </a:cubicBezTo>
                    <a:lnTo>
                      <a:pt x="571652" y="451309"/>
                    </a:lnTo>
                    <a:cubicBezTo>
                      <a:pt x="571652" y="467926"/>
                      <a:pt x="558183" y="481395"/>
                      <a:pt x="541566" y="481395"/>
                    </a:cubicBezTo>
                    <a:lnTo>
                      <a:pt x="30092" y="481395"/>
                    </a:lnTo>
                    <a:cubicBezTo>
                      <a:pt x="13475" y="481395"/>
                      <a:pt x="5" y="467926"/>
                      <a:pt x="5" y="451309"/>
                    </a:cubicBezTo>
                    <a:lnTo>
                      <a:pt x="5" y="30095"/>
                    </a:lnTo>
                    <a:cubicBezTo>
                      <a:pt x="5" y="13478"/>
                      <a:pt x="13475" y="8"/>
                      <a:pt x="30092" y="8"/>
                    </a:cubicBezTo>
                    <a:close/>
                  </a:path>
                </a:pathLst>
              </a:custGeom>
              <a:noFill/>
              <a:ln w="59531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22" name="Freeform 7221">
                <a:extLst>
                  <a:ext uri="{FF2B5EF4-FFF2-40B4-BE49-F238E27FC236}">
                    <a16:creationId xmlns:a16="http://schemas.microsoft.com/office/drawing/2014/main" id="{4D25C9A3-E10A-7042-1FED-2DB161D47E9B}"/>
                  </a:ext>
                </a:extLst>
              </p:cNvPr>
              <p:cNvSpPr/>
              <p:nvPr/>
            </p:nvSpPr>
            <p:spPr>
              <a:xfrm>
                <a:off x="5520462" y="4746197"/>
                <a:ext cx="45130" cy="45130"/>
              </a:xfrm>
              <a:custGeom>
                <a:avLst/>
                <a:gdLst>
                  <a:gd name="connsiteX0" fmla="*/ 45135 w 45130"/>
                  <a:gd name="connsiteY0" fmla="*/ 22573 h 45130"/>
                  <a:gd name="connsiteX1" fmla="*/ 22570 w 45130"/>
                  <a:gd name="connsiteY1" fmla="*/ 45138 h 45130"/>
                  <a:gd name="connsiteX2" fmla="*/ 5 w 45130"/>
                  <a:gd name="connsiteY2" fmla="*/ 22573 h 45130"/>
                  <a:gd name="connsiteX3" fmla="*/ 22570 w 45130"/>
                  <a:gd name="connsiteY3" fmla="*/ 8 h 45130"/>
                  <a:gd name="connsiteX4" fmla="*/ 45135 w 45130"/>
                  <a:gd name="connsiteY4" fmla="*/ 22573 h 45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30" h="45130">
                    <a:moveTo>
                      <a:pt x="45135" y="22573"/>
                    </a:moveTo>
                    <a:cubicBezTo>
                      <a:pt x="45135" y="35035"/>
                      <a:pt x="35032" y="45138"/>
                      <a:pt x="22570" y="45138"/>
                    </a:cubicBezTo>
                    <a:cubicBezTo>
                      <a:pt x="10108" y="45138"/>
                      <a:pt x="5" y="35035"/>
                      <a:pt x="5" y="22573"/>
                    </a:cubicBezTo>
                    <a:cubicBezTo>
                      <a:pt x="5" y="10111"/>
                      <a:pt x="10108" y="8"/>
                      <a:pt x="22570" y="8"/>
                    </a:cubicBezTo>
                    <a:cubicBezTo>
                      <a:pt x="35032" y="8"/>
                      <a:pt x="45135" y="10111"/>
                      <a:pt x="45135" y="22573"/>
                    </a:cubicBezTo>
                    <a:close/>
                  </a:path>
                </a:pathLst>
              </a:custGeom>
              <a:noFill/>
              <a:ln w="4464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23" name="Freeform 7222">
                <a:extLst>
                  <a:ext uri="{FF2B5EF4-FFF2-40B4-BE49-F238E27FC236}">
                    <a16:creationId xmlns:a16="http://schemas.microsoft.com/office/drawing/2014/main" id="{6AE3F1E6-4292-E08E-7C27-EF13CD9C559A}"/>
                  </a:ext>
                </a:extLst>
              </p:cNvPr>
              <p:cNvSpPr/>
              <p:nvPr/>
            </p:nvSpPr>
            <p:spPr>
              <a:xfrm>
                <a:off x="5400115" y="4836457"/>
                <a:ext cx="571647" cy="285823"/>
              </a:xfrm>
              <a:custGeom>
                <a:avLst/>
                <a:gdLst>
                  <a:gd name="connsiteX0" fmla="*/ 150439 w 571647"/>
                  <a:gd name="connsiteY0" fmla="*/ 45138 h 285823"/>
                  <a:gd name="connsiteX1" fmla="*/ 225655 w 571647"/>
                  <a:gd name="connsiteY1" fmla="*/ 105311 h 285823"/>
                  <a:gd name="connsiteX2" fmla="*/ 315915 w 571647"/>
                  <a:gd name="connsiteY2" fmla="*/ 8 h 285823"/>
                  <a:gd name="connsiteX3" fmla="*/ 571652 w 571647"/>
                  <a:gd name="connsiteY3" fmla="*/ 195572 h 285823"/>
                  <a:gd name="connsiteX4" fmla="*/ 571652 w 571647"/>
                  <a:gd name="connsiteY4" fmla="*/ 255745 h 285823"/>
                  <a:gd name="connsiteX5" fmla="*/ 541566 w 571647"/>
                  <a:gd name="connsiteY5" fmla="*/ 285832 h 285823"/>
                  <a:gd name="connsiteX6" fmla="*/ 30092 w 571647"/>
                  <a:gd name="connsiteY6" fmla="*/ 285832 h 285823"/>
                  <a:gd name="connsiteX7" fmla="*/ 5 w 571647"/>
                  <a:gd name="connsiteY7" fmla="*/ 255745 h 285823"/>
                  <a:gd name="connsiteX8" fmla="*/ 5 w 571647"/>
                  <a:gd name="connsiteY8" fmla="*/ 195572 h 285823"/>
                  <a:gd name="connsiteX9" fmla="*/ 150439 w 571647"/>
                  <a:gd name="connsiteY9" fmla="*/ 45138 h 285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1647" h="285823">
                    <a:moveTo>
                      <a:pt x="150439" y="45138"/>
                    </a:moveTo>
                    <a:lnTo>
                      <a:pt x="225655" y="105311"/>
                    </a:lnTo>
                    <a:lnTo>
                      <a:pt x="315915" y="8"/>
                    </a:lnTo>
                    <a:lnTo>
                      <a:pt x="571652" y="195572"/>
                    </a:lnTo>
                    <a:lnTo>
                      <a:pt x="571652" y="255745"/>
                    </a:lnTo>
                    <a:cubicBezTo>
                      <a:pt x="571652" y="272362"/>
                      <a:pt x="558183" y="285832"/>
                      <a:pt x="541566" y="285832"/>
                    </a:cubicBezTo>
                    <a:lnTo>
                      <a:pt x="30092" y="285832"/>
                    </a:lnTo>
                    <a:cubicBezTo>
                      <a:pt x="13475" y="285832"/>
                      <a:pt x="5" y="272362"/>
                      <a:pt x="5" y="255745"/>
                    </a:cubicBezTo>
                    <a:lnTo>
                      <a:pt x="5" y="195572"/>
                    </a:lnTo>
                    <a:lnTo>
                      <a:pt x="150439" y="45138"/>
                    </a:lnTo>
                    <a:close/>
                  </a:path>
                </a:pathLst>
              </a:custGeom>
              <a:solidFill>
                <a:srgbClr val="2196F3"/>
              </a:solidFill>
              <a:ln w="59531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cxnSp>
        <p:nvCxnSpPr>
          <p:cNvPr id="7224" name="Straight Arrow Connector 7223">
            <a:extLst>
              <a:ext uri="{FF2B5EF4-FFF2-40B4-BE49-F238E27FC236}">
                <a16:creationId xmlns:a16="http://schemas.microsoft.com/office/drawing/2014/main" id="{6B5230B0-B22C-D193-F9DD-A88FB3F3274E}"/>
              </a:ext>
            </a:extLst>
          </p:cNvPr>
          <p:cNvCxnSpPr/>
          <p:nvPr/>
        </p:nvCxnSpPr>
        <p:spPr>
          <a:xfrm>
            <a:off x="2603355" y="4809572"/>
            <a:ext cx="1797978" cy="0"/>
          </a:xfrm>
          <a:prstGeom prst="straightConnector1">
            <a:avLst/>
          </a:prstGeom>
          <a:ln w="3492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27" name="TextBox 7226">
            <a:extLst>
              <a:ext uri="{FF2B5EF4-FFF2-40B4-BE49-F238E27FC236}">
                <a16:creationId xmlns:a16="http://schemas.microsoft.com/office/drawing/2014/main" id="{16D18CBC-F3B2-7281-CDDD-3ADA89DFCB84}"/>
              </a:ext>
            </a:extLst>
          </p:cNvPr>
          <p:cNvSpPr txBox="1"/>
          <p:nvPr/>
        </p:nvSpPr>
        <p:spPr>
          <a:xfrm>
            <a:off x="3041577" y="485750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“here you go!”</a:t>
            </a:r>
          </a:p>
        </p:txBody>
      </p:sp>
      <p:pic>
        <p:nvPicPr>
          <p:cNvPr id="7235" name="Graphic 7234">
            <a:extLst>
              <a:ext uri="{FF2B5EF4-FFF2-40B4-BE49-F238E27FC236}">
                <a16:creationId xmlns:a16="http://schemas.microsoft.com/office/drawing/2014/main" id="{DAB6D28B-6D05-3390-A747-81ADAEAE5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9089" y="4976405"/>
            <a:ext cx="499281" cy="49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35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132430-2CD7-33EB-D14D-FC8FCE8B4B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13E6A-4EEB-8649-78B1-280AA7770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/>
              <a:t>Parametrizing Optimization with Function Variants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09A502-65A6-6BF0-1060-AEF89A571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256067"/>
              </p:ext>
            </p:extLst>
          </p:nvPr>
        </p:nvGraphicFramePr>
        <p:xfrm>
          <a:off x="550799" y="1371600"/>
          <a:ext cx="9721851" cy="306796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976172">
                  <a:extLst>
                    <a:ext uri="{9D8B030D-6E8A-4147-A177-3AD203B41FA5}">
                      <a16:colId xmlns:a16="http://schemas.microsoft.com/office/drawing/2014/main" val="1786920759"/>
                    </a:ext>
                  </a:extLst>
                </a:gridCol>
                <a:gridCol w="4545375">
                  <a:extLst>
                    <a:ext uri="{9D8B030D-6E8A-4147-A177-3AD203B41FA5}">
                      <a16:colId xmlns:a16="http://schemas.microsoft.com/office/drawing/2014/main" val="3497598986"/>
                    </a:ext>
                  </a:extLst>
                </a:gridCol>
                <a:gridCol w="2200304">
                  <a:extLst>
                    <a:ext uri="{9D8B030D-6E8A-4147-A177-3AD203B41FA5}">
                      <a16:colId xmlns:a16="http://schemas.microsoft.com/office/drawing/2014/main" val="622832476"/>
                    </a:ext>
                  </a:extLst>
                </a:gridCol>
              </a:tblGrid>
              <a:tr h="438280">
                <a:tc>
                  <a:txBody>
                    <a:bodyPr/>
                    <a:lstStyle/>
                    <a:p>
                      <a:r>
                        <a:rPr lang="en-US" b="1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241437"/>
                  </a:ext>
                </a:extLst>
              </a:tr>
              <a:tr h="438280">
                <a:tc>
                  <a:txBody>
                    <a:bodyPr/>
                    <a:lstStyle/>
                    <a:p>
                      <a:r>
                        <a:rPr lang="en-US" b="1" dirty="0"/>
                        <a:t>Provider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 Lambda / Google Cloud Run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877897"/>
                  </a:ext>
                </a:extLst>
              </a:tr>
              <a:tr h="438280">
                <a:tc>
                  <a:txBody>
                    <a:bodyPr/>
                    <a:lstStyle/>
                    <a:p>
                      <a:r>
                        <a:rPr lang="en-US" b="1" dirty="0"/>
                        <a:t>Input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“landscape” / “portrait”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442621"/>
                  </a:ext>
                </a:extLst>
              </a:tr>
              <a:tr h="438280">
                <a:tc>
                  <a:txBody>
                    <a:bodyPr/>
                    <a:lstStyle/>
                    <a:p>
                      <a:r>
                        <a:rPr lang="en-US" b="1" dirty="0"/>
                        <a:t>Output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JPEG / AVIF / WebP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448705"/>
                  </a:ext>
                </a:extLst>
              </a:tr>
              <a:tr h="438280">
                <a:tc>
                  <a:txBody>
                    <a:bodyPr/>
                    <a:lstStyle/>
                    <a:p>
                      <a:r>
                        <a:rPr lang="en-US" b="1" dirty="0"/>
                        <a:t>Output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640 / 1080 / 1920 pixels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910239"/>
                  </a:ext>
                </a:extLst>
              </a:tr>
              <a:tr h="438280">
                <a:tc>
                  <a:txBody>
                    <a:bodyPr/>
                    <a:lstStyle/>
                    <a:p>
                      <a:r>
                        <a:rPr lang="en-US" b="1" dirty="0"/>
                        <a:t>Assigned vCPUs (memory)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/ 1 / 2 (885 / 1769 / 3538 MB)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5333"/>
                  </a:ext>
                </a:extLst>
              </a:tr>
              <a:tr h="438280"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/>
                        <a:t>2</a:t>
                      </a:r>
                      <a:r>
                        <a:rPr lang="en-US" b="0" baseline="30000" dirty="0"/>
                        <a:t>2</a:t>
                      </a:r>
                      <a:r>
                        <a:rPr lang="en-US" b="0" dirty="0"/>
                        <a:t> * 3</a:t>
                      </a:r>
                      <a:r>
                        <a:rPr lang="en-US" b="0" baseline="30000" dirty="0"/>
                        <a:t>3</a:t>
                      </a:r>
                      <a:r>
                        <a:rPr lang="en-US" b="0" dirty="0"/>
                        <a:t> = </a:t>
                      </a:r>
                      <a:r>
                        <a:rPr lang="en-US" dirty="0"/>
                        <a:t>108 variants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64596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C7B3F5E-8354-EFCD-9686-CAEB495EC205}"/>
              </a:ext>
            </a:extLst>
          </p:cNvPr>
          <p:cNvSpPr txBox="1"/>
          <p:nvPr/>
        </p:nvSpPr>
        <p:spPr>
          <a:xfrm>
            <a:off x="550797" y="4285582"/>
            <a:ext cx="9792989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Side notes:</a:t>
            </a:r>
          </a:p>
          <a:p>
            <a:pPr marL="285750" indent="-28575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AWS Lambda allocates CPU time proportionally to assigned memory</a:t>
            </a:r>
          </a:p>
          <a:p>
            <a:pPr marL="285750" indent="-28575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Google Cloud Run offers independent settings for assigned vCPUs and memory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noProof="1">
                <a:latin typeface="Arial" panose="020B0604020202020204" pitchFamily="34" charset="0"/>
                <a:cs typeface="Arial" panose="020B0604020202020204" pitchFamily="34" charset="0"/>
              </a:rPr>
              <a:t>Every variant deployed as separate function </a:t>
            </a:r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to minimize interference between resources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C6CE60-F251-CEFE-DA1B-1FB46B177E47}"/>
              </a:ext>
            </a:extLst>
          </p:cNvPr>
          <p:cNvSpPr txBox="1"/>
          <p:nvPr/>
        </p:nvSpPr>
        <p:spPr>
          <a:xfrm>
            <a:off x="5349922" y="-20471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54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D1477-B401-D462-1150-93B0B6F8C0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Test images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3269B70-C2EC-6C7A-85A9-BE1A8567D7A1}"/>
              </a:ext>
            </a:extLst>
          </p:cNvPr>
          <p:cNvGrpSpPr/>
          <p:nvPr/>
        </p:nvGrpSpPr>
        <p:grpSpPr>
          <a:xfrm>
            <a:off x="1373805" y="1370511"/>
            <a:ext cx="9029755" cy="4571818"/>
            <a:chOff x="1373805" y="1370511"/>
            <a:chExt cx="9029755" cy="457181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CA69C0-7F2F-04AA-45FA-64C25134E773}"/>
                </a:ext>
              </a:extLst>
            </p:cNvPr>
            <p:cNvSpPr txBox="1"/>
            <p:nvPr/>
          </p:nvSpPr>
          <p:spPr>
            <a:xfrm>
              <a:off x="7282264" y="5014272"/>
              <a:ext cx="31212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portrait</a:t>
              </a:r>
            </a:p>
            <a:p>
              <a:pPr algn="ctr"/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JPEG, 9.9MB</a:t>
              </a:r>
            </a:p>
            <a:p>
              <a:pPr algn="ctr"/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3456 × 5184 pixels, 18MP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EDC17A-C036-C300-FE21-05E25DA663C7}"/>
                </a:ext>
              </a:extLst>
            </p:cNvPr>
            <p:cNvSpPr txBox="1"/>
            <p:nvPr/>
          </p:nvSpPr>
          <p:spPr>
            <a:xfrm>
              <a:off x="2213152" y="5018999"/>
              <a:ext cx="348342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landscape</a:t>
              </a:r>
            </a:p>
            <a:p>
              <a:pPr algn="ctr"/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JPEG, 23.2MB</a:t>
              </a:r>
            </a:p>
            <a:p>
              <a:pPr algn="ctr"/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8256 × 5504 pixels, 45MP 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90496C-7B20-F3CF-F88D-B1B17D2EE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3805" y="1370511"/>
              <a:ext cx="5162120" cy="342791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34A7D1E-5801-D48C-6944-2626BC5FD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9663" y="1370511"/>
              <a:ext cx="2286498" cy="3427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4644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57EAFBC-0333-B379-73F8-8A3B0C1278E1}"/>
              </a:ext>
            </a:extLst>
          </p:cNvPr>
          <p:cNvSpPr/>
          <p:nvPr/>
        </p:nvSpPr>
        <p:spPr>
          <a:xfrm>
            <a:off x="7102861" y="2665255"/>
            <a:ext cx="2982123" cy="153642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2196F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207F463-0882-4144-6958-F6F4F6A2441B}"/>
              </a:ext>
            </a:extLst>
          </p:cNvPr>
          <p:cNvSpPr/>
          <p:nvPr/>
        </p:nvSpPr>
        <p:spPr>
          <a:xfrm>
            <a:off x="7106660" y="1128826"/>
            <a:ext cx="2982123" cy="153643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2196F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5677059-A133-37C9-18CB-0A8E3F9F023C}"/>
              </a:ext>
            </a:extLst>
          </p:cNvPr>
          <p:cNvSpPr/>
          <p:nvPr/>
        </p:nvSpPr>
        <p:spPr>
          <a:xfrm>
            <a:off x="686496" y="1910161"/>
            <a:ext cx="5792540" cy="365180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2196F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1055E-E0FD-9F3B-B19F-EE7CE0BC70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Benchmark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679D4-1B3C-21B0-B588-BFD453C293A8}"/>
              </a:ext>
            </a:extLst>
          </p:cNvPr>
          <p:cNvSpPr txBox="1"/>
          <p:nvPr/>
        </p:nvSpPr>
        <p:spPr>
          <a:xfrm>
            <a:off x="789746" y="2951492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 Scheduler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22735-898A-70F7-5EC4-1D05AE8CF719}"/>
              </a:ext>
            </a:extLst>
          </p:cNvPr>
          <p:cNvSpPr txBox="1"/>
          <p:nvPr/>
        </p:nvSpPr>
        <p:spPr>
          <a:xfrm>
            <a:off x="3882669" y="2951492"/>
            <a:ext cx="225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Workload Generator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656C02-8FDE-7FA1-0A82-DA45C9FEE622}"/>
              </a:ext>
            </a:extLst>
          </p:cNvPr>
          <p:cNvSpPr txBox="1"/>
          <p:nvPr/>
        </p:nvSpPr>
        <p:spPr>
          <a:xfrm>
            <a:off x="4342251" y="50104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DB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927D40F-1C6D-00DA-37B7-BD27635D5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7465" y="2189492"/>
            <a:ext cx="762000" cy="762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3A71450-762B-8BB3-4242-3EEEB63AD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0664" y="2189492"/>
            <a:ext cx="762000" cy="7620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C0DA41C5-D8B6-646E-C18D-BFDD8C1070A5}"/>
              </a:ext>
            </a:extLst>
          </p:cNvPr>
          <p:cNvGrpSpPr/>
          <p:nvPr/>
        </p:nvGrpSpPr>
        <p:grpSpPr>
          <a:xfrm>
            <a:off x="7203334" y="1383830"/>
            <a:ext cx="2740943" cy="1135302"/>
            <a:chOff x="7126168" y="1075072"/>
            <a:chExt cx="2740943" cy="113530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DEFCDF-1CCB-ECD8-3138-992F97407825}"/>
                </a:ext>
              </a:extLst>
            </p:cNvPr>
            <p:cNvSpPr txBox="1"/>
            <p:nvPr/>
          </p:nvSpPr>
          <p:spPr>
            <a:xfrm>
              <a:off x="7126168" y="1841042"/>
              <a:ext cx="2740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Image Processing - AWS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D20258B-C66C-E965-3A54-CCBE2A0F0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15639" y="1075072"/>
              <a:ext cx="762000" cy="762000"/>
            </a:xfrm>
            <a:prstGeom prst="rect">
              <a:avLst/>
            </a:prstGeom>
          </p:spPr>
        </p:pic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04E9E3A4-16D7-7C34-FA0C-F114DF0E77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0664" y="4248474"/>
            <a:ext cx="762000" cy="7620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7C454E-1F12-BC34-FAE8-E4D4523B6376}"/>
              </a:ext>
            </a:extLst>
          </p:cNvPr>
          <p:cNvCxnSpPr/>
          <p:nvPr/>
        </p:nvCxnSpPr>
        <p:spPr>
          <a:xfrm>
            <a:off x="2438508" y="2572125"/>
            <a:ext cx="1800000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0FC646-0D39-9779-A39A-510BB5C56F59}"/>
              </a:ext>
            </a:extLst>
          </p:cNvPr>
          <p:cNvCxnSpPr>
            <a:cxnSpLocks/>
          </p:cNvCxnSpPr>
          <p:nvPr/>
        </p:nvCxnSpPr>
        <p:spPr>
          <a:xfrm flipV="1">
            <a:off x="5729699" y="1910161"/>
            <a:ext cx="1800000" cy="64800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599475-1DE5-D41B-109B-91E71800D59B}"/>
              </a:ext>
            </a:extLst>
          </p:cNvPr>
          <p:cNvCxnSpPr>
            <a:cxnSpLocks/>
          </p:cNvCxnSpPr>
          <p:nvPr/>
        </p:nvCxnSpPr>
        <p:spPr>
          <a:xfrm>
            <a:off x="5726684" y="2566764"/>
            <a:ext cx="1800000" cy="64800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4AB26B5-EA17-273C-DF8B-0D93985063C0}"/>
              </a:ext>
            </a:extLst>
          </p:cNvPr>
          <p:cNvGrpSpPr/>
          <p:nvPr/>
        </p:nvGrpSpPr>
        <p:grpSpPr>
          <a:xfrm>
            <a:off x="7207630" y="2934099"/>
            <a:ext cx="2736647" cy="1126664"/>
            <a:chOff x="7128316" y="2604683"/>
            <a:chExt cx="2736647" cy="112666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1251FE-95FE-9DB7-9273-E5AC1D58A5CA}"/>
                </a:ext>
              </a:extLst>
            </p:cNvPr>
            <p:cNvSpPr txBox="1"/>
            <p:nvPr/>
          </p:nvSpPr>
          <p:spPr>
            <a:xfrm>
              <a:off x="7128316" y="3362015"/>
              <a:ext cx="2736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Image Processing - GCP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FA21BCA-58A5-EFFA-D4A4-C3684AF6F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073795" y="2604683"/>
              <a:ext cx="845688" cy="762000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F8A71E-8AF0-CA03-F416-D4CDE4A9D8C3}"/>
              </a:ext>
            </a:extLst>
          </p:cNvPr>
          <p:cNvCxnSpPr>
            <a:cxnSpLocks/>
          </p:cNvCxnSpPr>
          <p:nvPr/>
        </p:nvCxnSpPr>
        <p:spPr>
          <a:xfrm>
            <a:off x="5024710" y="3597823"/>
            <a:ext cx="0" cy="53503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9E34633-6819-3B8B-4A51-18D71EB67943}"/>
              </a:ext>
            </a:extLst>
          </p:cNvPr>
          <p:cNvSpPr txBox="1"/>
          <p:nvPr/>
        </p:nvSpPr>
        <p:spPr>
          <a:xfrm>
            <a:off x="3675201" y="22107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435E87-83AE-5382-6C7A-4B4F5E79C6FB}"/>
              </a:ext>
            </a:extLst>
          </p:cNvPr>
          <p:cNvSpPr txBox="1"/>
          <p:nvPr/>
        </p:nvSpPr>
        <p:spPr>
          <a:xfrm>
            <a:off x="6470231" y="23113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4FFDC5B-B6BA-504A-2074-4F869CF92148}"/>
              </a:ext>
            </a:extLst>
          </p:cNvPr>
          <p:cNvCxnSpPr/>
          <p:nvPr/>
        </p:nvCxnSpPr>
        <p:spPr>
          <a:xfrm>
            <a:off x="3158508" y="4629474"/>
            <a:ext cx="1080000" cy="0"/>
          </a:xfrm>
          <a:prstGeom prst="straightConnector1">
            <a:avLst/>
          </a:prstGeom>
          <a:ln w="3492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F6C2A87D-6D23-9BCB-AECA-471807E48B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49884" y="4248474"/>
            <a:ext cx="762000" cy="762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293CA39-481B-B709-3EA8-95365E170139}"/>
              </a:ext>
            </a:extLst>
          </p:cNvPr>
          <p:cNvSpPr txBox="1"/>
          <p:nvPr/>
        </p:nvSpPr>
        <p:spPr>
          <a:xfrm>
            <a:off x="1656286" y="5010474"/>
            <a:ext cx="174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Export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6C889-46AD-EF19-11B0-F6F587DE4270}"/>
              </a:ext>
            </a:extLst>
          </p:cNvPr>
          <p:cNvSpPr txBox="1"/>
          <p:nvPr/>
        </p:nvSpPr>
        <p:spPr>
          <a:xfrm>
            <a:off x="5024710" y="368067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53560-B07C-C54C-EAFA-9F7EA4EA1D49}"/>
              </a:ext>
            </a:extLst>
          </p:cNvPr>
          <p:cNvSpPr txBox="1"/>
          <p:nvPr/>
        </p:nvSpPr>
        <p:spPr>
          <a:xfrm>
            <a:off x="3675201" y="42374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A65B4-A62A-662D-3711-7BA3210F8D24}"/>
              </a:ext>
            </a:extLst>
          </p:cNvPr>
          <p:cNvSpPr txBox="1"/>
          <p:nvPr/>
        </p:nvSpPr>
        <p:spPr>
          <a:xfrm>
            <a:off x="2546589" y="1566590"/>
            <a:ext cx="2303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Workload generation stack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2BD2C3-75DB-C7F4-944D-5029F6FAD394}"/>
              </a:ext>
            </a:extLst>
          </p:cNvPr>
          <p:cNvSpPr txBox="1"/>
          <p:nvPr/>
        </p:nvSpPr>
        <p:spPr>
          <a:xfrm>
            <a:off x="7542144" y="802345"/>
            <a:ext cx="2063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Provider-specific stacks</a:t>
            </a:r>
          </a:p>
        </p:txBody>
      </p:sp>
    </p:spTree>
    <p:extLst>
      <p:ext uri="{BB962C8B-B14F-4D97-AF65-F5344CB8AC3E}">
        <p14:creationId xmlns:p14="http://schemas.microsoft.com/office/powerpoint/2010/main" val="367659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EDBF09-AED0-A2F9-1934-EF2B7D1518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371600"/>
            <a:ext cx="9721850" cy="4419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108 </a:t>
            </a:r>
            <a:r>
              <a:rPr lang="en-US" dirty="0"/>
              <a:t>functions executed </a:t>
            </a:r>
            <a:r>
              <a:rPr lang="en-US" b="1" dirty="0"/>
              <a:t>every 5 minutes</a:t>
            </a:r>
            <a:r>
              <a:rPr lang="en-US" dirty="0"/>
              <a:t>, for </a:t>
            </a:r>
            <a:r>
              <a:rPr lang="en-US" b="1" dirty="0"/>
              <a:t>2 months	</a:t>
            </a:r>
            <a:r>
              <a:rPr lang="en-US" dirty="0"/>
              <a:t>= </a:t>
            </a:r>
            <a:r>
              <a:rPr lang="en-US" b="1" dirty="0"/>
              <a:t>2M </a:t>
            </a:r>
            <a:r>
              <a:rPr lang="en-US" dirty="0"/>
              <a:t>executions</a:t>
            </a:r>
            <a:br>
              <a:rPr lang="en-US" dirty="0"/>
            </a:br>
            <a:r>
              <a:rPr lang="en-US" sz="1150" dirty="0"/>
              <a:t>108 functions * 12 times /hour * 24 hours /day *  31 days /month (Dec, Jan) * 2 months</a:t>
            </a:r>
            <a:r>
              <a:rPr lang="en-US" sz="1200" dirty="0"/>
              <a:t>	</a:t>
            </a:r>
            <a:r>
              <a:rPr lang="en-US" sz="1100" dirty="0"/>
              <a:t>=</a:t>
            </a:r>
            <a:r>
              <a:rPr lang="en-US" dirty="0"/>
              <a:t> </a:t>
            </a:r>
            <a:r>
              <a:rPr lang="en-US" sz="1100" dirty="0"/>
              <a:t>1,928,448</a:t>
            </a:r>
            <a:r>
              <a:rPr lang="en-US" sz="1100" i="1" dirty="0"/>
              <a:t> (best case)</a:t>
            </a:r>
            <a:r>
              <a:rPr lang="en-US" dirty="0"/>
              <a:t>	</a:t>
            </a:r>
            <a:br>
              <a:rPr lang="en-US" b="1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Any missed executions? 		yes, a few...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Cold starts &amp; environment reuse?		depends on the provider...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Temporal variability categories		see below: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AE8ED-E6BB-DA39-4F05-8A1EF5302C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Dataset &amp; Performance Variability Categories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74E082-5123-F3C0-3DAA-3B41BA2EA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674223"/>
              </p:ext>
            </p:extLst>
          </p:nvPr>
        </p:nvGraphicFramePr>
        <p:xfrm>
          <a:off x="550800" y="3750491"/>
          <a:ext cx="8915418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6">
                  <a:extLst>
                    <a:ext uri="{9D8B030D-6E8A-4147-A177-3AD203B41FA5}">
                      <a16:colId xmlns:a16="http://schemas.microsoft.com/office/drawing/2014/main" val="3838665318"/>
                    </a:ext>
                  </a:extLst>
                </a:gridCol>
                <a:gridCol w="2971806">
                  <a:extLst>
                    <a:ext uri="{9D8B030D-6E8A-4147-A177-3AD203B41FA5}">
                      <a16:colId xmlns:a16="http://schemas.microsoft.com/office/drawing/2014/main" val="495445378"/>
                    </a:ext>
                  </a:extLst>
                </a:gridCol>
                <a:gridCol w="2971806">
                  <a:extLst>
                    <a:ext uri="{9D8B030D-6E8A-4147-A177-3AD203B41FA5}">
                      <a16:colId xmlns:a16="http://schemas.microsoft.com/office/drawing/2014/main" val="3456625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433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Minute of Hour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Hour of Day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62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283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Minute of Day</a:t>
                      </a:r>
                    </a:p>
                    <a:p>
                      <a:r>
                        <a:rPr lang="en-US" sz="1400" dirty="0"/>
                        <a:t>1440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Hour of Week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168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Day of Month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31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11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Day of Week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7 days, Mon – Sun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888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317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7D5451-6035-7B79-64C2-BD7073772D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7101" y="1689904"/>
            <a:ext cx="11077798" cy="42133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C39DE-57C5-F056-0BD4-E06A171A10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Missed executions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0B9F6-24E3-8A08-5CB2-044334968822}"/>
              </a:ext>
            </a:extLst>
          </p:cNvPr>
          <p:cNvSpPr txBox="1"/>
          <p:nvPr/>
        </p:nvSpPr>
        <p:spPr>
          <a:xfrm>
            <a:off x="6843594" y="421484"/>
            <a:ext cx="32528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b="0" i="0" dirty="0">
                <a:effectLst/>
                <a:latin typeface="Menlo" panose="020B0609030804020204" pitchFamily="49" charset="0"/>
              </a:rPr>
              <a:t>        Expected: 1928448</a:t>
            </a:r>
          </a:p>
          <a:p>
            <a:pPr algn="l"/>
            <a:r>
              <a:rPr lang="en-GB" sz="1200" b="0" i="0" dirty="0">
                <a:effectLst/>
                <a:latin typeface="Menlo" panose="020B0609030804020204" pitchFamily="49" charset="0"/>
              </a:rPr>
              <a:t>          Actual: 1924484, </a:t>
            </a:r>
            <a:r>
              <a:rPr lang="en-GB" sz="1200" b="1" i="0" dirty="0">
                <a:effectLst/>
                <a:latin typeface="Menlo" panose="020B0609030804020204" pitchFamily="49" charset="0"/>
              </a:rPr>
              <a:t>99.79%</a:t>
            </a:r>
          </a:p>
          <a:p>
            <a:pPr algn="l"/>
            <a:r>
              <a:rPr lang="en-GB" sz="1200" b="0" i="0" dirty="0">
                <a:effectLst/>
                <a:latin typeface="Menlo" panose="020B0609030804020204" pitchFamily="49" charset="0"/>
              </a:rPr>
              <a:t>         Missing:    3964,  </a:t>
            </a:r>
            <a:r>
              <a:rPr lang="en-GB" sz="1200" b="1" i="0" dirty="0">
                <a:effectLst/>
                <a:latin typeface="Menlo" panose="020B0609030804020204" pitchFamily="49" charset="0"/>
              </a:rPr>
              <a:t>0.21%</a:t>
            </a:r>
            <a:br>
              <a:rPr lang="en-GB" sz="1200" b="0" i="0" dirty="0">
                <a:effectLst/>
                <a:latin typeface="Menlo" panose="020B0609030804020204" pitchFamily="49" charset="0"/>
              </a:rPr>
            </a:br>
            <a:endParaRPr lang="en-GB" sz="1200" dirty="0">
              <a:latin typeface="Menlo" panose="020B0609030804020204" pitchFamily="49" charset="0"/>
              <a:cs typeface="Arial" panose="020B0604020202020204" pitchFamily="34" charset="0"/>
            </a:endParaRPr>
          </a:p>
          <a:p>
            <a:r>
              <a:rPr lang="en-GB" sz="1200" b="0" i="0" dirty="0">
                <a:effectLst/>
                <a:latin typeface="Menlo" panose="020B0609030804020204" pitchFamily="49" charset="0"/>
              </a:rPr>
              <a:t>Expected, per day:  31104</a:t>
            </a:r>
          </a:p>
          <a:p>
            <a:r>
              <a:rPr lang="en-GB" sz="1200" b="0" i="0" dirty="0">
                <a:effectLst/>
                <a:latin typeface="Menlo" panose="020B0609030804020204" pitchFamily="49" charset="0"/>
              </a:rPr>
              <a:t>  Actual, per day:  31040.06</a:t>
            </a:r>
          </a:p>
          <a:p>
            <a:r>
              <a:rPr lang="en-GB" sz="1200" b="0" i="0" dirty="0">
                <a:effectLst/>
                <a:latin typeface="Menlo" panose="020B0609030804020204" pitchFamily="49" charset="0"/>
              </a:rPr>
              <a:t> Missing, per day:     63.94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803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20B68-56CD-6594-BAF3-4FBBF21F45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Missed executions, by function </a:t>
            </a:r>
            <a:r>
              <a:rPr lang="en-US" dirty="0"/>
              <a:t>(all 108 functions)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85BBD-729B-09F5-CC80-8CE2078F6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41117"/>
            <a:ext cx="5389909" cy="4842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D6D73-0AC6-AF1B-B034-3F0781FEB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67" y="1341118"/>
            <a:ext cx="5389909" cy="484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28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A4512-DA81-7CEB-1094-B25591E25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AFBCC-2F36-17FE-0263-1368366220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Cold Starts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A127E4-EB7E-E279-F405-06F8F4FDAC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7917" y="1113982"/>
            <a:ext cx="10893122" cy="47996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1F12E6-6B71-2711-0797-28542D354884}"/>
              </a:ext>
            </a:extLst>
          </p:cNvPr>
          <p:cNvCxnSpPr/>
          <p:nvPr/>
        </p:nvCxnSpPr>
        <p:spPr>
          <a:xfrm>
            <a:off x="2765094" y="4338019"/>
            <a:ext cx="2394857" cy="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3846EF-A817-130A-6123-C8BFD6BEBF99}"/>
              </a:ext>
            </a:extLst>
          </p:cNvPr>
          <p:cNvSpPr txBox="1"/>
          <p:nvPr/>
        </p:nvSpPr>
        <p:spPr>
          <a:xfrm>
            <a:off x="3379670" y="3893905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~20 days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C01669-51BF-7029-A905-2E623B054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056" y="4530909"/>
            <a:ext cx="457738" cy="6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263D0-6016-80BB-52EC-170E6B9B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5DDD6-0E38-CF6C-29FB-2DFB1BD457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Cold Starts: environment reuse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DC5D2-0258-0841-50E0-8B74D07EA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67" y="1585323"/>
            <a:ext cx="5181600" cy="414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55D11E-3DBB-33FE-F871-8EC53696B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5323"/>
            <a:ext cx="51816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1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E3300-A2C2-03A5-031F-7EA224D508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170122"/>
            <a:ext cx="8311908" cy="491729"/>
          </a:xfrm>
        </p:spPr>
        <p:txBody>
          <a:bodyPr/>
          <a:lstStyle/>
          <a:p>
            <a:r>
              <a:rPr lang="en-US" b="1" dirty="0"/>
              <a:t>Processing times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8C06B-4CA7-CBE6-5E6F-20C176381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67" y="793641"/>
            <a:ext cx="4860864" cy="5586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F77136-3451-8F51-FD5C-C5E718E2A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823" y="793641"/>
            <a:ext cx="4860864" cy="558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60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8761B9-1E17-E49B-8E12-F8500D6026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 tracking could provide more insights about missed executions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Cold start behavior differs by provider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9F1A7-614F-8C8B-9C9B-4B2FD5028A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Takeaways – so far</a:t>
            </a:r>
          </a:p>
        </p:txBody>
      </p:sp>
    </p:spTree>
    <p:extLst>
      <p:ext uri="{BB962C8B-B14F-4D97-AF65-F5344CB8AC3E}">
        <p14:creationId xmlns:p14="http://schemas.microsoft.com/office/powerpoint/2010/main" val="3700981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CCE6A2-AB4F-BBB6-D181-A5C23738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993BEC2-B92F-8774-6C1E-547EE71AAF2D}"/>
              </a:ext>
            </a:extLst>
          </p:cNvPr>
          <p:cNvSpPr/>
          <p:nvPr/>
        </p:nvSpPr>
        <p:spPr>
          <a:xfrm>
            <a:off x="5105947" y="3769981"/>
            <a:ext cx="2982123" cy="153642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2196F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637FCC7-FC4F-71AF-D704-C041AC6FF0EC}"/>
              </a:ext>
            </a:extLst>
          </p:cNvPr>
          <p:cNvSpPr/>
          <p:nvPr/>
        </p:nvSpPr>
        <p:spPr>
          <a:xfrm>
            <a:off x="5109746" y="2233552"/>
            <a:ext cx="2982123" cy="153643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2196F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29684-DA27-9E68-5CA6-235273BFCB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Benchmark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B17FF-625E-09E3-9613-5F27A04E3A08}"/>
              </a:ext>
            </a:extLst>
          </p:cNvPr>
          <p:cNvSpPr txBox="1"/>
          <p:nvPr/>
        </p:nvSpPr>
        <p:spPr>
          <a:xfrm>
            <a:off x="384661" y="1818198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Scheduler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Events every 5 mins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2CC77-8A11-65F0-809E-47D0CE1D102F}"/>
              </a:ext>
            </a:extLst>
          </p:cNvPr>
          <p:cNvSpPr txBox="1"/>
          <p:nvPr/>
        </p:nvSpPr>
        <p:spPr>
          <a:xfrm>
            <a:off x="384661" y="3308388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Workload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69F861-8668-6DC7-F13D-B3D80F5C1F7D}"/>
              </a:ext>
            </a:extLst>
          </p:cNvPr>
          <p:cNvSpPr txBox="1"/>
          <p:nvPr/>
        </p:nvSpPr>
        <p:spPr>
          <a:xfrm>
            <a:off x="384661" y="493707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DB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24A9F9F-0C38-32A8-F5A2-38C77BEE6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9336" y="1760364"/>
            <a:ext cx="762000" cy="762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684FCB3-0252-8841-D6CB-763F69EDF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9336" y="3250554"/>
            <a:ext cx="762000" cy="7620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D34FA7F-61E0-4F75-E05F-C8F3F5D0B257}"/>
              </a:ext>
            </a:extLst>
          </p:cNvPr>
          <p:cNvGrpSpPr/>
          <p:nvPr/>
        </p:nvGrpSpPr>
        <p:grpSpPr>
          <a:xfrm>
            <a:off x="5206420" y="2488556"/>
            <a:ext cx="2740943" cy="1135302"/>
            <a:chOff x="7126168" y="1075072"/>
            <a:chExt cx="2740943" cy="113530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63A450-452E-B55A-594E-2E112D3A88DF}"/>
                </a:ext>
              </a:extLst>
            </p:cNvPr>
            <p:cNvSpPr txBox="1"/>
            <p:nvPr/>
          </p:nvSpPr>
          <p:spPr>
            <a:xfrm>
              <a:off x="7126168" y="1841042"/>
              <a:ext cx="2740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Image Processing - AWS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AC7E71B-E78B-844A-E24C-DF9031ED1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15639" y="1075072"/>
              <a:ext cx="762000" cy="762000"/>
            </a:xfrm>
            <a:prstGeom prst="rect">
              <a:avLst/>
            </a:prstGeom>
          </p:spPr>
        </p:pic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20EDDDB7-49DE-CB34-65E1-F18DDE597A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9336" y="4740744"/>
            <a:ext cx="762000" cy="7620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7891BD-2983-8B3A-B2BF-ECDAF7412664}"/>
              </a:ext>
            </a:extLst>
          </p:cNvPr>
          <p:cNvCxnSpPr>
            <a:cxnSpLocks/>
          </p:cNvCxnSpPr>
          <p:nvPr/>
        </p:nvCxnSpPr>
        <p:spPr>
          <a:xfrm flipV="1">
            <a:off x="3732785" y="3014887"/>
            <a:ext cx="1800000" cy="64800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3AAAF9-2B02-28F7-E653-56D225EA604B}"/>
              </a:ext>
            </a:extLst>
          </p:cNvPr>
          <p:cNvCxnSpPr>
            <a:cxnSpLocks/>
          </p:cNvCxnSpPr>
          <p:nvPr/>
        </p:nvCxnSpPr>
        <p:spPr>
          <a:xfrm>
            <a:off x="3729770" y="3671490"/>
            <a:ext cx="1800000" cy="64800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B79D1D3-ECFA-5F3F-C607-BA51BD093F3D}"/>
              </a:ext>
            </a:extLst>
          </p:cNvPr>
          <p:cNvGrpSpPr/>
          <p:nvPr/>
        </p:nvGrpSpPr>
        <p:grpSpPr>
          <a:xfrm>
            <a:off x="5210716" y="4038825"/>
            <a:ext cx="2736647" cy="1126664"/>
            <a:chOff x="7128316" y="2604683"/>
            <a:chExt cx="2736647" cy="112666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0F6B9B-6D6A-766C-8DDD-245C2CAB5729}"/>
                </a:ext>
              </a:extLst>
            </p:cNvPr>
            <p:cNvSpPr txBox="1"/>
            <p:nvPr/>
          </p:nvSpPr>
          <p:spPr>
            <a:xfrm>
              <a:off x="7128316" y="3362015"/>
              <a:ext cx="2736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Image Processing - GCP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F3841147-65AA-6E09-2E3D-CF6923B3D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073795" y="2604683"/>
              <a:ext cx="845688" cy="76200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D6D63AB-650C-CD93-9A50-34F966E6EB5D}"/>
              </a:ext>
            </a:extLst>
          </p:cNvPr>
          <p:cNvSpPr txBox="1"/>
          <p:nvPr/>
        </p:nvSpPr>
        <p:spPr>
          <a:xfrm>
            <a:off x="4837945" y="903045"/>
            <a:ext cx="5450997" cy="1220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Predictable URLs:</a:t>
            </a:r>
          </a:p>
          <a:p>
            <a:pPr algn="l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10"/>
              </a:rPr>
              <a:t>https://123456.lambda.aws/landscape-885-avif-640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11"/>
              </a:rPr>
              <a:t>https://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10"/>
              </a:rPr>
              <a:t>123456.lambda.aws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11"/>
              </a:rPr>
              <a:t>/landscape-885-avif-1080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12"/>
              </a:rPr>
              <a:t>https://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10"/>
              </a:rPr>
              <a:t>123456.lambda.aws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12"/>
              </a:rPr>
              <a:t>/landscape-885-avif-1920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13"/>
              </a:rPr>
              <a:t>https://123456.cloudfunctions.net/...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(105 more)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9459425-E81B-2F6B-DE27-A85C7AE6E756}"/>
              </a:ext>
            </a:extLst>
          </p:cNvPr>
          <p:cNvCxnSpPr>
            <a:cxnSpLocks/>
          </p:cNvCxnSpPr>
          <p:nvPr/>
        </p:nvCxnSpPr>
        <p:spPr>
          <a:xfrm>
            <a:off x="3159876" y="2633737"/>
            <a:ext cx="0" cy="53503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FB4243-69F4-0026-E3E9-5B1A0687C332}"/>
              </a:ext>
            </a:extLst>
          </p:cNvPr>
          <p:cNvCxnSpPr>
            <a:cxnSpLocks/>
          </p:cNvCxnSpPr>
          <p:nvPr/>
        </p:nvCxnSpPr>
        <p:spPr>
          <a:xfrm>
            <a:off x="3159876" y="4120951"/>
            <a:ext cx="0" cy="53503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252328"/>
      </p:ext>
    </p:extLst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34F491-0C1F-384C-A9AB-399CED3A6A26}" vid="{1896851A-46E5-804A-8DED-7501D21357F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Titelfolien zur Auswahl</Template>
  <TotalTime>4628</TotalTime>
  <Words>759</Words>
  <Application>Microsoft Macintosh PowerPoint</Application>
  <PresentationFormat>Widescreen</PresentationFormat>
  <Paragraphs>157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Menlo</vt:lpstr>
      <vt:lpstr>Symbol</vt:lpstr>
      <vt:lpstr>Titelfolien zur Auswahl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Piotrek Witkowski</dc:creator>
  <cp:lastModifiedBy>Piotrek Witkowski</cp:lastModifiedBy>
  <cp:revision>11</cp:revision>
  <cp:lastPrinted>2021-03-24T16:10:50Z</cp:lastPrinted>
  <dcterms:created xsi:type="dcterms:W3CDTF">2024-12-08T20:37:45Z</dcterms:created>
  <dcterms:modified xsi:type="dcterms:W3CDTF">2025-02-09T01:57:13Z</dcterms:modified>
</cp:coreProperties>
</file>