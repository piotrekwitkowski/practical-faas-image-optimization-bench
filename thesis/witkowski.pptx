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"/>
  </p:notesMasterIdLst>
  <p:sldIdLst>
    <p:sldId id="390" r:id="rId2"/>
    <p:sldId id="385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40D1E"/>
    <a:srgbClr val="9013FE"/>
    <a:srgbClr val="1F90CC"/>
    <a:srgbClr val="434343"/>
    <a:srgbClr val="C40E02"/>
    <a:srgbClr val="FFFFFF"/>
    <a:srgbClr val="49CB40"/>
    <a:srgbClr val="C50E1F"/>
    <a:srgbClr val="B2B2B2"/>
    <a:srgbClr val="7171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790"/>
    <p:restoredTop sz="96327"/>
  </p:normalViewPr>
  <p:slideViewPr>
    <p:cSldViewPr snapToGrid="0" snapToObjects="1">
      <p:cViewPr varScale="1">
        <p:scale>
          <a:sx n="124" d="100"/>
          <a:sy n="124" d="100"/>
        </p:scale>
        <p:origin x="72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53" d="100"/>
          <a:sy n="153" d="100"/>
        </p:scale>
        <p:origin x="4920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A6180F-3EA1-4748-B4F4-956BB5176995}" type="datetimeFigureOut">
              <a:rPr lang="de-DE" smtClean="0"/>
              <a:t>08.12.24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3C3961-1900-1342-BF9B-82C3215CD31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8931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- Text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4">
            <a:extLst>
              <a:ext uri="{FF2B5EF4-FFF2-40B4-BE49-F238E27FC236}">
                <a16:creationId xmlns:a16="http://schemas.microsoft.com/office/drawing/2014/main" id="{B386A387-DA57-91BD-D891-022DD8FDBC54}"/>
              </a:ext>
            </a:extLst>
          </p:cNvPr>
          <p:cNvSpPr/>
          <p:nvPr userDrawn="1"/>
        </p:nvSpPr>
        <p:spPr>
          <a:xfrm>
            <a:off x="0" y="1668462"/>
            <a:ext cx="12192000" cy="5189537"/>
          </a:xfrm>
          <a:prstGeom prst="rect">
            <a:avLst/>
          </a:prstGeom>
          <a:solidFill>
            <a:srgbClr val="C40D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4" name="Textfeld 6">
            <a:extLst>
              <a:ext uri="{FF2B5EF4-FFF2-40B4-BE49-F238E27FC236}">
                <a16:creationId xmlns:a16="http://schemas.microsoft.com/office/drawing/2014/main" id="{C21B6A3F-7F6D-4458-584F-DD28D68C618F}"/>
              </a:ext>
            </a:extLst>
          </p:cNvPr>
          <p:cNvSpPr txBox="1"/>
          <p:nvPr userDrawn="1"/>
        </p:nvSpPr>
        <p:spPr>
          <a:xfrm>
            <a:off x="550801" y="4973943"/>
            <a:ext cx="8328079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3600"/>
              </a:lnSpc>
            </a:pPr>
            <a:r>
              <a:rPr lang="en-US" sz="3000" noProof="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Titel</a:t>
            </a:r>
            <a:r>
              <a:rPr lang="en-US" sz="30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der </a:t>
            </a:r>
            <a:r>
              <a:rPr lang="en-US" sz="3000" noProof="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Präsentation</a:t>
            </a:r>
            <a:r>
              <a:rPr lang="en-US" sz="30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/ Thema </a:t>
            </a:r>
            <a:br>
              <a:rPr lang="en-US" sz="30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0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2-zeilig </a:t>
            </a:r>
            <a:r>
              <a:rPr lang="en-US" sz="3000" noProof="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möglich</a:t>
            </a:r>
            <a:r>
              <a:rPr lang="en-US" sz="30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Arial Regular 30pt, ZA: 36 </a:t>
            </a:r>
            <a:r>
              <a:rPr lang="en-US" sz="3000" noProof="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pt</a:t>
            </a:r>
            <a:endParaRPr lang="en-US" sz="3000" noProof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feld 8">
            <a:extLst>
              <a:ext uri="{FF2B5EF4-FFF2-40B4-BE49-F238E27FC236}">
                <a16:creationId xmlns:a16="http://schemas.microsoft.com/office/drawing/2014/main" id="{3F0B09AF-B4BF-2945-A114-1798541C5D4E}"/>
              </a:ext>
            </a:extLst>
          </p:cNvPr>
          <p:cNvSpPr txBox="1"/>
          <p:nvPr userDrawn="1"/>
        </p:nvSpPr>
        <p:spPr>
          <a:xfrm>
            <a:off x="550801" y="6085778"/>
            <a:ext cx="8328079" cy="28334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8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Maxine </a:t>
            </a:r>
            <a:r>
              <a:rPr lang="en-US" sz="1800" noProof="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Musterman</a:t>
            </a:r>
            <a:r>
              <a:rPr lang="en-US" sz="18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| Scalable Software Systems | </a:t>
            </a:r>
            <a:fld id="{0F6880AF-F197-8546-A084-1C3550DC2BAA}" type="datetime4">
              <a:rPr lang="en-US" sz="1800" noProof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December 8, 2024</a:t>
            </a:fld>
            <a:endParaRPr lang="en-US" sz="1800" noProof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1829F71-DE3A-95F2-4D8B-BD8981C5C2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5908" y="5909573"/>
            <a:ext cx="808572" cy="758484"/>
          </a:xfrm>
          <a:prstGeom prst="rect">
            <a:avLst/>
          </a:prstGeom>
        </p:spPr>
      </p:pic>
      <p:sp>
        <p:nvSpPr>
          <p:cNvPr id="3" name="Bildplatzhalter 23">
            <a:extLst>
              <a:ext uri="{FF2B5EF4-FFF2-40B4-BE49-F238E27FC236}">
                <a16:creationId xmlns:a16="http://schemas.microsoft.com/office/drawing/2014/main" id="{9A036687-F2BF-7B4C-A352-6E1D355D125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-6479" y="1260572"/>
            <a:ext cx="8885359" cy="3273604"/>
          </a:xfrm>
          <a:prstGeom prst="rect">
            <a:avLst/>
          </a:prstGeom>
          <a:solidFill>
            <a:srgbClr val="434343"/>
          </a:solidFill>
        </p:spPr>
        <p:txBody>
          <a:bodyPr lIns="576000" anchor="ctr" anchorCtr="0"/>
          <a:lstStyle>
            <a:lvl1pPr marL="0" indent="0" algn="ctr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noProof="0" dirty="0" err="1"/>
              <a:t>Platzhalter</a:t>
            </a:r>
            <a:r>
              <a:rPr lang="en-US" noProof="0" dirty="0"/>
              <a:t>: Bild </a:t>
            </a:r>
            <a:r>
              <a:rPr lang="en-US" noProof="0" dirty="0" err="1"/>
              <a:t>Titelfolie</a:t>
            </a:r>
            <a:endParaRPr lang="en-US" noProof="0" dirty="0"/>
          </a:p>
        </p:txBody>
      </p:sp>
      <p:pic>
        <p:nvPicPr>
          <p:cNvPr id="5" name="Grafik 6">
            <a:extLst>
              <a:ext uri="{FF2B5EF4-FFF2-40B4-BE49-F238E27FC236}">
                <a16:creationId xmlns:a16="http://schemas.microsoft.com/office/drawing/2014/main" id="{6A2AF881-3A1A-FEC6-D7E0-45FC618D07C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88168" y="378741"/>
            <a:ext cx="2250000" cy="77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911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nhalt - Text und Stich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5">
            <a:extLst>
              <a:ext uri="{FF2B5EF4-FFF2-40B4-BE49-F238E27FC236}">
                <a16:creationId xmlns:a16="http://schemas.microsoft.com/office/drawing/2014/main" id="{D7BD4116-72F8-7D4E-846E-4E9887F60C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50800" y="1371600"/>
            <a:ext cx="9721850" cy="3927675"/>
          </a:xfrm>
          <a:prstGeom prst="rect">
            <a:avLst/>
          </a:prstGeom>
        </p:spPr>
        <p:txBody>
          <a:bodyPr lIns="0" tIns="0"/>
          <a:lstStyle>
            <a:lvl1pPr marL="2286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 dirty="0" err="1"/>
              <a:t>Aufzählung</a:t>
            </a:r>
            <a:r>
              <a:rPr lang="en-US" noProof="0" dirty="0"/>
              <a:t> 1. Ebene Arial Regular 18 </a:t>
            </a:r>
            <a:r>
              <a:rPr lang="en-US" noProof="0" dirty="0" err="1"/>
              <a:t>pt</a:t>
            </a:r>
            <a:r>
              <a:rPr lang="en-US" noProof="0" dirty="0"/>
              <a:t>, ZA: 24 </a:t>
            </a:r>
            <a:r>
              <a:rPr lang="en-US" noProof="0" dirty="0" err="1"/>
              <a:t>pt</a:t>
            </a:r>
            <a:endParaRPr lang="en-US" noProof="0" dirty="0"/>
          </a:p>
          <a:p>
            <a:pPr lvl="1"/>
            <a:r>
              <a:rPr lang="en-US" noProof="0" dirty="0"/>
              <a:t>2. Ebene</a:t>
            </a:r>
          </a:p>
          <a:p>
            <a:pPr lvl="2"/>
            <a:r>
              <a:rPr lang="en-US" noProof="0" dirty="0"/>
              <a:t>3. Ebene</a:t>
            </a:r>
          </a:p>
          <a:p>
            <a:pPr lvl="3"/>
            <a:r>
              <a:rPr lang="en-US" noProof="0" dirty="0"/>
              <a:t>4. Ebene</a:t>
            </a:r>
          </a:p>
          <a:p>
            <a:pPr lvl="4"/>
            <a:r>
              <a:rPr lang="en-US" noProof="0" dirty="0"/>
              <a:t>5. Ebene</a:t>
            </a:r>
          </a:p>
        </p:txBody>
      </p:sp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5B12DAD6-93EF-5042-858F-4BB3334F10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>
              <a:lnSpc>
                <a:spcPts val="2800"/>
              </a:lnSpc>
              <a:spcBef>
                <a:spcPts val="0"/>
              </a:spcBef>
              <a:buNone/>
              <a:defRPr sz="240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noProof="0" dirty="0"/>
              <a:t>Headline Arial Regular 24pt, ZA: 28pt</a:t>
            </a:r>
            <a:br>
              <a:rPr lang="en-US" noProof="0" dirty="0"/>
            </a:br>
            <a:r>
              <a:rPr lang="en-US" noProof="0" dirty="0"/>
              <a:t>optional 2-zeilig</a:t>
            </a:r>
          </a:p>
        </p:txBody>
      </p:sp>
      <p:sp>
        <p:nvSpPr>
          <p:cNvPr id="2" name="Textfeld 18">
            <a:extLst>
              <a:ext uri="{FF2B5EF4-FFF2-40B4-BE49-F238E27FC236}">
                <a16:creationId xmlns:a16="http://schemas.microsoft.com/office/drawing/2014/main" id="{660B5B3C-50CB-6461-08B4-01280E6C2786}"/>
              </a:ext>
            </a:extLst>
          </p:cNvPr>
          <p:cNvSpPr txBox="1"/>
          <p:nvPr userDrawn="1"/>
        </p:nvSpPr>
        <p:spPr>
          <a:xfrm>
            <a:off x="550800" y="6399924"/>
            <a:ext cx="1074739" cy="19049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noProof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Seite </a:t>
            </a:r>
            <a:fld id="{675EF3AE-78B3-9641-A88A-C3B5FFA9245E}" type="slidenum">
              <a:rPr lang="en-US" sz="1200" noProof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200" noProof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feld 19">
            <a:extLst>
              <a:ext uri="{FF2B5EF4-FFF2-40B4-BE49-F238E27FC236}">
                <a16:creationId xmlns:a16="http://schemas.microsoft.com/office/drawing/2014/main" id="{20DCE9A1-2B6C-61F0-5CD7-A5EFA88FF1A3}"/>
              </a:ext>
            </a:extLst>
          </p:cNvPr>
          <p:cNvSpPr txBox="1"/>
          <p:nvPr userDrawn="1"/>
        </p:nvSpPr>
        <p:spPr>
          <a:xfrm>
            <a:off x="1625600" y="6399924"/>
            <a:ext cx="7615318" cy="18466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noProof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Max Mustermann | Fachgebiet | Anlass der Präsentation | </a:t>
            </a:r>
            <a:fld id="{8AB8AE3C-4F02-BE49-87A2-4A6516160ED6}" type="datetime4">
              <a:rPr lang="en-US" sz="1200" noProof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December 8, 2024</a:t>
            </a:fld>
            <a:endParaRPr lang="en-US" sz="1200" noProof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feld 18">
            <a:extLst>
              <a:ext uri="{FF2B5EF4-FFF2-40B4-BE49-F238E27FC236}">
                <a16:creationId xmlns:a16="http://schemas.microsoft.com/office/drawing/2014/main" id="{47C46F95-C5D0-5B8E-88CD-F9E050CF03F8}"/>
              </a:ext>
            </a:extLst>
          </p:cNvPr>
          <p:cNvSpPr txBox="1"/>
          <p:nvPr userDrawn="1"/>
        </p:nvSpPr>
        <p:spPr>
          <a:xfrm>
            <a:off x="550800" y="6399924"/>
            <a:ext cx="1074739" cy="19049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noProof="0">
                <a:solidFill>
                  <a:srgbClr val="5754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fld id="{675EF3AE-78B3-9641-A88A-C3B5FFA9245E}" type="slidenum">
              <a:rPr lang="en-US" sz="1200" noProof="0" smtClean="0">
                <a:solidFill>
                  <a:srgbClr val="5754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200" noProof="0">
              <a:solidFill>
                <a:srgbClr val="57544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feld 19">
            <a:extLst>
              <a:ext uri="{FF2B5EF4-FFF2-40B4-BE49-F238E27FC236}">
                <a16:creationId xmlns:a16="http://schemas.microsoft.com/office/drawing/2014/main" id="{28EC7CD3-2AF9-9E3A-7A6F-9FFD261C5576}"/>
              </a:ext>
            </a:extLst>
          </p:cNvPr>
          <p:cNvSpPr txBox="1"/>
          <p:nvPr userDrawn="1"/>
        </p:nvSpPr>
        <p:spPr>
          <a:xfrm>
            <a:off x="1625539" y="6399922"/>
            <a:ext cx="7615318" cy="18466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noProof="0">
                <a:solidFill>
                  <a:srgbClr val="5754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Maxine Musterman | 3</a:t>
            </a:r>
            <a:r>
              <a:rPr lang="en-US" sz="1200" baseline="30000" noProof="0">
                <a:solidFill>
                  <a:srgbClr val="5754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1200" noProof="0">
                <a:solidFill>
                  <a:srgbClr val="5754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| Presentation Title</a:t>
            </a:r>
          </a:p>
        </p:txBody>
      </p:sp>
      <p:pic>
        <p:nvPicPr>
          <p:cNvPr id="6" name="Grafik 7">
            <a:extLst>
              <a:ext uri="{FF2B5EF4-FFF2-40B4-BE49-F238E27FC236}">
                <a16:creationId xmlns:a16="http://schemas.microsoft.com/office/drawing/2014/main" id="{A2A62279-7B89-CFFB-4446-857162631AC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14598" y="378000"/>
            <a:ext cx="1004400" cy="76606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DB0C8F2C-8B0C-DF19-2FE8-8FE797030C9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95908" y="5905718"/>
            <a:ext cx="808572" cy="76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473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9698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07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 userDrawn="1">
          <p15:clr>
            <a:srgbClr val="F26B43"/>
          </p15:clr>
        </p15:guide>
        <p15:guide id="2" pos="7333" userDrawn="1">
          <p15:clr>
            <a:srgbClr val="F26B43"/>
          </p15:clr>
        </p15:guide>
        <p15:guide id="3" orient="horz" pos="346" userDrawn="1">
          <p15:clr>
            <a:srgbClr val="F26B43"/>
          </p15:clr>
        </p15:guide>
        <p15:guide id="4" pos="1232" userDrawn="1">
          <p15:clr>
            <a:srgbClr val="F26B43"/>
          </p15:clr>
        </p15:guide>
        <p15:guide id="5" orient="horz" pos="3974" userDrawn="1">
          <p15:clr>
            <a:srgbClr val="F26B43"/>
          </p15:clr>
        </p15:guide>
        <p15:guide id="6" orient="horz" pos="663" userDrawn="1">
          <p15:clr>
            <a:srgbClr val="F26B43"/>
          </p15:clr>
        </p15:guide>
        <p15:guide id="7" orient="horz" pos="1003" userDrawn="1">
          <p15:clr>
            <a:srgbClr val="F26B43"/>
          </p15:clr>
        </p15:guide>
        <p15:guide id="8" orient="horz" pos="1321" userDrawn="1">
          <p15:clr>
            <a:srgbClr val="F26B43"/>
          </p15:clr>
        </p15:guide>
        <p15:guide id="9" orient="horz" pos="1661" userDrawn="1">
          <p15:clr>
            <a:srgbClr val="F26B43"/>
          </p15:clr>
        </p15:guide>
        <p15:guide id="10" orient="horz" pos="2001" userDrawn="1">
          <p15:clr>
            <a:srgbClr val="F26B43"/>
          </p15:clr>
        </p15:guide>
        <p15:guide id="11" orient="horz" pos="3339" userDrawn="1">
          <p15:clr>
            <a:srgbClr val="F26B43"/>
          </p15:clr>
        </p15:guide>
        <p15:guide id="12" orient="horz" pos="2319" userDrawn="1">
          <p15:clr>
            <a:srgbClr val="F26B43"/>
          </p15:clr>
        </p15:guide>
        <p15:guide id="13" orient="horz" pos="2999" userDrawn="1">
          <p15:clr>
            <a:srgbClr val="F26B43"/>
          </p15:clr>
        </p15:guide>
        <p15:guide id="14" orient="horz" pos="3657" userDrawn="1">
          <p15:clr>
            <a:srgbClr val="F26B43"/>
          </p15:clr>
        </p15:guide>
        <p15:guide id="15" orient="horz" pos="2659" userDrawn="1">
          <p15:clr>
            <a:srgbClr val="F26B43"/>
          </p15:clr>
        </p15:guide>
        <p15:guide id="16" pos="2094" userDrawn="1">
          <p15:clr>
            <a:srgbClr val="F26B43"/>
          </p15:clr>
        </p15:guide>
        <p15:guide id="17" pos="2978" userDrawn="1">
          <p15:clr>
            <a:srgbClr val="F26B43"/>
          </p15:clr>
        </p15:guide>
        <p15:guide id="18" pos="3840" userDrawn="1">
          <p15:clr>
            <a:srgbClr val="F26B43"/>
          </p15:clr>
        </p15:guide>
        <p15:guide id="19" pos="4725" userDrawn="1">
          <p15:clr>
            <a:srgbClr val="F26B43"/>
          </p15:clr>
        </p15:guide>
        <p15:guide id="20" pos="5586" userDrawn="1">
          <p15:clr>
            <a:srgbClr val="F26B43"/>
          </p15:clr>
        </p15:guide>
        <p15:guide id="21" pos="647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4">
            <a:extLst>
              <a:ext uri="{FF2B5EF4-FFF2-40B4-BE49-F238E27FC236}">
                <a16:creationId xmlns:a16="http://schemas.microsoft.com/office/drawing/2014/main" id="{75D76D7E-F2EC-DE63-6897-B7547ADBB8D0}"/>
              </a:ext>
            </a:extLst>
          </p:cNvPr>
          <p:cNvSpPr/>
          <p:nvPr/>
        </p:nvSpPr>
        <p:spPr>
          <a:xfrm>
            <a:off x="0" y="1668462"/>
            <a:ext cx="12192000" cy="5189537"/>
          </a:xfrm>
          <a:prstGeom prst="rect">
            <a:avLst/>
          </a:prstGeom>
          <a:solidFill>
            <a:srgbClr val="C40D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road with trees in the middle&#10;&#10;Description automatically generated">
            <a:extLst>
              <a:ext uri="{FF2B5EF4-FFF2-40B4-BE49-F238E27FC236}">
                <a16:creationId xmlns:a16="http://schemas.microsoft.com/office/drawing/2014/main" id="{31F27963-115A-2FC9-E10F-9ED0AAD729D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946" b="40894"/>
          <a:stretch/>
        </p:blipFill>
        <p:spPr>
          <a:xfrm>
            <a:off x="0" y="1266209"/>
            <a:ext cx="8878880" cy="3273604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566C600-4B84-5842-B3E8-43C0EE42DEAE}"/>
              </a:ext>
            </a:extLst>
          </p:cNvPr>
          <p:cNvSpPr txBox="1"/>
          <p:nvPr/>
        </p:nvSpPr>
        <p:spPr>
          <a:xfrm>
            <a:off x="550801" y="4973943"/>
            <a:ext cx="8624021" cy="184665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3600"/>
              </a:lnSpc>
            </a:pPr>
            <a:r>
              <a:rPr lang="en-US" sz="3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Practical FaaS Performance Variability Implications in the Serverless Image Optimization Scenario</a:t>
            </a:r>
          </a:p>
          <a:p>
            <a:pPr>
              <a:lnSpc>
                <a:spcPts val="3600"/>
              </a:lnSpc>
            </a:pPr>
            <a:br>
              <a:rPr lang="en-US" sz="3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DD8A406-EC2B-3942-821D-690FFD0DA113}"/>
              </a:ext>
            </a:extLst>
          </p:cNvPr>
          <p:cNvSpPr txBox="1"/>
          <p:nvPr/>
        </p:nvSpPr>
        <p:spPr>
          <a:xfrm>
            <a:off x="550801" y="6085778"/>
            <a:ext cx="8328079" cy="2834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Piotr Witkowski | Scalable Software Systems | </a:t>
            </a:r>
            <a:fld id="{0F6880AF-F197-8546-A084-1C3550DC2BAA}" type="datetime4">
              <a:rPr lang="en-US" sz="18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December 8, 2024</a:t>
            </a:fld>
            <a:endParaRPr lang="en-US" sz="1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DF0F648-8DC4-65AF-85D3-522CC9E2AE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5908" y="5909573"/>
            <a:ext cx="808572" cy="75848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9E1CC6-53FC-69EE-1A9F-F4BFCE6CADD1}"/>
              </a:ext>
            </a:extLst>
          </p:cNvPr>
          <p:cNvSpPr txBox="1"/>
          <p:nvPr/>
        </p:nvSpPr>
        <p:spPr>
          <a:xfrm>
            <a:off x="-59073" y="4385041"/>
            <a:ext cx="157607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Adam </a:t>
            </a:r>
            <a:r>
              <a:rPr lang="en-US" sz="7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Vrandenburg</a:t>
            </a:r>
            <a:r>
              <a:rPr lang="en-US" sz="7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on </a:t>
            </a:r>
            <a:r>
              <a:rPr lang="en-US" sz="7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Unsplash</a:t>
            </a:r>
            <a:endParaRPr lang="en-US" sz="7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7154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26F43F-2B3A-5876-C33D-080CFCF6848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D367F6-1FD1-2E8B-00D7-45C30F4A1BD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71161151"/>
      </p:ext>
    </p:extLst>
  </p:cSld>
  <p:clrMapOvr>
    <a:masterClrMapping/>
  </p:clrMapOvr>
</p:sld>
</file>

<file path=ppt/theme/theme1.xml><?xml version="1.0" encoding="utf-8"?>
<a:theme xmlns:a="http://schemas.openxmlformats.org/drawingml/2006/main" name="Titelfolien zur Auswahl">
  <a:themeElements>
    <a:clrScheme name="TU Berlin">
      <a:dk1>
        <a:srgbClr val="434343"/>
      </a:dk1>
      <a:lt1>
        <a:srgbClr val="FFFFFF"/>
      </a:lt1>
      <a:dk2>
        <a:srgbClr val="434343"/>
      </a:dk2>
      <a:lt2>
        <a:srgbClr val="E7E6E6"/>
      </a:lt2>
      <a:accent1>
        <a:srgbClr val="C30D1E"/>
      </a:accent1>
      <a:accent2>
        <a:srgbClr val="B2B2B2"/>
      </a:accent2>
      <a:accent3>
        <a:srgbClr val="FF6C00"/>
      </a:accent3>
      <a:accent4>
        <a:srgbClr val="1F90CC"/>
      </a:accent4>
      <a:accent5>
        <a:srgbClr val="9013FE"/>
      </a:accent5>
      <a:accent6>
        <a:srgbClr val="49CB40"/>
      </a:accent6>
      <a:hlink>
        <a:srgbClr val="C30D1E"/>
      </a:hlink>
      <a:folHlink>
        <a:srgbClr val="C30D1E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dirty="0" smtClean="0"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dirty="0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7D34F491-0C1F-384C-A9AB-399CED3A6A26}" vid="{1896851A-46E5-804A-8DED-7501D21357FE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Titelfolien zur Auswahl</Template>
  <TotalTime>2</TotalTime>
  <Words>26</Words>
  <Application>Microsoft Macintosh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Symbol</vt:lpstr>
      <vt:lpstr>Titelfolien zur Auswahl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Piotrek Witkowski</dc:creator>
  <cp:lastModifiedBy>Piotrek Witkowski</cp:lastModifiedBy>
  <cp:revision>1</cp:revision>
  <cp:lastPrinted>2021-03-24T16:10:50Z</cp:lastPrinted>
  <dcterms:created xsi:type="dcterms:W3CDTF">2024-12-08T20:37:45Z</dcterms:created>
  <dcterms:modified xsi:type="dcterms:W3CDTF">2024-12-08T20:40:45Z</dcterms:modified>
</cp:coreProperties>
</file>