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15"/>
  </p:notesMasterIdLst>
  <p:sldIdLst>
    <p:sldId id="394" r:id="rId2"/>
    <p:sldId id="390" r:id="rId3"/>
    <p:sldId id="385" r:id="rId4"/>
    <p:sldId id="395" r:id="rId5"/>
    <p:sldId id="391" r:id="rId6"/>
    <p:sldId id="393" r:id="rId7"/>
    <p:sldId id="396" r:id="rId8"/>
    <p:sldId id="398" r:id="rId9"/>
    <p:sldId id="399" r:id="rId10"/>
    <p:sldId id="400" r:id="rId11"/>
    <p:sldId id="402" r:id="rId12"/>
    <p:sldId id="403" r:id="rId13"/>
    <p:sldId id="401" r:id="rId14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96F3"/>
    <a:srgbClr val="468B2C"/>
    <a:srgbClr val="3E8624"/>
    <a:srgbClr val="663399"/>
    <a:srgbClr val="F7DF1E"/>
    <a:srgbClr val="F7E02A"/>
    <a:srgbClr val="662F9A"/>
    <a:srgbClr val="C40D1E"/>
    <a:srgbClr val="DB6D78"/>
    <a:srgbClr val="C4495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162"/>
    <p:restoredTop sz="96327"/>
  </p:normalViewPr>
  <p:slideViewPr>
    <p:cSldViewPr snapToGrid="0" snapToObjects="1">
      <p:cViewPr>
        <p:scale>
          <a:sx n="186" d="100"/>
          <a:sy n="186" d="100"/>
        </p:scale>
        <p:origin x="896" y="9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 showGuides="1">
      <p:cViewPr varScale="1">
        <p:scale>
          <a:sx n="153" d="100"/>
          <a:sy n="153" d="100"/>
        </p:scale>
        <p:origin x="4920" y="19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Column2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4D42-C646-9BC2-EC30CDE1B1D9}"/>
              </c:ext>
            </c:extLst>
          </c:dPt>
          <c:dPt>
            <c:idx val="1"/>
            <c:bubble3D val="0"/>
            <c:spPr>
              <a:solidFill>
                <a:srgbClr val="F7DF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4D42-C646-9BC2-EC30CDE1B1D9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4D42-C646-9BC2-EC30CDE1B1D9}"/>
              </c:ext>
            </c:extLst>
          </c:dPt>
          <c:dPt>
            <c:idx val="3"/>
            <c:bubble3D val="0"/>
            <c:spPr>
              <a:solidFill>
                <a:srgbClr val="663399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4-4D42-C646-9BC2-EC30CDE1B1D9}"/>
              </c:ext>
            </c:extLst>
          </c:dPt>
          <c:dPt>
            <c:idx val="4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6-4D42-C646-9BC2-EC30CDE1B1D9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fld id="{7D9222E9-8B2B-C444-84C9-A96D0C6C14B6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7-4D42-C646-9BC2-EC30CDE1B1D9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E39B8360-F017-4A44-9265-C8943FFC872F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3-4D42-C646-9BC2-EC30CDE1B1D9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fld id="{0C8EB130-16AA-2145-A4F9-F9D58BC4D06B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5-4D42-C646-9BC2-EC30CDE1B1D9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fld id="{518316EC-89EF-EE40-9E51-CC6C9C0F796B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4-4D42-C646-9BC2-EC30CDE1B1D9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fld id="{3FBA086C-FD5C-1C48-8BE3-0A6048CECEB8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6-4D42-C646-9BC2-EC30CDE1B1D9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>
                <c15:showDataLabelsRange val="1"/>
              </c:ext>
            </c:extLst>
          </c:dLbls>
          <c:cat>
            <c:strRef>
              <c:f>Sheet1!$A$2:$A$6</c:f>
              <c:strCache>
                <c:ptCount val="5"/>
                <c:pt idx="0">
                  <c:v>Images</c:v>
                </c:pt>
                <c:pt idx="1">
                  <c:v>JS</c:v>
                </c:pt>
                <c:pt idx="2">
                  <c:v>Fonts</c:v>
                </c:pt>
                <c:pt idx="3">
                  <c:v>CSS</c:v>
                </c:pt>
                <c:pt idx="4">
                  <c:v>HTML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900</c:v>
                </c:pt>
                <c:pt idx="1">
                  <c:v>558</c:v>
                </c:pt>
                <c:pt idx="2">
                  <c:v>111</c:v>
                </c:pt>
                <c:pt idx="3">
                  <c:v>73</c:v>
                </c:pt>
                <c:pt idx="4">
                  <c:v>18</c:v>
                </c:pt>
              </c:numCache>
            </c:numRef>
          </c:val>
          <c:extLst>
            <c:ext xmlns:c15="http://schemas.microsoft.com/office/drawing/2012/chart" uri="{02D57815-91ED-43cb-92C2-25804820EDAC}">
              <c15:datalabelsRange>
                <c15:f>Sheet1!$B$2:$B$6</c15:f>
                <c15:dlblRangeCache>
                  <c:ptCount val="5"/>
                  <c:pt idx="0">
                    <c:v>900</c:v>
                  </c:pt>
                  <c:pt idx="1">
                    <c:v>558</c:v>
                  </c:pt>
                  <c:pt idx="2">
                    <c:v>111</c:v>
                  </c:pt>
                  <c:pt idx="3">
                    <c:v>73</c:v>
                  </c:pt>
                  <c:pt idx="4">
                    <c:v>18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0-4D42-C646-9BC2-EC30CDE1B1D9}"/>
            </c:ext>
          </c:extLst>
        </c:ser>
        <c:dLbls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360"/>
      </c:pieChart>
      <c:spPr>
        <a:noFill/>
        <a:ln>
          <a:noFill/>
        </a:ln>
        <a:effectLst/>
      </c:spPr>
    </c:plotArea>
    <c:legend>
      <c:legendPos val="t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algn="just">
            <a:defRPr sz="18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A6180F-3EA1-4748-B4F4-956BB5176995}" type="datetimeFigureOut">
              <a:rPr lang="de-DE" smtClean="0"/>
              <a:t>29.01.25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13C3961-1900-1342-BF9B-82C3215CD312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489311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 - Text und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4">
            <a:extLst>
              <a:ext uri="{FF2B5EF4-FFF2-40B4-BE49-F238E27FC236}">
                <a16:creationId xmlns:a16="http://schemas.microsoft.com/office/drawing/2014/main" id="{B386A387-DA57-91BD-D891-022DD8FDBC54}"/>
              </a:ext>
            </a:extLst>
          </p:cNvPr>
          <p:cNvSpPr/>
          <p:nvPr userDrawn="1"/>
        </p:nvSpPr>
        <p:spPr>
          <a:xfrm>
            <a:off x="0" y="1668462"/>
            <a:ext cx="12192000" cy="5189537"/>
          </a:xfrm>
          <a:prstGeom prst="rect">
            <a:avLst/>
          </a:prstGeom>
          <a:solidFill>
            <a:srgbClr val="C40D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01829F71-DE3A-95F2-4D8B-BD8981C5C20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5908" y="5909573"/>
            <a:ext cx="808572" cy="758484"/>
          </a:xfrm>
          <a:prstGeom prst="rect">
            <a:avLst/>
          </a:prstGeom>
        </p:spPr>
      </p:pic>
      <p:pic>
        <p:nvPicPr>
          <p:cNvPr id="5" name="Grafik 6">
            <a:extLst>
              <a:ext uri="{FF2B5EF4-FFF2-40B4-BE49-F238E27FC236}">
                <a16:creationId xmlns:a16="http://schemas.microsoft.com/office/drawing/2014/main" id="{6A2AF881-3A1A-FEC6-D7E0-45FC618D07C5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388168" y="378741"/>
            <a:ext cx="2250000" cy="77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9119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Inhalt - Text und Stichpunk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5">
            <a:extLst>
              <a:ext uri="{FF2B5EF4-FFF2-40B4-BE49-F238E27FC236}">
                <a16:creationId xmlns:a16="http://schemas.microsoft.com/office/drawing/2014/main" id="{D7BD4116-72F8-7D4E-846E-4E9887F60C0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50800" y="1371600"/>
            <a:ext cx="9721850" cy="3927675"/>
          </a:xfrm>
          <a:prstGeom prst="rect">
            <a:avLst/>
          </a:prstGeom>
        </p:spPr>
        <p:txBody>
          <a:bodyPr lIns="0" tIns="0"/>
          <a:lstStyle>
            <a:lvl1pPr marL="228600" indent="-228600">
              <a:lnSpc>
                <a:spcPts val="2400"/>
              </a:lnSpc>
              <a:buFont typeface="Symbol" pitchFamily="2" charset="2"/>
              <a:buChar char="-"/>
              <a:defRPr sz="1800"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ts val="2400"/>
              </a:lnSpc>
              <a:buFont typeface="Symbol" pitchFamily="2" charset="2"/>
              <a:buChar char="-"/>
              <a:defRPr sz="1800"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ts val="2400"/>
              </a:lnSpc>
              <a:buFont typeface="Symbol" pitchFamily="2" charset="2"/>
              <a:buChar char="-"/>
              <a:defRPr sz="1800"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ts val="2400"/>
              </a:lnSpc>
              <a:buFont typeface="Symbol" pitchFamily="2" charset="2"/>
              <a:buChar char="-"/>
              <a:defRPr sz="1800"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lnSpc>
                <a:spcPts val="2400"/>
              </a:lnSpc>
              <a:buFont typeface="Symbol" pitchFamily="2" charset="2"/>
              <a:buChar char="-"/>
              <a:defRPr sz="1800"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 dirty="0" err="1"/>
              <a:t>Aufzählung</a:t>
            </a:r>
            <a:r>
              <a:rPr lang="en-US" noProof="0" dirty="0"/>
              <a:t> 1. Ebene Arial Regular 18 </a:t>
            </a:r>
            <a:r>
              <a:rPr lang="en-US" noProof="0" dirty="0" err="1"/>
              <a:t>pt</a:t>
            </a:r>
            <a:r>
              <a:rPr lang="en-US" noProof="0" dirty="0"/>
              <a:t>, ZA: 24 </a:t>
            </a:r>
            <a:r>
              <a:rPr lang="en-US" noProof="0" dirty="0" err="1"/>
              <a:t>pt</a:t>
            </a:r>
            <a:endParaRPr lang="en-US" noProof="0" dirty="0"/>
          </a:p>
          <a:p>
            <a:pPr lvl="1"/>
            <a:r>
              <a:rPr lang="en-US" noProof="0" dirty="0"/>
              <a:t>2. Ebene</a:t>
            </a:r>
          </a:p>
          <a:p>
            <a:pPr lvl="2"/>
            <a:r>
              <a:rPr lang="en-US" noProof="0" dirty="0"/>
              <a:t>3. Ebene</a:t>
            </a:r>
          </a:p>
          <a:p>
            <a:pPr lvl="3"/>
            <a:r>
              <a:rPr lang="en-US" noProof="0" dirty="0"/>
              <a:t>4. Ebene</a:t>
            </a:r>
          </a:p>
          <a:p>
            <a:pPr lvl="4"/>
            <a:r>
              <a:rPr lang="en-US" noProof="0" dirty="0"/>
              <a:t>5. Ebene</a:t>
            </a:r>
          </a:p>
        </p:txBody>
      </p:sp>
      <p:sp>
        <p:nvSpPr>
          <p:cNvPr id="7" name="Textplatzhalter 17">
            <a:extLst>
              <a:ext uri="{FF2B5EF4-FFF2-40B4-BE49-F238E27FC236}">
                <a16:creationId xmlns:a16="http://schemas.microsoft.com/office/drawing/2014/main" id="{5B12DAD6-93EF-5042-858F-4BB3334F107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55867" y="396545"/>
            <a:ext cx="8311908" cy="717437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>
              <a:lnSpc>
                <a:spcPts val="2800"/>
              </a:lnSpc>
              <a:spcBef>
                <a:spcPts val="0"/>
              </a:spcBef>
              <a:buNone/>
              <a:defRPr sz="2400">
                <a:solidFill>
                  <a:srgbClr val="C40D1E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noProof="0" dirty="0"/>
              <a:t>Headline Arial Regular 24pt, ZA: 28pt</a:t>
            </a:r>
            <a:br>
              <a:rPr lang="en-US" noProof="0" dirty="0"/>
            </a:br>
            <a:r>
              <a:rPr lang="en-US" noProof="0" dirty="0"/>
              <a:t>optional 2-zeilig</a:t>
            </a:r>
          </a:p>
        </p:txBody>
      </p:sp>
      <p:sp>
        <p:nvSpPr>
          <p:cNvPr id="2" name="Textfeld 18">
            <a:extLst>
              <a:ext uri="{FF2B5EF4-FFF2-40B4-BE49-F238E27FC236}">
                <a16:creationId xmlns:a16="http://schemas.microsoft.com/office/drawing/2014/main" id="{660B5B3C-50CB-6461-08B4-01280E6C2786}"/>
              </a:ext>
            </a:extLst>
          </p:cNvPr>
          <p:cNvSpPr txBox="1"/>
          <p:nvPr userDrawn="1"/>
        </p:nvSpPr>
        <p:spPr>
          <a:xfrm>
            <a:off x="550800" y="6399924"/>
            <a:ext cx="1074739" cy="190498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noProof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Seite </a:t>
            </a:r>
            <a:fld id="{675EF3AE-78B3-9641-A88A-C3B5FFA9245E}" type="slidenum">
              <a:rPr lang="en-US" sz="1200" noProof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200" noProof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feld 19">
            <a:extLst>
              <a:ext uri="{FF2B5EF4-FFF2-40B4-BE49-F238E27FC236}">
                <a16:creationId xmlns:a16="http://schemas.microsoft.com/office/drawing/2014/main" id="{20DCE9A1-2B6C-61F0-5CD7-A5EFA88FF1A3}"/>
              </a:ext>
            </a:extLst>
          </p:cNvPr>
          <p:cNvSpPr txBox="1"/>
          <p:nvPr userDrawn="1"/>
        </p:nvSpPr>
        <p:spPr>
          <a:xfrm>
            <a:off x="1625600" y="6399924"/>
            <a:ext cx="7615318" cy="184666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noProof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Max Mustermann | Fachgebiet | Anlass der Präsentation | </a:t>
            </a:r>
            <a:fld id="{8AB8AE3C-4F02-BE49-87A2-4A6516160ED6}" type="datetime4">
              <a:rPr lang="en-US" sz="1200" noProof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January 29, 2025</a:t>
            </a:fld>
            <a:endParaRPr lang="en-US" sz="1200" noProof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feld 18">
            <a:extLst>
              <a:ext uri="{FF2B5EF4-FFF2-40B4-BE49-F238E27FC236}">
                <a16:creationId xmlns:a16="http://schemas.microsoft.com/office/drawing/2014/main" id="{47C46F95-C5D0-5B8E-88CD-F9E050CF03F8}"/>
              </a:ext>
            </a:extLst>
          </p:cNvPr>
          <p:cNvSpPr txBox="1"/>
          <p:nvPr userDrawn="1"/>
        </p:nvSpPr>
        <p:spPr>
          <a:xfrm>
            <a:off x="550800" y="6399924"/>
            <a:ext cx="1074739" cy="190498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noProof="0">
                <a:solidFill>
                  <a:srgbClr val="57544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Page </a:t>
            </a:r>
            <a:fld id="{675EF3AE-78B3-9641-A88A-C3B5FFA9245E}" type="slidenum">
              <a:rPr lang="en-US" sz="1200" noProof="0" smtClean="0">
                <a:solidFill>
                  <a:srgbClr val="57544B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200" noProof="0">
              <a:solidFill>
                <a:srgbClr val="57544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feld 19">
            <a:extLst>
              <a:ext uri="{FF2B5EF4-FFF2-40B4-BE49-F238E27FC236}">
                <a16:creationId xmlns:a16="http://schemas.microsoft.com/office/drawing/2014/main" id="{28EC7CD3-2AF9-9E3A-7A6F-9FFD261C5576}"/>
              </a:ext>
            </a:extLst>
          </p:cNvPr>
          <p:cNvSpPr txBox="1"/>
          <p:nvPr userDrawn="1"/>
        </p:nvSpPr>
        <p:spPr>
          <a:xfrm>
            <a:off x="1625538" y="6399922"/>
            <a:ext cx="8131919" cy="184666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noProof="0" dirty="0">
                <a:solidFill>
                  <a:srgbClr val="57544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Piotr Witkowski | 3</a:t>
            </a:r>
            <a:r>
              <a:rPr lang="en-US" sz="1200" baseline="30000" noProof="0" dirty="0">
                <a:solidFill>
                  <a:srgbClr val="57544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</a:t>
            </a:r>
            <a:r>
              <a:rPr lang="en-US" sz="1200" noProof="0" dirty="0">
                <a:solidFill>
                  <a:srgbClr val="57544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| Practical FaaS Performance Variability Implications in the Serverless Image Optimization Scenario</a:t>
            </a:r>
          </a:p>
        </p:txBody>
      </p:sp>
      <p:pic>
        <p:nvPicPr>
          <p:cNvPr id="6" name="Grafik 7">
            <a:extLst>
              <a:ext uri="{FF2B5EF4-FFF2-40B4-BE49-F238E27FC236}">
                <a16:creationId xmlns:a16="http://schemas.microsoft.com/office/drawing/2014/main" id="{A2A62279-7B89-CFFB-4446-857162631AC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14598" y="378000"/>
            <a:ext cx="1004400" cy="766068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DB0C8F2C-8B0C-DF19-2FE8-8FE797030C9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095908" y="5905718"/>
            <a:ext cx="808572" cy="762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14736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96988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07" r:id="rId2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47" userDrawn="1">
          <p15:clr>
            <a:srgbClr val="F26B43"/>
          </p15:clr>
        </p15:guide>
        <p15:guide id="2" pos="7333" userDrawn="1">
          <p15:clr>
            <a:srgbClr val="F26B43"/>
          </p15:clr>
        </p15:guide>
        <p15:guide id="3" orient="horz" pos="346" userDrawn="1">
          <p15:clr>
            <a:srgbClr val="F26B43"/>
          </p15:clr>
        </p15:guide>
        <p15:guide id="4" pos="1232" userDrawn="1">
          <p15:clr>
            <a:srgbClr val="F26B43"/>
          </p15:clr>
        </p15:guide>
        <p15:guide id="5" orient="horz" pos="3974" userDrawn="1">
          <p15:clr>
            <a:srgbClr val="F26B43"/>
          </p15:clr>
        </p15:guide>
        <p15:guide id="6" orient="horz" pos="663" userDrawn="1">
          <p15:clr>
            <a:srgbClr val="F26B43"/>
          </p15:clr>
        </p15:guide>
        <p15:guide id="7" orient="horz" pos="1003" userDrawn="1">
          <p15:clr>
            <a:srgbClr val="F26B43"/>
          </p15:clr>
        </p15:guide>
        <p15:guide id="8" orient="horz" pos="1321" userDrawn="1">
          <p15:clr>
            <a:srgbClr val="F26B43"/>
          </p15:clr>
        </p15:guide>
        <p15:guide id="9" orient="horz" pos="1661" userDrawn="1">
          <p15:clr>
            <a:srgbClr val="F26B43"/>
          </p15:clr>
        </p15:guide>
        <p15:guide id="10" orient="horz" pos="2001" userDrawn="1">
          <p15:clr>
            <a:srgbClr val="F26B43"/>
          </p15:clr>
        </p15:guide>
        <p15:guide id="11" orient="horz" pos="3339" userDrawn="1">
          <p15:clr>
            <a:srgbClr val="F26B43"/>
          </p15:clr>
        </p15:guide>
        <p15:guide id="12" orient="horz" pos="2319" userDrawn="1">
          <p15:clr>
            <a:srgbClr val="F26B43"/>
          </p15:clr>
        </p15:guide>
        <p15:guide id="13" orient="horz" pos="2999" userDrawn="1">
          <p15:clr>
            <a:srgbClr val="F26B43"/>
          </p15:clr>
        </p15:guide>
        <p15:guide id="14" orient="horz" pos="3657" userDrawn="1">
          <p15:clr>
            <a:srgbClr val="F26B43"/>
          </p15:clr>
        </p15:guide>
        <p15:guide id="15" orient="horz" pos="2659" userDrawn="1">
          <p15:clr>
            <a:srgbClr val="F26B43"/>
          </p15:clr>
        </p15:guide>
        <p15:guide id="16" pos="2094" userDrawn="1">
          <p15:clr>
            <a:srgbClr val="F26B43"/>
          </p15:clr>
        </p15:guide>
        <p15:guide id="17" pos="2978" userDrawn="1">
          <p15:clr>
            <a:srgbClr val="F26B43"/>
          </p15:clr>
        </p15:guide>
        <p15:guide id="18" pos="3840" userDrawn="1">
          <p15:clr>
            <a:srgbClr val="F26B43"/>
          </p15:clr>
        </p15:guide>
        <p15:guide id="19" pos="4725" userDrawn="1">
          <p15:clr>
            <a:srgbClr val="F26B43"/>
          </p15:clr>
        </p15:guide>
        <p15:guide id="20" pos="5586" userDrawn="1">
          <p15:clr>
            <a:srgbClr val="F26B43"/>
          </p15:clr>
        </p15:guide>
        <p15:guide id="21" pos="647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xkcd.com/1367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sv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hyperlink" Target="https://123456.cloudfunctions.net/" TargetMode="External"/><Relationship Id="rId3" Type="http://schemas.openxmlformats.org/officeDocument/2006/relationships/image" Target="../media/image15.svg"/><Relationship Id="rId7" Type="http://schemas.openxmlformats.org/officeDocument/2006/relationships/image" Target="../media/image19.svg"/><Relationship Id="rId12" Type="http://schemas.openxmlformats.org/officeDocument/2006/relationships/hyperlink" Target="https://example.com/landscape-885-avif-1920" TargetMode="External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11" Type="http://schemas.openxmlformats.org/officeDocument/2006/relationships/hyperlink" Target="https://aws.com/landscape-885-avif-1080" TargetMode="External"/><Relationship Id="rId5" Type="http://schemas.openxmlformats.org/officeDocument/2006/relationships/image" Target="../media/image17.svg"/><Relationship Id="rId10" Type="http://schemas.openxmlformats.org/officeDocument/2006/relationships/hyperlink" Target="https://123456.lambda.aws/landscape-885-avif-640" TargetMode="External"/><Relationship Id="rId4" Type="http://schemas.openxmlformats.org/officeDocument/2006/relationships/image" Target="../media/image16.png"/><Relationship Id="rId9" Type="http://schemas.openxmlformats.org/officeDocument/2006/relationships/image" Target="../media/image21.sv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hyperlink" Target="https://example.com/" TargetMode="External"/><Relationship Id="rId3" Type="http://schemas.openxmlformats.org/officeDocument/2006/relationships/image" Target="../media/image15.svg"/><Relationship Id="rId7" Type="http://schemas.openxmlformats.org/officeDocument/2006/relationships/image" Target="../media/image19.svg"/><Relationship Id="rId12" Type="http://schemas.openxmlformats.org/officeDocument/2006/relationships/hyperlink" Target="https://example.com/landscape-885-avif-1920" TargetMode="External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11" Type="http://schemas.openxmlformats.org/officeDocument/2006/relationships/hyperlink" Target="https://aws.com/landscape-885-avif-1080" TargetMode="External"/><Relationship Id="rId5" Type="http://schemas.openxmlformats.org/officeDocument/2006/relationships/image" Target="../media/image17.svg"/><Relationship Id="rId10" Type="http://schemas.openxmlformats.org/officeDocument/2006/relationships/hyperlink" Target="https://123456.lambda.aws/landscape-885-avif-640" TargetMode="External"/><Relationship Id="rId4" Type="http://schemas.openxmlformats.org/officeDocument/2006/relationships/image" Target="../media/image16.png"/><Relationship Id="rId9" Type="http://schemas.openxmlformats.org/officeDocument/2006/relationships/image" Target="../media/image21.sv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svg"/><Relationship Id="rId7" Type="http://schemas.openxmlformats.org/officeDocument/2006/relationships/image" Target="../media/image19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11" Type="http://schemas.openxmlformats.org/officeDocument/2006/relationships/image" Target="../media/image23.svg"/><Relationship Id="rId5" Type="http://schemas.openxmlformats.org/officeDocument/2006/relationships/image" Target="../media/image17.svg"/><Relationship Id="rId10" Type="http://schemas.openxmlformats.org/officeDocument/2006/relationships/image" Target="../media/image22.png"/><Relationship Id="rId4" Type="http://schemas.openxmlformats.org/officeDocument/2006/relationships/image" Target="../media/image16.png"/><Relationship Id="rId9" Type="http://schemas.openxmlformats.org/officeDocument/2006/relationships/image" Target="../media/image21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00" name="Picture 4">
            <a:extLst>
              <a:ext uri="{FF2B5EF4-FFF2-40B4-BE49-F238E27FC236}">
                <a16:creationId xmlns:a16="http://schemas.microsoft.com/office/drawing/2014/main" id="{34CF7FC6-24C3-90E7-25D5-CACFE525C8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80688" y="775887"/>
            <a:ext cx="3430624" cy="53062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3EA9598-7183-4839-E63B-935BBA7F2C50}"/>
              </a:ext>
            </a:extLst>
          </p:cNvPr>
          <p:cNvSpPr txBox="1"/>
          <p:nvPr/>
        </p:nvSpPr>
        <p:spPr>
          <a:xfrm>
            <a:off x="447472" y="5719864"/>
            <a:ext cx="25048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b="1" i="0" u="none" strike="noStrike" dirty="0">
                <a:solidFill>
                  <a:srgbClr val="96A8C8"/>
                </a:solidFill>
                <a:effectLst/>
                <a:latin typeface="Lucida"/>
                <a:hlinkClick r:id="rId3"/>
              </a:rPr>
              <a:t>https://xkcd.com/1367/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68889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4">
            <a:extLst>
              <a:ext uri="{FF2B5EF4-FFF2-40B4-BE49-F238E27FC236}">
                <a16:creationId xmlns:a16="http://schemas.microsoft.com/office/drawing/2014/main" id="{75D76D7E-F2EC-DE63-6897-B7547ADBB8D0}"/>
              </a:ext>
            </a:extLst>
          </p:cNvPr>
          <p:cNvSpPr/>
          <p:nvPr/>
        </p:nvSpPr>
        <p:spPr>
          <a:xfrm>
            <a:off x="0" y="1668462"/>
            <a:ext cx="12192000" cy="5189537"/>
          </a:xfrm>
          <a:prstGeom prst="rect">
            <a:avLst/>
          </a:prstGeom>
          <a:solidFill>
            <a:srgbClr val="C40D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road with trees in the middle&#10;&#10;Description automatically generated">
            <a:extLst>
              <a:ext uri="{FF2B5EF4-FFF2-40B4-BE49-F238E27FC236}">
                <a16:creationId xmlns:a16="http://schemas.microsoft.com/office/drawing/2014/main" id="{31F27963-115A-2FC9-E10F-9ED0AAD729D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946" b="40894"/>
          <a:stretch/>
        </p:blipFill>
        <p:spPr>
          <a:xfrm>
            <a:off x="0" y="1266209"/>
            <a:ext cx="8878880" cy="3273604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1566C600-4B84-5842-B3E8-43C0EE42DEAE}"/>
              </a:ext>
            </a:extLst>
          </p:cNvPr>
          <p:cNvSpPr txBox="1"/>
          <p:nvPr/>
        </p:nvSpPr>
        <p:spPr>
          <a:xfrm>
            <a:off x="550801" y="4973943"/>
            <a:ext cx="8624021" cy="92333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ts val="3600"/>
              </a:lnSpc>
            </a:pPr>
            <a:r>
              <a:rPr lang="en-US" sz="3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Practical FaaS Performance Variability Implications in the Serverless Image Optimization Scenario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2DD8A406-EC2B-3942-821D-690FFD0DA113}"/>
              </a:ext>
            </a:extLst>
          </p:cNvPr>
          <p:cNvSpPr txBox="1"/>
          <p:nvPr/>
        </p:nvSpPr>
        <p:spPr>
          <a:xfrm>
            <a:off x="550801" y="6085778"/>
            <a:ext cx="8328079" cy="2834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1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Piotr Witkowski | Scalable Software Systems | </a:t>
            </a:r>
            <a:fld id="{0F6880AF-F197-8546-A084-1C3550DC2BAA}" type="datetime4">
              <a:rPr lang="en-US" sz="18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marL="0" marR="0" lvl="0" indent="0" algn="l" defTabSz="914400" rtl="0" eaLnBrk="1" fontAlgn="auto" latinLnBrk="0" hangingPunct="1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t>January 29, 2025</a:t>
            </a:fld>
            <a:endParaRPr lang="en-US" sz="18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9DF0F648-8DC4-65AF-85D3-522CC9E2AE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95908" y="5909573"/>
            <a:ext cx="808572" cy="75848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C9E1CC6-53FC-69EE-1A9F-F4BFCE6CADD1}"/>
              </a:ext>
            </a:extLst>
          </p:cNvPr>
          <p:cNvSpPr txBox="1"/>
          <p:nvPr/>
        </p:nvSpPr>
        <p:spPr>
          <a:xfrm>
            <a:off x="-59073" y="4385041"/>
            <a:ext cx="1576072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Adam </a:t>
            </a:r>
            <a:r>
              <a:rPr lang="en-US" sz="7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Vrandenburg</a:t>
            </a:r>
            <a:r>
              <a:rPr lang="en-US" sz="7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on </a:t>
            </a:r>
            <a:r>
              <a:rPr lang="en-US" sz="7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Unsplash</a:t>
            </a:r>
            <a:endParaRPr lang="en-US" sz="7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371549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ED06757-7B25-F00F-6B1C-FF7B6C2E95CB}"/>
              </a:ext>
            </a:extLst>
          </p:cNvPr>
          <p:cNvCxnSpPr>
            <a:cxnSpLocks/>
          </p:cNvCxnSpPr>
          <p:nvPr/>
        </p:nvCxnSpPr>
        <p:spPr>
          <a:xfrm flipH="1">
            <a:off x="1399934" y="1040211"/>
            <a:ext cx="3652620" cy="3697823"/>
          </a:xfrm>
          <a:prstGeom prst="straightConnector1">
            <a:avLst/>
          </a:prstGeom>
          <a:ln w="41275">
            <a:solidFill>
              <a:schemeClr val="accent1">
                <a:alpha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E9D2C73-CEE8-7CA3-A5C9-CA221B1389F3}"/>
              </a:ext>
            </a:extLst>
          </p:cNvPr>
          <p:cNvSpPr txBox="1"/>
          <p:nvPr/>
        </p:nvSpPr>
        <p:spPr>
          <a:xfrm>
            <a:off x="370799" y="4860000"/>
            <a:ext cx="179889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3200" b="1" dirty="0">
                <a:solidFill>
                  <a:srgbClr val="C40D1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function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8773CE6-AE7B-04CA-8D16-165406662597}"/>
              </a:ext>
            </a:extLst>
          </p:cNvPr>
          <p:cNvCxnSpPr>
            <a:cxnSpLocks/>
          </p:cNvCxnSpPr>
          <p:nvPr/>
        </p:nvCxnSpPr>
        <p:spPr>
          <a:xfrm>
            <a:off x="5049979" y="854811"/>
            <a:ext cx="3452091" cy="3780000"/>
          </a:xfrm>
          <a:prstGeom prst="straightConnector1">
            <a:avLst/>
          </a:prstGeom>
          <a:ln w="41275">
            <a:solidFill>
              <a:schemeClr val="accent1">
                <a:alpha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F680F2B5-AE0A-7875-26C0-352EFC088692}"/>
              </a:ext>
            </a:extLst>
          </p:cNvPr>
          <p:cNvSpPr txBox="1"/>
          <p:nvPr/>
        </p:nvSpPr>
        <p:spPr>
          <a:xfrm>
            <a:off x="9889456" y="3672448"/>
            <a:ext cx="1983235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3200" b="1" dirty="0">
                <a:solidFill>
                  <a:srgbClr val="C40D1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temporal</a:t>
            </a:r>
            <a:br>
              <a:rPr lang="en-US" sz="3200" b="1" dirty="0">
                <a:solidFill>
                  <a:srgbClr val="C40D1E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3200" b="1" dirty="0">
                <a:solidFill>
                  <a:srgbClr val="C40D1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reliability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8426971-CED8-6A4C-2A42-6446DBE8AB14}"/>
              </a:ext>
            </a:extLst>
          </p:cNvPr>
          <p:cNvCxnSpPr>
            <a:cxnSpLocks/>
          </p:cNvCxnSpPr>
          <p:nvPr/>
        </p:nvCxnSpPr>
        <p:spPr>
          <a:xfrm>
            <a:off x="5052554" y="1040211"/>
            <a:ext cx="1326731" cy="2519607"/>
          </a:xfrm>
          <a:prstGeom prst="straightConnector1">
            <a:avLst/>
          </a:prstGeom>
          <a:ln w="41275">
            <a:solidFill>
              <a:schemeClr val="accent1">
                <a:alpha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1FCF5B75-111D-15E7-FB8B-385D49516D4A}"/>
              </a:ext>
            </a:extLst>
          </p:cNvPr>
          <p:cNvSpPr txBox="1"/>
          <p:nvPr/>
        </p:nvSpPr>
        <p:spPr>
          <a:xfrm>
            <a:off x="3226244" y="4860000"/>
            <a:ext cx="237276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3200" b="1" dirty="0">
                <a:solidFill>
                  <a:srgbClr val="C40D1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image CDN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33A917B-A221-CE2D-B8B0-7B93B25E531B}"/>
              </a:ext>
            </a:extLst>
          </p:cNvPr>
          <p:cNvCxnSpPr>
            <a:cxnSpLocks/>
          </p:cNvCxnSpPr>
          <p:nvPr/>
        </p:nvCxnSpPr>
        <p:spPr>
          <a:xfrm flipH="1">
            <a:off x="3532208" y="1040211"/>
            <a:ext cx="1520346" cy="2519607"/>
          </a:xfrm>
          <a:prstGeom prst="straightConnector1">
            <a:avLst/>
          </a:prstGeom>
          <a:ln w="41275">
            <a:solidFill>
              <a:schemeClr val="accent1">
                <a:alpha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6A16363-B25C-2BAE-2E5D-729D5DC79E50}"/>
              </a:ext>
            </a:extLst>
          </p:cNvPr>
          <p:cNvSpPr txBox="1"/>
          <p:nvPr/>
        </p:nvSpPr>
        <p:spPr>
          <a:xfrm>
            <a:off x="2302544" y="3672000"/>
            <a:ext cx="23920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3200" b="1" dirty="0">
                <a:solidFill>
                  <a:srgbClr val="C40D1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on-demand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6F05A22-F24E-9CE1-5A2C-0E1634962C4B}"/>
              </a:ext>
            </a:extLst>
          </p:cNvPr>
          <p:cNvSpPr txBox="1"/>
          <p:nvPr/>
        </p:nvSpPr>
        <p:spPr>
          <a:xfrm>
            <a:off x="5266398" y="3672000"/>
            <a:ext cx="23679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3200" b="1" dirty="0">
                <a:solidFill>
                  <a:srgbClr val="C40D1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self-hosted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40141162-3AD4-80A1-08B4-BABBCF0122AC}"/>
              </a:ext>
            </a:extLst>
          </p:cNvPr>
          <p:cNvCxnSpPr>
            <a:cxnSpLocks/>
          </p:cNvCxnSpPr>
          <p:nvPr/>
        </p:nvCxnSpPr>
        <p:spPr>
          <a:xfrm flipH="1">
            <a:off x="4656840" y="1040211"/>
            <a:ext cx="395714" cy="3697822"/>
          </a:xfrm>
          <a:prstGeom prst="straightConnector1">
            <a:avLst/>
          </a:prstGeom>
          <a:ln w="41275">
            <a:solidFill>
              <a:schemeClr val="accent1">
                <a:alpha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1756D555-2555-ACCD-CE9D-442608545930}"/>
              </a:ext>
            </a:extLst>
          </p:cNvPr>
          <p:cNvSpPr txBox="1"/>
          <p:nvPr/>
        </p:nvSpPr>
        <p:spPr>
          <a:xfrm>
            <a:off x="7550098" y="4860000"/>
            <a:ext cx="24593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3200" b="1" dirty="0">
                <a:solidFill>
                  <a:srgbClr val="C40D1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adaptability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8D126070-B0D6-2127-BCFF-532E224B7025}"/>
              </a:ext>
            </a:extLst>
          </p:cNvPr>
          <p:cNvCxnSpPr>
            <a:cxnSpLocks/>
          </p:cNvCxnSpPr>
          <p:nvPr/>
        </p:nvCxnSpPr>
        <p:spPr>
          <a:xfrm>
            <a:off x="5052554" y="1040211"/>
            <a:ext cx="4995088" cy="2519607"/>
          </a:xfrm>
          <a:prstGeom prst="straightConnector1">
            <a:avLst/>
          </a:prstGeom>
          <a:ln w="41275">
            <a:solidFill>
              <a:schemeClr val="accent1">
                <a:alpha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feld 6">
            <a:extLst>
              <a:ext uri="{FF2B5EF4-FFF2-40B4-BE49-F238E27FC236}">
                <a16:creationId xmlns:a16="http://schemas.microsoft.com/office/drawing/2014/main" id="{21506790-0007-F052-985F-97DA2220CB93}"/>
              </a:ext>
            </a:extLst>
          </p:cNvPr>
          <p:cNvSpPr txBox="1"/>
          <p:nvPr/>
        </p:nvSpPr>
        <p:spPr>
          <a:xfrm>
            <a:off x="370799" y="396789"/>
            <a:ext cx="9363510" cy="1286845"/>
          </a:xfrm>
          <a:prstGeom prst="rect">
            <a:avLst/>
          </a:prstGeom>
          <a:solidFill>
            <a:srgbClr val="C40D1E"/>
          </a:solidFill>
        </p:spPr>
        <p:txBody>
          <a:bodyPr wrap="square" lIns="180000" tIns="180000" rIns="180000" bIns="180000" rtlCol="0">
            <a:spAutoFit/>
          </a:bodyPr>
          <a:lstStyle/>
          <a:p>
            <a:pPr>
              <a:lnSpc>
                <a:spcPts val="3600"/>
              </a:lnSpc>
            </a:pPr>
            <a:r>
              <a:rPr lang="en-US" sz="3000" dirty="0">
                <a:solidFill>
                  <a:srgbClr val="DB6D7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Practical </a:t>
            </a:r>
            <a:r>
              <a:rPr lang="en-US" sz="3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FaaS</a:t>
            </a:r>
            <a:r>
              <a:rPr lang="en-US" sz="300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Performance</a:t>
            </a:r>
            <a:r>
              <a:rPr lang="en-US" sz="3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Variability</a:t>
            </a:r>
            <a:r>
              <a:rPr lang="en-US" sz="3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000" dirty="0">
                <a:solidFill>
                  <a:srgbClr val="DB6D7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Implications in the </a:t>
            </a:r>
            <a:r>
              <a:rPr lang="en-US" sz="3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Serverless</a:t>
            </a:r>
            <a:r>
              <a:rPr lang="en-US" sz="3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Image Optimization </a:t>
            </a:r>
            <a:r>
              <a:rPr lang="en-US" sz="3000" dirty="0">
                <a:solidFill>
                  <a:srgbClr val="DB6D7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Scenario</a:t>
            </a:r>
          </a:p>
        </p:txBody>
      </p:sp>
    </p:spTree>
    <p:extLst>
      <p:ext uri="{BB962C8B-B14F-4D97-AF65-F5344CB8AC3E}">
        <p14:creationId xmlns:p14="http://schemas.microsoft.com/office/powerpoint/2010/main" val="8711611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5" grpId="0"/>
      <p:bldP spid="19" grpId="0"/>
      <p:bldP spid="22" grpId="0"/>
      <p:bldP spid="26" grpId="0"/>
      <p:bldP spid="4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E50576-D508-FB2B-AF9A-64A120FDC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372FD3-B984-681C-B0F4-891B5EECC3E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anchor="ctr"/>
          <a:lstStyle/>
          <a:p>
            <a:r>
              <a:rPr lang="en-US" b="1" dirty="0"/>
              <a:t>What is Image Optimization?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31EE974-C32B-4B94-3279-FD8C442E6388}"/>
              </a:ext>
            </a:extLst>
          </p:cNvPr>
          <p:cNvGrpSpPr>
            <a:grpSpLocks noChangeAspect="1"/>
          </p:cNvGrpSpPr>
          <p:nvPr/>
        </p:nvGrpSpPr>
        <p:grpSpPr>
          <a:xfrm>
            <a:off x="1515965" y="2043867"/>
            <a:ext cx="898360" cy="1502706"/>
            <a:chOff x="7795805" y="805069"/>
            <a:chExt cx="2915488" cy="4876800"/>
          </a:xfrm>
        </p:grpSpPr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8889FB3F-E121-C102-9FCE-26B4FDAE438F}"/>
                </a:ext>
              </a:extLst>
            </p:cNvPr>
            <p:cNvSpPr/>
            <p:nvPr/>
          </p:nvSpPr>
          <p:spPr>
            <a:xfrm>
              <a:off x="7901838" y="911082"/>
              <a:ext cx="2703423" cy="4664773"/>
            </a:xfrm>
            <a:custGeom>
              <a:avLst/>
              <a:gdLst>
                <a:gd name="connsiteX0" fmla="*/ 2448106 w 2703423"/>
                <a:gd name="connsiteY0" fmla="*/ 4664774 h 4664773"/>
                <a:gd name="connsiteX1" fmla="*/ 255318 w 2703423"/>
                <a:gd name="connsiteY1" fmla="*/ 4664774 h 4664773"/>
                <a:gd name="connsiteX2" fmla="*/ 0 w 2703423"/>
                <a:gd name="connsiteY2" fmla="*/ 4409456 h 4664773"/>
                <a:gd name="connsiteX3" fmla="*/ 0 w 2703423"/>
                <a:gd name="connsiteY3" fmla="*/ 255327 h 4664773"/>
                <a:gd name="connsiteX4" fmla="*/ 255318 w 2703423"/>
                <a:gd name="connsiteY4" fmla="*/ 0 h 4664773"/>
                <a:gd name="connsiteX5" fmla="*/ 2448106 w 2703423"/>
                <a:gd name="connsiteY5" fmla="*/ 0 h 4664773"/>
                <a:gd name="connsiteX6" fmla="*/ 2703424 w 2703423"/>
                <a:gd name="connsiteY6" fmla="*/ 255318 h 4664773"/>
                <a:gd name="connsiteX7" fmla="*/ 2703424 w 2703423"/>
                <a:gd name="connsiteY7" fmla="*/ 4409428 h 4664773"/>
                <a:gd name="connsiteX8" fmla="*/ 2448106 w 2703423"/>
                <a:gd name="connsiteY8" fmla="*/ 4664774 h 46647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703423" h="4664773">
                  <a:moveTo>
                    <a:pt x="2448106" y="4664774"/>
                  </a:moveTo>
                  <a:lnTo>
                    <a:pt x="255318" y="4664774"/>
                  </a:lnTo>
                  <a:cubicBezTo>
                    <a:pt x="114300" y="4664774"/>
                    <a:pt x="0" y="4550464"/>
                    <a:pt x="0" y="4409456"/>
                  </a:cubicBezTo>
                  <a:lnTo>
                    <a:pt x="0" y="255327"/>
                  </a:lnTo>
                  <a:cubicBezTo>
                    <a:pt x="-10" y="114310"/>
                    <a:pt x="114310" y="0"/>
                    <a:pt x="255318" y="0"/>
                  </a:cubicBezTo>
                  <a:lnTo>
                    <a:pt x="2448106" y="0"/>
                  </a:lnTo>
                  <a:cubicBezTo>
                    <a:pt x="2589124" y="0"/>
                    <a:pt x="2703424" y="114310"/>
                    <a:pt x="2703424" y="255318"/>
                  </a:cubicBezTo>
                  <a:lnTo>
                    <a:pt x="2703424" y="4409428"/>
                  </a:lnTo>
                  <a:cubicBezTo>
                    <a:pt x="2703433" y="4550464"/>
                    <a:pt x="2589124" y="4664774"/>
                    <a:pt x="2448106" y="4664774"/>
                  </a:cubicBezTo>
                  <a:close/>
                </a:path>
              </a:pathLst>
            </a:custGeom>
            <a:solidFill>
              <a:srgbClr val="9E9E9E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BC0B2464-1AC1-1DB1-D486-515611C5E911}"/>
                </a:ext>
              </a:extLst>
            </p:cNvPr>
            <p:cNvSpPr/>
            <p:nvPr/>
          </p:nvSpPr>
          <p:spPr>
            <a:xfrm>
              <a:off x="7901828" y="1780429"/>
              <a:ext cx="2703442" cy="2968485"/>
            </a:xfrm>
            <a:custGeom>
              <a:avLst/>
              <a:gdLst>
                <a:gd name="connsiteX0" fmla="*/ 0 w 2703442"/>
                <a:gd name="connsiteY0" fmla="*/ 0 h 2968485"/>
                <a:gd name="connsiteX1" fmla="*/ 2703443 w 2703442"/>
                <a:gd name="connsiteY1" fmla="*/ 0 h 2968485"/>
                <a:gd name="connsiteX2" fmla="*/ 2703443 w 2703442"/>
                <a:gd name="connsiteY2" fmla="*/ 2968485 h 2968485"/>
                <a:gd name="connsiteX3" fmla="*/ 0 w 2703442"/>
                <a:gd name="connsiteY3" fmla="*/ 2968485 h 2968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03442" h="2968485">
                  <a:moveTo>
                    <a:pt x="0" y="0"/>
                  </a:moveTo>
                  <a:lnTo>
                    <a:pt x="2703443" y="0"/>
                  </a:lnTo>
                  <a:lnTo>
                    <a:pt x="2703443" y="2968485"/>
                  </a:lnTo>
                  <a:lnTo>
                    <a:pt x="0" y="2968485"/>
                  </a:lnTo>
                  <a:close/>
                </a:path>
              </a:pathLst>
            </a:custGeom>
            <a:solidFill>
              <a:srgbClr val="2196F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grpSp>
          <p:nvGrpSpPr>
            <p:cNvPr id="27" name="Graphic 21">
              <a:extLst>
                <a:ext uri="{FF2B5EF4-FFF2-40B4-BE49-F238E27FC236}">
                  <a16:creationId xmlns:a16="http://schemas.microsoft.com/office/drawing/2014/main" id="{8EA3AA7D-DC20-059D-7B69-F5618B2C011E}"/>
                </a:ext>
              </a:extLst>
            </p:cNvPr>
            <p:cNvGrpSpPr/>
            <p:nvPr/>
          </p:nvGrpSpPr>
          <p:grpSpPr>
            <a:xfrm>
              <a:off x="7795805" y="805069"/>
              <a:ext cx="2915488" cy="4876800"/>
              <a:chOff x="3952674" y="990600"/>
              <a:chExt cx="2915488" cy="4876800"/>
            </a:xfrm>
            <a:solidFill>
              <a:srgbClr val="231F20"/>
            </a:solidFill>
          </p:grpSpPr>
          <p:sp>
            <p:nvSpPr>
              <p:cNvPr id="28" name="Freeform 27">
                <a:extLst>
                  <a:ext uri="{FF2B5EF4-FFF2-40B4-BE49-F238E27FC236}">
                    <a16:creationId xmlns:a16="http://schemas.microsoft.com/office/drawing/2014/main" id="{FF0EC90D-5297-EDED-A4C7-F573C699E022}"/>
                  </a:ext>
                </a:extLst>
              </p:cNvPr>
              <p:cNvSpPr/>
              <p:nvPr/>
            </p:nvSpPr>
            <p:spPr>
              <a:xfrm>
                <a:off x="5110038" y="1432350"/>
                <a:ext cx="600760" cy="212026"/>
              </a:xfrm>
              <a:custGeom>
                <a:avLst/>
                <a:gdLst>
                  <a:gd name="connsiteX0" fmla="*/ 106013 w 600760"/>
                  <a:gd name="connsiteY0" fmla="*/ 212027 h 212026"/>
                  <a:gd name="connsiteX1" fmla="*/ 494748 w 600760"/>
                  <a:gd name="connsiteY1" fmla="*/ 212027 h 212026"/>
                  <a:gd name="connsiteX2" fmla="*/ 600761 w 600760"/>
                  <a:gd name="connsiteY2" fmla="*/ 106013 h 212026"/>
                  <a:gd name="connsiteX3" fmla="*/ 494748 w 600760"/>
                  <a:gd name="connsiteY3" fmla="*/ 0 h 212026"/>
                  <a:gd name="connsiteX4" fmla="*/ 106013 w 600760"/>
                  <a:gd name="connsiteY4" fmla="*/ 0 h 212026"/>
                  <a:gd name="connsiteX5" fmla="*/ 0 w 600760"/>
                  <a:gd name="connsiteY5" fmla="*/ 106013 h 212026"/>
                  <a:gd name="connsiteX6" fmla="*/ 106013 w 600760"/>
                  <a:gd name="connsiteY6" fmla="*/ 212027 h 2120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600760" h="212026">
                    <a:moveTo>
                      <a:pt x="106013" y="212027"/>
                    </a:moveTo>
                    <a:lnTo>
                      <a:pt x="494748" y="212027"/>
                    </a:lnTo>
                    <a:cubicBezTo>
                      <a:pt x="553288" y="212027"/>
                      <a:pt x="600761" y="164554"/>
                      <a:pt x="600761" y="106013"/>
                    </a:cubicBezTo>
                    <a:cubicBezTo>
                      <a:pt x="600761" y="47473"/>
                      <a:pt x="553288" y="0"/>
                      <a:pt x="494748" y="0"/>
                    </a:cubicBezTo>
                    <a:lnTo>
                      <a:pt x="106013" y="0"/>
                    </a:lnTo>
                    <a:cubicBezTo>
                      <a:pt x="47473" y="0"/>
                      <a:pt x="0" y="47473"/>
                      <a:pt x="0" y="106013"/>
                    </a:cubicBezTo>
                    <a:cubicBezTo>
                      <a:pt x="0" y="164554"/>
                      <a:pt x="47463" y="212027"/>
                      <a:pt x="106013" y="212027"/>
                    </a:cubicBezTo>
                    <a:close/>
                  </a:path>
                </a:pathLst>
              </a:custGeom>
              <a:solidFill>
                <a:srgbClr val="231F2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9" name="Freeform 28">
                <a:extLst>
                  <a:ext uri="{FF2B5EF4-FFF2-40B4-BE49-F238E27FC236}">
                    <a16:creationId xmlns:a16="http://schemas.microsoft.com/office/drawing/2014/main" id="{9342E482-05AA-06EA-75D7-F0284FBC05C2}"/>
                  </a:ext>
                </a:extLst>
              </p:cNvPr>
              <p:cNvSpPr/>
              <p:nvPr/>
            </p:nvSpPr>
            <p:spPr>
              <a:xfrm>
                <a:off x="5288499" y="5231292"/>
                <a:ext cx="243830" cy="212026"/>
              </a:xfrm>
              <a:custGeom>
                <a:avLst/>
                <a:gdLst>
                  <a:gd name="connsiteX0" fmla="*/ 137817 w 243830"/>
                  <a:gd name="connsiteY0" fmla="*/ 0 h 212026"/>
                  <a:gd name="connsiteX1" fmla="*/ 106013 w 243830"/>
                  <a:gd name="connsiteY1" fmla="*/ 0 h 212026"/>
                  <a:gd name="connsiteX2" fmla="*/ 0 w 243830"/>
                  <a:gd name="connsiteY2" fmla="*/ 106013 h 212026"/>
                  <a:gd name="connsiteX3" fmla="*/ 106013 w 243830"/>
                  <a:gd name="connsiteY3" fmla="*/ 212026 h 212026"/>
                  <a:gd name="connsiteX4" fmla="*/ 137817 w 243830"/>
                  <a:gd name="connsiteY4" fmla="*/ 212026 h 212026"/>
                  <a:gd name="connsiteX5" fmla="*/ 243830 w 243830"/>
                  <a:gd name="connsiteY5" fmla="*/ 106013 h 212026"/>
                  <a:gd name="connsiteX6" fmla="*/ 137817 w 243830"/>
                  <a:gd name="connsiteY6" fmla="*/ 0 h 2120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43830" h="212026">
                    <a:moveTo>
                      <a:pt x="137817" y="0"/>
                    </a:moveTo>
                    <a:lnTo>
                      <a:pt x="106013" y="0"/>
                    </a:lnTo>
                    <a:cubicBezTo>
                      <a:pt x="47473" y="0"/>
                      <a:pt x="0" y="47472"/>
                      <a:pt x="0" y="106013"/>
                    </a:cubicBezTo>
                    <a:cubicBezTo>
                      <a:pt x="0" y="164554"/>
                      <a:pt x="47473" y="212026"/>
                      <a:pt x="106013" y="212026"/>
                    </a:cubicBezTo>
                    <a:lnTo>
                      <a:pt x="137817" y="212026"/>
                    </a:lnTo>
                    <a:cubicBezTo>
                      <a:pt x="196358" y="212026"/>
                      <a:pt x="243830" y="164554"/>
                      <a:pt x="243830" y="106013"/>
                    </a:cubicBezTo>
                    <a:cubicBezTo>
                      <a:pt x="243830" y="47472"/>
                      <a:pt x="196377" y="0"/>
                      <a:pt x="137817" y="0"/>
                    </a:cubicBezTo>
                    <a:close/>
                  </a:path>
                </a:pathLst>
              </a:custGeom>
              <a:solidFill>
                <a:srgbClr val="231F2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0" name="Freeform 29">
                <a:extLst>
                  <a:ext uri="{FF2B5EF4-FFF2-40B4-BE49-F238E27FC236}">
                    <a16:creationId xmlns:a16="http://schemas.microsoft.com/office/drawing/2014/main" id="{48760888-C395-FF57-BA87-DB4783003BC0}"/>
                  </a:ext>
                </a:extLst>
              </p:cNvPr>
              <p:cNvSpPr/>
              <p:nvPr/>
            </p:nvSpPr>
            <p:spPr>
              <a:xfrm>
                <a:off x="3952674" y="990600"/>
                <a:ext cx="2915488" cy="4876800"/>
              </a:xfrm>
              <a:custGeom>
                <a:avLst/>
                <a:gdLst>
                  <a:gd name="connsiteX0" fmla="*/ 4180628 w 4286640"/>
                  <a:gd name="connsiteY0" fmla="*/ 1743989 h 4876800"/>
                  <a:gd name="connsiteX1" fmla="*/ 2915479 w 4286640"/>
                  <a:gd name="connsiteY1" fmla="*/ 1743989 h 4876800"/>
                  <a:gd name="connsiteX2" fmla="*/ 2915479 w 4286640"/>
                  <a:gd name="connsiteY2" fmla="*/ 361340 h 4876800"/>
                  <a:gd name="connsiteX3" fmla="*/ 2554138 w 4286640"/>
                  <a:gd name="connsiteY3" fmla="*/ 0 h 4876800"/>
                  <a:gd name="connsiteX4" fmla="*/ 361350 w 4286640"/>
                  <a:gd name="connsiteY4" fmla="*/ 0 h 4876800"/>
                  <a:gd name="connsiteX5" fmla="*/ 0 w 4286640"/>
                  <a:gd name="connsiteY5" fmla="*/ 361340 h 4876800"/>
                  <a:gd name="connsiteX6" fmla="*/ 0 w 4286640"/>
                  <a:gd name="connsiteY6" fmla="*/ 4515460 h 4876800"/>
                  <a:gd name="connsiteX7" fmla="*/ 361340 w 4286640"/>
                  <a:gd name="connsiteY7" fmla="*/ 4876800 h 4876800"/>
                  <a:gd name="connsiteX8" fmla="*/ 2554138 w 4286640"/>
                  <a:gd name="connsiteY8" fmla="*/ 4876800 h 4876800"/>
                  <a:gd name="connsiteX9" fmla="*/ 2915488 w 4286640"/>
                  <a:gd name="connsiteY9" fmla="*/ 4515460 h 4876800"/>
                  <a:gd name="connsiteX10" fmla="*/ 2915488 w 4286640"/>
                  <a:gd name="connsiteY10" fmla="*/ 3175225 h 4876800"/>
                  <a:gd name="connsiteX11" fmla="*/ 4180628 w 4286640"/>
                  <a:gd name="connsiteY11" fmla="*/ 3175225 h 4876800"/>
                  <a:gd name="connsiteX12" fmla="*/ 4286641 w 4286640"/>
                  <a:gd name="connsiteY12" fmla="*/ 3069212 h 4876800"/>
                  <a:gd name="connsiteX13" fmla="*/ 4286641 w 4286640"/>
                  <a:gd name="connsiteY13" fmla="*/ 1850012 h 4876800"/>
                  <a:gd name="connsiteX14" fmla="*/ 4180628 w 4286640"/>
                  <a:gd name="connsiteY14" fmla="*/ 1743989 h 4876800"/>
                  <a:gd name="connsiteX15" fmla="*/ 361350 w 4286640"/>
                  <a:gd name="connsiteY15" fmla="*/ 212036 h 4876800"/>
                  <a:gd name="connsiteX16" fmla="*/ 2554138 w 4286640"/>
                  <a:gd name="connsiteY16" fmla="*/ 212036 h 4876800"/>
                  <a:gd name="connsiteX17" fmla="*/ 2703452 w 4286640"/>
                  <a:gd name="connsiteY17" fmla="*/ 361340 h 4876800"/>
                  <a:gd name="connsiteX18" fmla="*/ 2703452 w 4286640"/>
                  <a:gd name="connsiteY18" fmla="*/ 869347 h 4876800"/>
                  <a:gd name="connsiteX19" fmla="*/ 212046 w 4286640"/>
                  <a:gd name="connsiteY19" fmla="*/ 869347 h 4876800"/>
                  <a:gd name="connsiteX20" fmla="*/ 212046 w 4286640"/>
                  <a:gd name="connsiteY20" fmla="*/ 361340 h 4876800"/>
                  <a:gd name="connsiteX21" fmla="*/ 361350 w 4286640"/>
                  <a:gd name="connsiteY21" fmla="*/ 212036 h 4876800"/>
                  <a:gd name="connsiteX22" fmla="*/ 2554138 w 4286640"/>
                  <a:gd name="connsiteY22" fmla="*/ 4664764 h 4876800"/>
                  <a:gd name="connsiteX23" fmla="*/ 361350 w 4286640"/>
                  <a:gd name="connsiteY23" fmla="*/ 4664764 h 4876800"/>
                  <a:gd name="connsiteX24" fmla="*/ 212046 w 4286640"/>
                  <a:gd name="connsiteY24" fmla="*/ 4515460 h 4876800"/>
                  <a:gd name="connsiteX25" fmla="*/ 212046 w 4286640"/>
                  <a:gd name="connsiteY25" fmla="*/ 4049859 h 4876800"/>
                  <a:gd name="connsiteX26" fmla="*/ 2703452 w 4286640"/>
                  <a:gd name="connsiteY26" fmla="*/ 4049859 h 4876800"/>
                  <a:gd name="connsiteX27" fmla="*/ 2703452 w 4286640"/>
                  <a:gd name="connsiteY27" fmla="*/ 4515460 h 4876800"/>
                  <a:gd name="connsiteX28" fmla="*/ 2554138 w 4286640"/>
                  <a:gd name="connsiteY28" fmla="*/ 4664764 h 4876800"/>
                  <a:gd name="connsiteX29" fmla="*/ 2703443 w 4286640"/>
                  <a:gd name="connsiteY29" fmla="*/ 3837832 h 4876800"/>
                  <a:gd name="connsiteX30" fmla="*/ 212036 w 4286640"/>
                  <a:gd name="connsiteY30" fmla="*/ 3837832 h 4876800"/>
                  <a:gd name="connsiteX31" fmla="*/ 212036 w 4286640"/>
                  <a:gd name="connsiteY31" fmla="*/ 1081373 h 4876800"/>
                  <a:gd name="connsiteX32" fmla="*/ 524789 w 4286640"/>
                  <a:gd name="connsiteY32" fmla="*/ 1081373 h 4876800"/>
                  <a:gd name="connsiteX33" fmla="*/ 524789 w 4286640"/>
                  <a:gd name="connsiteY33" fmla="*/ 1823495 h 4876800"/>
                  <a:gd name="connsiteX34" fmla="*/ 630803 w 4286640"/>
                  <a:gd name="connsiteY34" fmla="*/ 1929508 h 4876800"/>
                  <a:gd name="connsiteX35" fmla="*/ 736816 w 4286640"/>
                  <a:gd name="connsiteY35" fmla="*/ 1823495 h 4876800"/>
                  <a:gd name="connsiteX36" fmla="*/ 736816 w 4286640"/>
                  <a:gd name="connsiteY36" fmla="*/ 1081373 h 4876800"/>
                  <a:gd name="connsiteX37" fmla="*/ 2703443 w 4286640"/>
                  <a:gd name="connsiteY37" fmla="*/ 1081373 h 4876800"/>
                  <a:gd name="connsiteX38" fmla="*/ 2703443 w 4286640"/>
                  <a:gd name="connsiteY38" fmla="*/ 1743980 h 4876800"/>
                  <a:gd name="connsiteX39" fmla="*/ 2166280 w 4286640"/>
                  <a:gd name="connsiteY39" fmla="*/ 1743980 h 4876800"/>
                  <a:gd name="connsiteX40" fmla="*/ 2166280 w 4286640"/>
                  <a:gd name="connsiteY40" fmla="*/ 1399423 h 4876800"/>
                  <a:gd name="connsiteX41" fmla="*/ 2097138 w 4286640"/>
                  <a:gd name="connsiteY41" fmla="*/ 1300020 h 4876800"/>
                  <a:gd name="connsiteX42" fmla="*/ 1979886 w 4286640"/>
                  <a:gd name="connsiteY42" fmla="*/ 1330290 h 4876800"/>
                  <a:gd name="connsiteX43" fmla="*/ 1068143 w 4286640"/>
                  <a:gd name="connsiteY43" fmla="*/ 2390470 h 4876800"/>
                  <a:gd name="connsiteX44" fmla="*/ 1068143 w 4286640"/>
                  <a:gd name="connsiteY44" fmla="*/ 2528726 h 4876800"/>
                  <a:gd name="connsiteX45" fmla="*/ 1979895 w 4286640"/>
                  <a:gd name="connsiteY45" fmla="*/ 3588896 h 4876800"/>
                  <a:gd name="connsiteX46" fmla="*/ 2060296 w 4286640"/>
                  <a:gd name="connsiteY46" fmla="*/ 3625777 h 4876800"/>
                  <a:gd name="connsiteX47" fmla="*/ 2097148 w 4286640"/>
                  <a:gd name="connsiteY47" fmla="*/ 3619157 h 4876800"/>
                  <a:gd name="connsiteX48" fmla="*/ 2166290 w 4286640"/>
                  <a:gd name="connsiteY48" fmla="*/ 3519754 h 4876800"/>
                  <a:gd name="connsiteX49" fmla="*/ 2166290 w 4286640"/>
                  <a:gd name="connsiteY49" fmla="*/ 3175197 h 4876800"/>
                  <a:gd name="connsiteX50" fmla="*/ 2703452 w 4286640"/>
                  <a:gd name="connsiteY50" fmla="*/ 3175197 h 4876800"/>
                  <a:gd name="connsiteX51" fmla="*/ 2703452 w 4286640"/>
                  <a:gd name="connsiteY51" fmla="*/ 3837832 h 4876800"/>
                  <a:gd name="connsiteX52" fmla="*/ 4074614 w 4286640"/>
                  <a:gd name="connsiteY52" fmla="*/ 2963190 h 4876800"/>
                  <a:gd name="connsiteX53" fmla="*/ 2060286 w 4286640"/>
                  <a:gd name="connsiteY53" fmla="*/ 2963190 h 4876800"/>
                  <a:gd name="connsiteX54" fmla="*/ 1954273 w 4286640"/>
                  <a:gd name="connsiteY54" fmla="*/ 3069203 h 4876800"/>
                  <a:gd name="connsiteX55" fmla="*/ 1954273 w 4286640"/>
                  <a:gd name="connsiteY55" fmla="*/ 3233900 h 4876800"/>
                  <a:gd name="connsiteX56" fmla="*/ 1288371 w 4286640"/>
                  <a:gd name="connsiteY56" fmla="*/ 2459603 h 4876800"/>
                  <a:gd name="connsiteX57" fmla="*/ 1954273 w 4286640"/>
                  <a:gd name="connsiteY57" fmla="*/ 1685306 h 4876800"/>
                  <a:gd name="connsiteX58" fmla="*/ 1954273 w 4286640"/>
                  <a:gd name="connsiteY58" fmla="*/ 1850003 h 4876800"/>
                  <a:gd name="connsiteX59" fmla="*/ 2060286 w 4286640"/>
                  <a:gd name="connsiteY59" fmla="*/ 1956016 h 4876800"/>
                  <a:gd name="connsiteX60" fmla="*/ 4074614 w 4286640"/>
                  <a:gd name="connsiteY60" fmla="*/ 1956016 h 4876800"/>
                  <a:gd name="connsiteX61" fmla="*/ 4074614 w 4286640"/>
                  <a:gd name="connsiteY61" fmla="*/ 2963190 h 4876800"/>
                  <a:gd name="connsiteX0" fmla="*/ 4180628 w 4286641"/>
                  <a:gd name="connsiteY0" fmla="*/ 1743989 h 4876800"/>
                  <a:gd name="connsiteX1" fmla="*/ 2915479 w 4286641"/>
                  <a:gd name="connsiteY1" fmla="*/ 1743989 h 4876800"/>
                  <a:gd name="connsiteX2" fmla="*/ 2915479 w 4286641"/>
                  <a:gd name="connsiteY2" fmla="*/ 361340 h 4876800"/>
                  <a:gd name="connsiteX3" fmla="*/ 2554138 w 4286641"/>
                  <a:gd name="connsiteY3" fmla="*/ 0 h 4876800"/>
                  <a:gd name="connsiteX4" fmla="*/ 361350 w 4286641"/>
                  <a:gd name="connsiteY4" fmla="*/ 0 h 4876800"/>
                  <a:gd name="connsiteX5" fmla="*/ 0 w 4286641"/>
                  <a:gd name="connsiteY5" fmla="*/ 361340 h 4876800"/>
                  <a:gd name="connsiteX6" fmla="*/ 0 w 4286641"/>
                  <a:gd name="connsiteY6" fmla="*/ 4515460 h 4876800"/>
                  <a:gd name="connsiteX7" fmla="*/ 361340 w 4286641"/>
                  <a:gd name="connsiteY7" fmla="*/ 4876800 h 4876800"/>
                  <a:gd name="connsiteX8" fmla="*/ 2554138 w 4286641"/>
                  <a:gd name="connsiteY8" fmla="*/ 4876800 h 4876800"/>
                  <a:gd name="connsiteX9" fmla="*/ 2915488 w 4286641"/>
                  <a:gd name="connsiteY9" fmla="*/ 4515460 h 4876800"/>
                  <a:gd name="connsiteX10" fmla="*/ 2915488 w 4286641"/>
                  <a:gd name="connsiteY10" fmla="*/ 3175225 h 4876800"/>
                  <a:gd name="connsiteX11" fmla="*/ 4180628 w 4286641"/>
                  <a:gd name="connsiteY11" fmla="*/ 3175225 h 4876800"/>
                  <a:gd name="connsiteX12" fmla="*/ 4286641 w 4286641"/>
                  <a:gd name="connsiteY12" fmla="*/ 3069212 h 4876800"/>
                  <a:gd name="connsiteX13" fmla="*/ 4286641 w 4286641"/>
                  <a:gd name="connsiteY13" fmla="*/ 1850012 h 4876800"/>
                  <a:gd name="connsiteX14" fmla="*/ 4180628 w 4286641"/>
                  <a:gd name="connsiteY14" fmla="*/ 1743989 h 4876800"/>
                  <a:gd name="connsiteX15" fmla="*/ 361350 w 4286641"/>
                  <a:gd name="connsiteY15" fmla="*/ 212036 h 4876800"/>
                  <a:gd name="connsiteX16" fmla="*/ 2554138 w 4286641"/>
                  <a:gd name="connsiteY16" fmla="*/ 212036 h 4876800"/>
                  <a:gd name="connsiteX17" fmla="*/ 2703452 w 4286641"/>
                  <a:gd name="connsiteY17" fmla="*/ 361340 h 4876800"/>
                  <a:gd name="connsiteX18" fmla="*/ 2703452 w 4286641"/>
                  <a:gd name="connsiteY18" fmla="*/ 869347 h 4876800"/>
                  <a:gd name="connsiteX19" fmla="*/ 212046 w 4286641"/>
                  <a:gd name="connsiteY19" fmla="*/ 869347 h 4876800"/>
                  <a:gd name="connsiteX20" fmla="*/ 212046 w 4286641"/>
                  <a:gd name="connsiteY20" fmla="*/ 361340 h 4876800"/>
                  <a:gd name="connsiteX21" fmla="*/ 361350 w 4286641"/>
                  <a:gd name="connsiteY21" fmla="*/ 212036 h 4876800"/>
                  <a:gd name="connsiteX22" fmla="*/ 2554138 w 4286641"/>
                  <a:gd name="connsiteY22" fmla="*/ 4664764 h 4876800"/>
                  <a:gd name="connsiteX23" fmla="*/ 361350 w 4286641"/>
                  <a:gd name="connsiteY23" fmla="*/ 4664764 h 4876800"/>
                  <a:gd name="connsiteX24" fmla="*/ 212046 w 4286641"/>
                  <a:gd name="connsiteY24" fmla="*/ 4515460 h 4876800"/>
                  <a:gd name="connsiteX25" fmla="*/ 212046 w 4286641"/>
                  <a:gd name="connsiteY25" fmla="*/ 4049859 h 4876800"/>
                  <a:gd name="connsiteX26" fmla="*/ 2703452 w 4286641"/>
                  <a:gd name="connsiteY26" fmla="*/ 4049859 h 4876800"/>
                  <a:gd name="connsiteX27" fmla="*/ 2703452 w 4286641"/>
                  <a:gd name="connsiteY27" fmla="*/ 4515460 h 4876800"/>
                  <a:gd name="connsiteX28" fmla="*/ 2554138 w 4286641"/>
                  <a:gd name="connsiteY28" fmla="*/ 4664764 h 4876800"/>
                  <a:gd name="connsiteX29" fmla="*/ 2703443 w 4286641"/>
                  <a:gd name="connsiteY29" fmla="*/ 3837832 h 4876800"/>
                  <a:gd name="connsiteX30" fmla="*/ 212036 w 4286641"/>
                  <a:gd name="connsiteY30" fmla="*/ 3837832 h 4876800"/>
                  <a:gd name="connsiteX31" fmla="*/ 212036 w 4286641"/>
                  <a:gd name="connsiteY31" fmla="*/ 1081373 h 4876800"/>
                  <a:gd name="connsiteX32" fmla="*/ 524789 w 4286641"/>
                  <a:gd name="connsiteY32" fmla="*/ 1081373 h 4876800"/>
                  <a:gd name="connsiteX33" fmla="*/ 524789 w 4286641"/>
                  <a:gd name="connsiteY33" fmla="*/ 1823495 h 4876800"/>
                  <a:gd name="connsiteX34" fmla="*/ 736816 w 4286641"/>
                  <a:gd name="connsiteY34" fmla="*/ 1823495 h 4876800"/>
                  <a:gd name="connsiteX35" fmla="*/ 736816 w 4286641"/>
                  <a:gd name="connsiteY35" fmla="*/ 1081373 h 4876800"/>
                  <a:gd name="connsiteX36" fmla="*/ 2703443 w 4286641"/>
                  <a:gd name="connsiteY36" fmla="*/ 1081373 h 4876800"/>
                  <a:gd name="connsiteX37" fmla="*/ 2703443 w 4286641"/>
                  <a:gd name="connsiteY37" fmla="*/ 1743980 h 4876800"/>
                  <a:gd name="connsiteX38" fmla="*/ 2166280 w 4286641"/>
                  <a:gd name="connsiteY38" fmla="*/ 1743980 h 4876800"/>
                  <a:gd name="connsiteX39" fmla="*/ 2166280 w 4286641"/>
                  <a:gd name="connsiteY39" fmla="*/ 1399423 h 4876800"/>
                  <a:gd name="connsiteX40" fmla="*/ 2097138 w 4286641"/>
                  <a:gd name="connsiteY40" fmla="*/ 1300020 h 4876800"/>
                  <a:gd name="connsiteX41" fmla="*/ 1979886 w 4286641"/>
                  <a:gd name="connsiteY41" fmla="*/ 1330290 h 4876800"/>
                  <a:gd name="connsiteX42" fmla="*/ 1068143 w 4286641"/>
                  <a:gd name="connsiteY42" fmla="*/ 2390470 h 4876800"/>
                  <a:gd name="connsiteX43" fmla="*/ 1068143 w 4286641"/>
                  <a:gd name="connsiteY43" fmla="*/ 2528726 h 4876800"/>
                  <a:gd name="connsiteX44" fmla="*/ 1979895 w 4286641"/>
                  <a:gd name="connsiteY44" fmla="*/ 3588896 h 4876800"/>
                  <a:gd name="connsiteX45" fmla="*/ 2060296 w 4286641"/>
                  <a:gd name="connsiteY45" fmla="*/ 3625777 h 4876800"/>
                  <a:gd name="connsiteX46" fmla="*/ 2097148 w 4286641"/>
                  <a:gd name="connsiteY46" fmla="*/ 3619157 h 4876800"/>
                  <a:gd name="connsiteX47" fmla="*/ 2166290 w 4286641"/>
                  <a:gd name="connsiteY47" fmla="*/ 3519754 h 4876800"/>
                  <a:gd name="connsiteX48" fmla="*/ 2166290 w 4286641"/>
                  <a:gd name="connsiteY48" fmla="*/ 3175197 h 4876800"/>
                  <a:gd name="connsiteX49" fmla="*/ 2703452 w 4286641"/>
                  <a:gd name="connsiteY49" fmla="*/ 3175197 h 4876800"/>
                  <a:gd name="connsiteX50" fmla="*/ 2703452 w 4286641"/>
                  <a:gd name="connsiteY50" fmla="*/ 3837832 h 4876800"/>
                  <a:gd name="connsiteX51" fmla="*/ 2703443 w 4286641"/>
                  <a:gd name="connsiteY51" fmla="*/ 3837832 h 4876800"/>
                  <a:gd name="connsiteX52" fmla="*/ 4074614 w 4286641"/>
                  <a:gd name="connsiteY52" fmla="*/ 2963190 h 4876800"/>
                  <a:gd name="connsiteX53" fmla="*/ 2060286 w 4286641"/>
                  <a:gd name="connsiteY53" fmla="*/ 2963190 h 4876800"/>
                  <a:gd name="connsiteX54" fmla="*/ 1954273 w 4286641"/>
                  <a:gd name="connsiteY54" fmla="*/ 3069203 h 4876800"/>
                  <a:gd name="connsiteX55" fmla="*/ 1954273 w 4286641"/>
                  <a:gd name="connsiteY55" fmla="*/ 3233900 h 4876800"/>
                  <a:gd name="connsiteX56" fmla="*/ 1288371 w 4286641"/>
                  <a:gd name="connsiteY56" fmla="*/ 2459603 h 4876800"/>
                  <a:gd name="connsiteX57" fmla="*/ 1954273 w 4286641"/>
                  <a:gd name="connsiteY57" fmla="*/ 1685306 h 4876800"/>
                  <a:gd name="connsiteX58" fmla="*/ 1954273 w 4286641"/>
                  <a:gd name="connsiteY58" fmla="*/ 1850003 h 4876800"/>
                  <a:gd name="connsiteX59" fmla="*/ 2060286 w 4286641"/>
                  <a:gd name="connsiteY59" fmla="*/ 1956016 h 4876800"/>
                  <a:gd name="connsiteX60" fmla="*/ 4074614 w 4286641"/>
                  <a:gd name="connsiteY60" fmla="*/ 1956016 h 4876800"/>
                  <a:gd name="connsiteX61" fmla="*/ 4074614 w 4286641"/>
                  <a:gd name="connsiteY61" fmla="*/ 2963190 h 4876800"/>
                  <a:gd name="connsiteX0" fmla="*/ 4180628 w 4286641"/>
                  <a:gd name="connsiteY0" fmla="*/ 1743989 h 4876800"/>
                  <a:gd name="connsiteX1" fmla="*/ 2915479 w 4286641"/>
                  <a:gd name="connsiteY1" fmla="*/ 1743989 h 4876800"/>
                  <a:gd name="connsiteX2" fmla="*/ 2915479 w 4286641"/>
                  <a:gd name="connsiteY2" fmla="*/ 361340 h 4876800"/>
                  <a:gd name="connsiteX3" fmla="*/ 2554138 w 4286641"/>
                  <a:gd name="connsiteY3" fmla="*/ 0 h 4876800"/>
                  <a:gd name="connsiteX4" fmla="*/ 361350 w 4286641"/>
                  <a:gd name="connsiteY4" fmla="*/ 0 h 4876800"/>
                  <a:gd name="connsiteX5" fmla="*/ 0 w 4286641"/>
                  <a:gd name="connsiteY5" fmla="*/ 361340 h 4876800"/>
                  <a:gd name="connsiteX6" fmla="*/ 0 w 4286641"/>
                  <a:gd name="connsiteY6" fmla="*/ 4515460 h 4876800"/>
                  <a:gd name="connsiteX7" fmla="*/ 361340 w 4286641"/>
                  <a:gd name="connsiteY7" fmla="*/ 4876800 h 4876800"/>
                  <a:gd name="connsiteX8" fmla="*/ 2554138 w 4286641"/>
                  <a:gd name="connsiteY8" fmla="*/ 4876800 h 4876800"/>
                  <a:gd name="connsiteX9" fmla="*/ 2915488 w 4286641"/>
                  <a:gd name="connsiteY9" fmla="*/ 4515460 h 4876800"/>
                  <a:gd name="connsiteX10" fmla="*/ 2915488 w 4286641"/>
                  <a:gd name="connsiteY10" fmla="*/ 3175225 h 4876800"/>
                  <a:gd name="connsiteX11" fmla="*/ 4180628 w 4286641"/>
                  <a:gd name="connsiteY11" fmla="*/ 3175225 h 4876800"/>
                  <a:gd name="connsiteX12" fmla="*/ 4286641 w 4286641"/>
                  <a:gd name="connsiteY12" fmla="*/ 3069212 h 4876800"/>
                  <a:gd name="connsiteX13" fmla="*/ 4286641 w 4286641"/>
                  <a:gd name="connsiteY13" fmla="*/ 1850012 h 4876800"/>
                  <a:gd name="connsiteX14" fmla="*/ 4180628 w 4286641"/>
                  <a:gd name="connsiteY14" fmla="*/ 1743989 h 4876800"/>
                  <a:gd name="connsiteX15" fmla="*/ 361350 w 4286641"/>
                  <a:gd name="connsiteY15" fmla="*/ 212036 h 4876800"/>
                  <a:gd name="connsiteX16" fmla="*/ 2554138 w 4286641"/>
                  <a:gd name="connsiteY16" fmla="*/ 212036 h 4876800"/>
                  <a:gd name="connsiteX17" fmla="*/ 2703452 w 4286641"/>
                  <a:gd name="connsiteY17" fmla="*/ 361340 h 4876800"/>
                  <a:gd name="connsiteX18" fmla="*/ 2703452 w 4286641"/>
                  <a:gd name="connsiteY18" fmla="*/ 869347 h 4876800"/>
                  <a:gd name="connsiteX19" fmla="*/ 212046 w 4286641"/>
                  <a:gd name="connsiteY19" fmla="*/ 869347 h 4876800"/>
                  <a:gd name="connsiteX20" fmla="*/ 212046 w 4286641"/>
                  <a:gd name="connsiteY20" fmla="*/ 361340 h 4876800"/>
                  <a:gd name="connsiteX21" fmla="*/ 361350 w 4286641"/>
                  <a:gd name="connsiteY21" fmla="*/ 212036 h 4876800"/>
                  <a:gd name="connsiteX22" fmla="*/ 2554138 w 4286641"/>
                  <a:gd name="connsiteY22" fmla="*/ 4664764 h 4876800"/>
                  <a:gd name="connsiteX23" fmla="*/ 361350 w 4286641"/>
                  <a:gd name="connsiteY23" fmla="*/ 4664764 h 4876800"/>
                  <a:gd name="connsiteX24" fmla="*/ 212046 w 4286641"/>
                  <a:gd name="connsiteY24" fmla="*/ 4515460 h 4876800"/>
                  <a:gd name="connsiteX25" fmla="*/ 212046 w 4286641"/>
                  <a:gd name="connsiteY25" fmla="*/ 4049859 h 4876800"/>
                  <a:gd name="connsiteX26" fmla="*/ 2703452 w 4286641"/>
                  <a:gd name="connsiteY26" fmla="*/ 4049859 h 4876800"/>
                  <a:gd name="connsiteX27" fmla="*/ 2703452 w 4286641"/>
                  <a:gd name="connsiteY27" fmla="*/ 4515460 h 4876800"/>
                  <a:gd name="connsiteX28" fmla="*/ 2554138 w 4286641"/>
                  <a:gd name="connsiteY28" fmla="*/ 4664764 h 4876800"/>
                  <a:gd name="connsiteX29" fmla="*/ 2703443 w 4286641"/>
                  <a:gd name="connsiteY29" fmla="*/ 3837832 h 4876800"/>
                  <a:gd name="connsiteX30" fmla="*/ 212036 w 4286641"/>
                  <a:gd name="connsiteY30" fmla="*/ 3837832 h 4876800"/>
                  <a:gd name="connsiteX31" fmla="*/ 212036 w 4286641"/>
                  <a:gd name="connsiteY31" fmla="*/ 1081373 h 4876800"/>
                  <a:gd name="connsiteX32" fmla="*/ 524789 w 4286641"/>
                  <a:gd name="connsiteY32" fmla="*/ 1081373 h 4876800"/>
                  <a:gd name="connsiteX33" fmla="*/ 524789 w 4286641"/>
                  <a:gd name="connsiteY33" fmla="*/ 1823495 h 4876800"/>
                  <a:gd name="connsiteX34" fmla="*/ 736816 w 4286641"/>
                  <a:gd name="connsiteY34" fmla="*/ 1081373 h 4876800"/>
                  <a:gd name="connsiteX35" fmla="*/ 2703443 w 4286641"/>
                  <a:gd name="connsiteY35" fmla="*/ 1081373 h 4876800"/>
                  <a:gd name="connsiteX36" fmla="*/ 2703443 w 4286641"/>
                  <a:gd name="connsiteY36" fmla="*/ 1743980 h 4876800"/>
                  <a:gd name="connsiteX37" fmla="*/ 2166280 w 4286641"/>
                  <a:gd name="connsiteY37" fmla="*/ 1743980 h 4876800"/>
                  <a:gd name="connsiteX38" fmla="*/ 2166280 w 4286641"/>
                  <a:gd name="connsiteY38" fmla="*/ 1399423 h 4876800"/>
                  <a:gd name="connsiteX39" fmla="*/ 2097138 w 4286641"/>
                  <a:gd name="connsiteY39" fmla="*/ 1300020 h 4876800"/>
                  <a:gd name="connsiteX40" fmla="*/ 1979886 w 4286641"/>
                  <a:gd name="connsiteY40" fmla="*/ 1330290 h 4876800"/>
                  <a:gd name="connsiteX41" fmla="*/ 1068143 w 4286641"/>
                  <a:gd name="connsiteY41" fmla="*/ 2390470 h 4876800"/>
                  <a:gd name="connsiteX42" fmla="*/ 1068143 w 4286641"/>
                  <a:gd name="connsiteY42" fmla="*/ 2528726 h 4876800"/>
                  <a:gd name="connsiteX43" fmla="*/ 1979895 w 4286641"/>
                  <a:gd name="connsiteY43" fmla="*/ 3588896 h 4876800"/>
                  <a:gd name="connsiteX44" fmla="*/ 2060296 w 4286641"/>
                  <a:gd name="connsiteY44" fmla="*/ 3625777 h 4876800"/>
                  <a:gd name="connsiteX45" fmla="*/ 2097148 w 4286641"/>
                  <a:gd name="connsiteY45" fmla="*/ 3619157 h 4876800"/>
                  <a:gd name="connsiteX46" fmla="*/ 2166290 w 4286641"/>
                  <a:gd name="connsiteY46" fmla="*/ 3519754 h 4876800"/>
                  <a:gd name="connsiteX47" fmla="*/ 2166290 w 4286641"/>
                  <a:gd name="connsiteY47" fmla="*/ 3175197 h 4876800"/>
                  <a:gd name="connsiteX48" fmla="*/ 2703452 w 4286641"/>
                  <a:gd name="connsiteY48" fmla="*/ 3175197 h 4876800"/>
                  <a:gd name="connsiteX49" fmla="*/ 2703452 w 4286641"/>
                  <a:gd name="connsiteY49" fmla="*/ 3837832 h 4876800"/>
                  <a:gd name="connsiteX50" fmla="*/ 2703443 w 4286641"/>
                  <a:gd name="connsiteY50" fmla="*/ 3837832 h 4876800"/>
                  <a:gd name="connsiteX51" fmla="*/ 4074614 w 4286641"/>
                  <a:gd name="connsiteY51" fmla="*/ 2963190 h 4876800"/>
                  <a:gd name="connsiteX52" fmla="*/ 2060286 w 4286641"/>
                  <a:gd name="connsiteY52" fmla="*/ 2963190 h 4876800"/>
                  <a:gd name="connsiteX53" fmla="*/ 1954273 w 4286641"/>
                  <a:gd name="connsiteY53" fmla="*/ 3069203 h 4876800"/>
                  <a:gd name="connsiteX54" fmla="*/ 1954273 w 4286641"/>
                  <a:gd name="connsiteY54" fmla="*/ 3233900 h 4876800"/>
                  <a:gd name="connsiteX55" fmla="*/ 1288371 w 4286641"/>
                  <a:gd name="connsiteY55" fmla="*/ 2459603 h 4876800"/>
                  <a:gd name="connsiteX56" fmla="*/ 1954273 w 4286641"/>
                  <a:gd name="connsiteY56" fmla="*/ 1685306 h 4876800"/>
                  <a:gd name="connsiteX57" fmla="*/ 1954273 w 4286641"/>
                  <a:gd name="connsiteY57" fmla="*/ 1850003 h 4876800"/>
                  <a:gd name="connsiteX58" fmla="*/ 2060286 w 4286641"/>
                  <a:gd name="connsiteY58" fmla="*/ 1956016 h 4876800"/>
                  <a:gd name="connsiteX59" fmla="*/ 4074614 w 4286641"/>
                  <a:gd name="connsiteY59" fmla="*/ 1956016 h 4876800"/>
                  <a:gd name="connsiteX60" fmla="*/ 4074614 w 4286641"/>
                  <a:gd name="connsiteY60" fmla="*/ 2963190 h 4876800"/>
                  <a:gd name="connsiteX0" fmla="*/ 4180628 w 4286641"/>
                  <a:gd name="connsiteY0" fmla="*/ 1743989 h 4876800"/>
                  <a:gd name="connsiteX1" fmla="*/ 2915479 w 4286641"/>
                  <a:gd name="connsiteY1" fmla="*/ 1743989 h 4876800"/>
                  <a:gd name="connsiteX2" fmla="*/ 2915479 w 4286641"/>
                  <a:gd name="connsiteY2" fmla="*/ 361340 h 4876800"/>
                  <a:gd name="connsiteX3" fmla="*/ 2554138 w 4286641"/>
                  <a:gd name="connsiteY3" fmla="*/ 0 h 4876800"/>
                  <a:gd name="connsiteX4" fmla="*/ 361350 w 4286641"/>
                  <a:gd name="connsiteY4" fmla="*/ 0 h 4876800"/>
                  <a:gd name="connsiteX5" fmla="*/ 0 w 4286641"/>
                  <a:gd name="connsiteY5" fmla="*/ 361340 h 4876800"/>
                  <a:gd name="connsiteX6" fmla="*/ 0 w 4286641"/>
                  <a:gd name="connsiteY6" fmla="*/ 4515460 h 4876800"/>
                  <a:gd name="connsiteX7" fmla="*/ 361340 w 4286641"/>
                  <a:gd name="connsiteY7" fmla="*/ 4876800 h 4876800"/>
                  <a:gd name="connsiteX8" fmla="*/ 2554138 w 4286641"/>
                  <a:gd name="connsiteY8" fmla="*/ 4876800 h 4876800"/>
                  <a:gd name="connsiteX9" fmla="*/ 2915488 w 4286641"/>
                  <a:gd name="connsiteY9" fmla="*/ 4515460 h 4876800"/>
                  <a:gd name="connsiteX10" fmla="*/ 2915488 w 4286641"/>
                  <a:gd name="connsiteY10" fmla="*/ 3175225 h 4876800"/>
                  <a:gd name="connsiteX11" fmla="*/ 4180628 w 4286641"/>
                  <a:gd name="connsiteY11" fmla="*/ 3175225 h 4876800"/>
                  <a:gd name="connsiteX12" fmla="*/ 4286641 w 4286641"/>
                  <a:gd name="connsiteY12" fmla="*/ 3069212 h 4876800"/>
                  <a:gd name="connsiteX13" fmla="*/ 4286641 w 4286641"/>
                  <a:gd name="connsiteY13" fmla="*/ 1850012 h 4876800"/>
                  <a:gd name="connsiteX14" fmla="*/ 4180628 w 4286641"/>
                  <a:gd name="connsiteY14" fmla="*/ 1743989 h 4876800"/>
                  <a:gd name="connsiteX15" fmla="*/ 361350 w 4286641"/>
                  <a:gd name="connsiteY15" fmla="*/ 212036 h 4876800"/>
                  <a:gd name="connsiteX16" fmla="*/ 2554138 w 4286641"/>
                  <a:gd name="connsiteY16" fmla="*/ 212036 h 4876800"/>
                  <a:gd name="connsiteX17" fmla="*/ 2703452 w 4286641"/>
                  <a:gd name="connsiteY17" fmla="*/ 361340 h 4876800"/>
                  <a:gd name="connsiteX18" fmla="*/ 2703452 w 4286641"/>
                  <a:gd name="connsiteY18" fmla="*/ 869347 h 4876800"/>
                  <a:gd name="connsiteX19" fmla="*/ 212046 w 4286641"/>
                  <a:gd name="connsiteY19" fmla="*/ 869347 h 4876800"/>
                  <a:gd name="connsiteX20" fmla="*/ 212046 w 4286641"/>
                  <a:gd name="connsiteY20" fmla="*/ 361340 h 4876800"/>
                  <a:gd name="connsiteX21" fmla="*/ 361350 w 4286641"/>
                  <a:gd name="connsiteY21" fmla="*/ 212036 h 4876800"/>
                  <a:gd name="connsiteX22" fmla="*/ 2554138 w 4286641"/>
                  <a:gd name="connsiteY22" fmla="*/ 4664764 h 4876800"/>
                  <a:gd name="connsiteX23" fmla="*/ 361350 w 4286641"/>
                  <a:gd name="connsiteY23" fmla="*/ 4664764 h 4876800"/>
                  <a:gd name="connsiteX24" fmla="*/ 212046 w 4286641"/>
                  <a:gd name="connsiteY24" fmla="*/ 4515460 h 4876800"/>
                  <a:gd name="connsiteX25" fmla="*/ 212046 w 4286641"/>
                  <a:gd name="connsiteY25" fmla="*/ 4049859 h 4876800"/>
                  <a:gd name="connsiteX26" fmla="*/ 2703452 w 4286641"/>
                  <a:gd name="connsiteY26" fmla="*/ 4049859 h 4876800"/>
                  <a:gd name="connsiteX27" fmla="*/ 2703452 w 4286641"/>
                  <a:gd name="connsiteY27" fmla="*/ 4515460 h 4876800"/>
                  <a:gd name="connsiteX28" fmla="*/ 2554138 w 4286641"/>
                  <a:gd name="connsiteY28" fmla="*/ 4664764 h 4876800"/>
                  <a:gd name="connsiteX29" fmla="*/ 2703443 w 4286641"/>
                  <a:gd name="connsiteY29" fmla="*/ 3837832 h 4876800"/>
                  <a:gd name="connsiteX30" fmla="*/ 212036 w 4286641"/>
                  <a:gd name="connsiteY30" fmla="*/ 3837832 h 4876800"/>
                  <a:gd name="connsiteX31" fmla="*/ 212036 w 4286641"/>
                  <a:gd name="connsiteY31" fmla="*/ 1081373 h 4876800"/>
                  <a:gd name="connsiteX32" fmla="*/ 524789 w 4286641"/>
                  <a:gd name="connsiteY32" fmla="*/ 1081373 h 4876800"/>
                  <a:gd name="connsiteX33" fmla="*/ 736816 w 4286641"/>
                  <a:gd name="connsiteY33" fmla="*/ 1081373 h 4876800"/>
                  <a:gd name="connsiteX34" fmla="*/ 2703443 w 4286641"/>
                  <a:gd name="connsiteY34" fmla="*/ 1081373 h 4876800"/>
                  <a:gd name="connsiteX35" fmla="*/ 2703443 w 4286641"/>
                  <a:gd name="connsiteY35" fmla="*/ 1743980 h 4876800"/>
                  <a:gd name="connsiteX36" fmla="*/ 2166280 w 4286641"/>
                  <a:gd name="connsiteY36" fmla="*/ 1743980 h 4876800"/>
                  <a:gd name="connsiteX37" fmla="*/ 2166280 w 4286641"/>
                  <a:gd name="connsiteY37" fmla="*/ 1399423 h 4876800"/>
                  <a:gd name="connsiteX38" fmla="*/ 2097138 w 4286641"/>
                  <a:gd name="connsiteY38" fmla="*/ 1300020 h 4876800"/>
                  <a:gd name="connsiteX39" fmla="*/ 1979886 w 4286641"/>
                  <a:gd name="connsiteY39" fmla="*/ 1330290 h 4876800"/>
                  <a:gd name="connsiteX40" fmla="*/ 1068143 w 4286641"/>
                  <a:gd name="connsiteY40" fmla="*/ 2390470 h 4876800"/>
                  <a:gd name="connsiteX41" fmla="*/ 1068143 w 4286641"/>
                  <a:gd name="connsiteY41" fmla="*/ 2528726 h 4876800"/>
                  <a:gd name="connsiteX42" fmla="*/ 1979895 w 4286641"/>
                  <a:gd name="connsiteY42" fmla="*/ 3588896 h 4876800"/>
                  <a:gd name="connsiteX43" fmla="*/ 2060296 w 4286641"/>
                  <a:gd name="connsiteY43" fmla="*/ 3625777 h 4876800"/>
                  <a:gd name="connsiteX44" fmla="*/ 2097148 w 4286641"/>
                  <a:gd name="connsiteY44" fmla="*/ 3619157 h 4876800"/>
                  <a:gd name="connsiteX45" fmla="*/ 2166290 w 4286641"/>
                  <a:gd name="connsiteY45" fmla="*/ 3519754 h 4876800"/>
                  <a:gd name="connsiteX46" fmla="*/ 2166290 w 4286641"/>
                  <a:gd name="connsiteY46" fmla="*/ 3175197 h 4876800"/>
                  <a:gd name="connsiteX47" fmla="*/ 2703452 w 4286641"/>
                  <a:gd name="connsiteY47" fmla="*/ 3175197 h 4876800"/>
                  <a:gd name="connsiteX48" fmla="*/ 2703452 w 4286641"/>
                  <a:gd name="connsiteY48" fmla="*/ 3837832 h 4876800"/>
                  <a:gd name="connsiteX49" fmla="*/ 2703443 w 4286641"/>
                  <a:gd name="connsiteY49" fmla="*/ 3837832 h 4876800"/>
                  <a:gd name="connsiteX50" fmla="*/ 4074614 w 4286641"/>
                  <a:gd name="connsiteY50" fmla="*/ 2963190 h 4876800"/>
                  <a:gd name="connsiteX51" fmla="*/ 2060286 w 4286641"/>
                  <a:gd name="connsiteY51" fmla="*/ 2963190 h 4876800"/>
                  <a:gd name="connsiteX52" fmla="*/ 1954273 w 4286641"/>
                  <a:gd name="connsiteY52" fmla="*/ 3069203 h 4876800"/>
                  <a:gd name="connsiteX53" fmla="*/ 1954273 w 4286641"/>
                  <a:gd name="connsiteY53" fmla="*/ 3233900 h 4876800"/>
                  <a:gd name="connsiteX54" fmla="*/ 1288371 w 4286641"/>
                  <a:gd name="connsiteY54" fmla="*/ 2459603 h 4876800"/>
                  <a:gd name="connsiteX55" fmla="*/ 1954273 w 4286641"/>
                  <a:gd name="connsiteY55" fmla="*/ 1685306 h 4876800"/>
                  <a:gd name="connsiteX56" fmla="*/ 1954273 w 4286641"/>
                  <a:gd name="connsiteY56" fmla="*/ 1850003 h 4876800"/>
                  <a:gd name="connsiteX57" fmla="*/ 2060286 w 4286641"/>
                  <a:gd name="connsiteY57" fmla="*/ 1956016 h 4876800"/>
                  <a:gd name="connsiteX58" fmla="*/ 4074614 w 4286641"/>
                  <a:gd name="connsiteY58" fmla="*/ 1956016 h 4876800"/>
                  <a:gd name="connsiteX59" fmla="*/ 4074614 w 4286641"/>
                  <a:gd name="connsiteY59" fmla="*/ 2963190 h 4876800"/>
                  <a:gd name="connsiteX0" fmla="*/ 4180628 w 4286641"/>
                  <a:gd name="connsiteY0" fmla="*/ 1743989 h 4876800"/>
                  <a:gd name="connsiteX1" fmla="*/ 2915479 w 4286641"/>
                  <a:gd name="connsiteY1" fmla="*/ 1743989 h 4876800"/>
                  <a:gd name="connsiteX2" fmla="*/ 2915479 w 4286641"/>
                  <a:gd name="connsiteY2" fmla="*/ 361340 h 4876800"/>
                  <a:gd name="connsiteX3" fmla="*/ 2554138 w 4286641"/>
                  <a:gd name="connsiteY3" fmla="*/ 0 h 4876800"/>
                  <a:gd name="connsiteX4" fmla="*/ 361350 w 4286641"/>
                  <a:gd name="connsiteY4" fmla="*/ 0 h 4876800"/>
                  <a:gd name="connsiteX5" fmla="*/ 0 w 4286641"/>
                  <a:gd name="connsiteY5" fmla="*/ 361340 h 4876800"/>
                  <a:gd name="connsiteX6" fmla="*/ 0 w 4286641"/>
                  <a:gd name="connsiteY6" fmla="*/ 4515460 h 4876800"/>
                  <a:gd name="connsiteX7" fmla="*/ 361340 w 4286641"/>
                  <a:gd name="connsiteY7" fmla="*/ 4876800 h 4876800"/>
                  <a:gd name="connsiteX8" fmla="*/ 2554138 w 4286641"/>
                  <a:gd name="connsiteY8" fmla="*/ 4876800 h 4876800"/>
                  <a:gd name="connsiteX9" fmla="*/ 2915488 w 4286641"/>
                  <a:gd name="connsiteY9" fmla="*/ 4515460 h 4876800"/>
                  <a:gd name="connsiteX10" fmla="*/ 2915488 w 4286641"/>
                  <a:gd name="connsiteY10" fmla="*/ 3175225 h 4876800"/>
                  <a:gd name="connsiteX11" fmla="*/ 4180628 w 4286641"/>
                  <a:gd name="connsiteY11" fmla="*/ 3175225 h 4876800"/>
                  <a:gd name="connsiteX12" fmla="*/ 4286641 w 4286641"/>
                  <a:gd name="connsiteY12" fmla="*/ 3069212 h 4876800"/>
                  <a:gd name="connsiteX13" fmla="*/ 4286641 w 4286641"/>
                  <a:gd name="connsiteY13" fmla="*/ 1850012 h 4876800"/>
                  <a:gd name="connsiteX14" fmla="*/ 4180628 w 4286641"/>
                  <a:gd name="connsiteY14" fmla="*/ 1743989 h 4876800"/>
                  <a:gd name="connsiteX15" fmla="*/ 361350 w 4286641"/>
                  <a:gd name="connsiteY15" fmla="*/ 212036 h 4876800"/>
                  <a:gd name="connsiteX16" fmla="*/ 2554138 w 4286641"/>
                  <a:gd name="connsiteY16" fmla="*/ 212036 h 4876800"/>
                  <a:gd name="connsiteX17" fmla="*/ 2703452 w 4286641"/>
                  <a:gd name="connsiteY17" fmla="*/ 361340 h 4876800"/>
                  <a:gd name="connsiteX18" fmla="*/ 2703452 w 4286641"/>
                  <a:gd name="connsiteY18" fmla="*/ 869347 h 4876800"/>
                  <a:gd name="connsiteX19" fmla="*/ 212046 w 4286641"/>
                  <a:gd name="connsiteY19" fmla="*/ 869347 h 4876800"/>
                  <a:gd name="connsiteX20" fmla="*/ 212046 w 4286641"/>
                  <a:gd name="connsiteY20" fmla="*/ 361340 h 4876800"/>
                  <a:gd name="connsiteX21" fmla="*/ 361350 w 4286641"/>
                  <a:gd name="connsiteY21" fmla="*/ 212036 h 4876800"/>
                  <a:gd name="connsiteX22" fmla="*/ 2554138 w 4286641"/>
                  <a:gd name="connsiteY22" fmla="*/ 4664764 h 4876800"/>
                  <a:gd name="connsiteX23" fmla="*/ 361350 w 4286641"/>
                  <a:gd name="connsiteY23" fmla="*/ 4664764 h 4876800"/>
                  <a:gd name="connsiteX24" fmla="*/ 212046 w 4286641"/>
                  <a:gd name="connsiteY24" fmla="*/ 4515460 h 4876800"/>
                  <a:gd name="connsiteX25" fmla="*/ 212046 w 4286641"/>
                  <a:gd name="connsiteY25" fmla="*/ 4049859 h 4876800"/>
                  <a:gd name="connsiteX26" fmla="*/ 2703452 w 4286641"/>
                  <a:gd name="connsiteY26" fmla="*/ 4049859 h 4876800"/>
                  <a:gd name="connsiteX27" fmla="*/ 2703452 w 4286641"/>
                  <a:gd name="connsiteY27" fmla="*/ 4515460 h 4876800"/>
                  <a:gd name="connsiteX28" fmla="*/ 2554138 w 4286641"/>
                  <a:gd name="connsiteY28" fmla="*/ 4664764 h 4876800"/>
                  <a:gd name="connsiteX29" fmla="*/ 2703443 w 4286641"/>
                  <a:gd name="connsiteY29" fmla="*/ 3837832 h 4876800"/>
                  <a:gd name="connsiteX30" fmla="*/ 212036 w 4286641"/>
                  <a:gd name="connsiteY30" fmla="*/ 3837832 h 4876800"/>
                  <a:gd name="connsiteX31" fmla="*/ 212036 w 4286641"/>
                  <a:gd name="connsiteY31" fmla="*/ 1081373 h 4876800"/>
                  <a:gd name="connsiteX32" fmla="*/ 524789 w 4286641"/>
                  <a:gd name="connsiteY32" fmla="*/ 1081373 h 4876800"/>
                  <a:gd name="connsiteX33" fmla="*/ 736816 w 4286641"/>
                  <a:gd name="connsiteY33" fmla="*/ 1081373 h 4876800"/>
                  <a:gd name="connsiteX34" fmla="*/ 2703443 w 4286641"/>
                  <a:gd name="connsiteY34" fmla="*/ 1081373 h 4876800"/>
                  <a:gd name="connsiteX35" fmla="*/ 2703443 w 4286641"/>
                  <a:gd name="connsiteY35" fmla="*/ 1743980 h 4876800"/>
                  <a:gd name="connsiteX36" fmla="*/ 2166280 w 4286641"/>
                  <a:gd name="connsiteY36" fmla="*/ 1743980 h 4876800"/>
                  <a:gd name="connsiteX37" fmla="*/ 2166280 w 4286641"/>
                  <a:gd name="connsiteY37" fmla="*/ 1399423 h 4876800"/>
                  <a:gd name="connsiteX38" fmla="*/ 2097138 w 4286641"/>
                  <a:gd name="connsiteY38" fmla="*/ 1300020 h 4876800"/>
                  <a:gd name="connsiteX39" fmla="*/ 1979886 w 4286641"/>
                  <a:gd name="connsiteY39" fmla="*/ 1330290 h 4876800"/>
                  <a:gd name="connsiteX40" fmla="*/ 1068143 w 4286641"/>
                  <a:gd name="connsiteY40" fmla="*/ 2528726 h 4876800"/>
                  <a:gd name="connsiteX41" fmla="*/ 1979895 w 4286641"/>
                  <a:gd name="connsiteY41" fmla="*/ 3588896 h 4876800"/>
                  <a:gd name="connsiteX42" fmla="*/ 2060296 w 4286641"/>
                  <a:gd name="connsiteY42" fmla="*/ 3625777 h 4876800"/>
                  <a:gd name="connsiteX43" fmla="*/ 2097148 w 4286641"/>
                  <a:gd name="connsiteY43" fmla="*/ 3619157 h 4876800"/>
                  <a:gd name="connsiteX44" fmla="*/ 2166290 w 4286641"/>
                  <a:gd name="connsiteY44" fmla="*/ 3519754 h 4876800"/>
                  <a:gd name="connsiteX45" fmla="*/ 2166290 w 4286641"/>
                  <a:gd name="connsiteY45" fmla="*/ 3175197 h 4876800"/>
                  <a:gd name="connsiteX46" fmla="*/ 2703452 w 4286641"/>
                  <a:gd name="connsiteY46" fmla="*/ 3175197 h 4876800"/>
                  <a:gd name="connsiteX47" fmla="*/ 2703452 w 4286641"/>
                  <a:gd name="connsiteY47" fmla="*/ 3837832 h 4876800"/>
                  <a:gd name="connsiteX48" fmla="*/ 2703443 w 4286641"/>
                  <a:gd name="connsiteY48" fmla="*/ 3837832 h 4876800"/>
                  <a:gd name="connsiteX49" fmla="*/ 4074614 w 4286641"/>
                  <a:gd name="connsiteY49" fmla="*/ 2963190 h 4876800"/>
                  <a:gd name="connsiteX50" fmla="*/ 2060286 w 4286641"/>
                  <a:gd name="connsiteY50" fmla="*/ 2963190 h 4876800"/>
                  <a:gd name="connsiteX51" fmla="*/ 1954273 w 4286641"/>
                  <a:gd name="connsiteY51" fmla="*/ 3069203 h 4876800"/>
                  <a:gd name="connsiteX52" fmla="*/ 1954273 w 4286641"/>
                  <a:gd name="connsiteY52" fmla="*/ 3233900 h 4876800"/>
                  <a:gd name="connsiteX53" fmla="*/ 1288371 w 4286641"/>
                  <a:gd name="connsiteY53" fmla="*/ 2459603 h 4876800"/>
                  <a:gd name="connsiteX54" fmla="*/ 1954273 w 4286641"/>
                  <a:gd name="connsiteY54" fmla="*/ 1685306 h 4876800"/>
                  <a:gd name="connsiteX55" fmla="*/ 1954273 w 4286641"/>
                  <a:gd name="connsiteY55" fmla="*/ 1850003 h 4876800"/>
                  <a:gd name="connsiteX56" fmla="*/ 2060286 w 4286641"/>
                  <a:gd name="connsiteY56" fmla="*/ 1956016 h 4876800"/>
                  <a:gd name="connsiteX57" fmla="*/ 4074614 w 4286641"/>
                  <a:gd name="connsiteY57" fmla="*/ 1956016 h 4876800"/>
                  <a:gd name="connsiteX58" fmla="*/ 4074614 w 4286641"/>
                  <a:gd name="connsiteY58" fmla="*/ 2963190 h 4876800"/>
                  <a:gd name="connsiteX0" fmla="*/ 4180628 w 4286641"/>
                  <a:gd name="connsiteY0" fmla="*/ 1743989 h 4876800"/>
                  <a:gd name="connsiteX1" fmla="*/ 2915479 w 4286641"/>
                  <a:gd name="connsiteY1" fmla="*/ 1743989 h 4876800"/>
                  <a:gd name="connsiteX2" fmla="*/ 2915479 w 4286641"/>
                  <a:gd name="connsiteY2" fmla="*/ 361340 h 4876800"/>
                  <a:gd name="connsiteX3" fmla="*/ 2554138 w 4286641"/>
                  <a:gd name="connsiteY3" fmla="*/ 0 h 4876800"/>
                  <a:gd name="connsiteX4" fmla="*/ 361350 w 4286641"/>
                  <a:gd name="connsiteY4" fmla="*/ 0 h 4876800"/>
                  <a:gd name="connsiteX5" fmla="*/ 0 w 4286641"/>
                  <a:gd name="connsiteY5" fmla="*/ 361340 h 4876800"/>
                  <a:gd name="connsiteX6" fmla="*/ 0 w 4286641"/>
                  <a:gd name="connsiteY6" fmla="*/ 4515460 h 4876800"/>
                  <a:gd name="connsiteX7" fmla="*/ 361340 w 4286641"/>
                  <a:gd name="connsiteY7" fmla="*/ 4876800 h 4876800"/>
                  <a:gd name="connsiteX8" fmla="*/ 2554138 w 4286641"/>
                  <a:gd name="connsiteY8" fmla="*/ 4876800 h 4876800"/>
                  <a:gd name="connsiteX9" fmla="*/ 2915488 w 4286641"/>
                  <a:gd name="connsiteY9" fmla="*/ 4515460 h 4876800"/>
                  <a:gd name="connsiteX10" fmla="*/ 2915488 w 4286641"/>
                  <a:gd name="connsiteY10" fmla="*/ 3175225 h 4876800"/>
                  <a:gd name="connsiteX11" fmla="*/ 4180628 w 4286641"/>
                  <a:gd name="connsiteY11" fmla="*/ 3175225 h 4876800"/>
                  <a:gd name="connsiteX12" fmla="*/ 4286641 w 4286641"/>
                  <a:gd name="connsiteY12" fmla="*/ 3069212 h 4876800"/>
                  <a:gd name="connsiteX13" fmla="*/ 4286641 w 4286641"/>
                  <a:gd name="connsiteY13" fmla="*/ 1850012 h 4876800"/>
                  <a:gd name="connsiteX14" fmla="*/ 4180628 w 4286641"/>
                  <a:gd name="connsiteY14" fmla="*/ 1743989 h 4876800"/>
                  <a:gd name="connsiteX15" fmla="*/ 361350 w 4286641"/>
                  <a:gd name="connsiteY15" fmla="*/ 212036 h 4876800"/>
                  <a:gd name="connsiteX16" fmla="*/ 2554138 w 4286641"/>
                  <a:gd name="connsiteY16" fmla="*/ 212036 h 4876800"/>
                  <a:gd name="connsiteX17" fmla="*/ 2703452 w 4286641"/>
                  <a:gd name="connsiteY17" fmla="*/ 361340 h 4876800"/>
                  <a:gd name="connsiteX18" fmla="*/ 2703452 w 4286641"/>
                  <a:gd name="connsiteY18" fmla="*/ 869347 h 4876800"/>
                  <a:gd name="connsiteX19" fmla="*/ 212046 w 4286641"/>
                  <a:gd name="connsiteY19" fmla="*/ 869347 h 4876800"/>
                  <a:gd name="connsiteX20" fmla="*/ 212046 w 4286641"/>
                  <a:gd name="connsiteY20" fmla="*/ 361340 h 4876800"/>
                  <a:gd name="connsiteX21" fmla="*/ 361350 w 4286641"/>
                  <a:gd name="connsiteY21" fmla="*/ 212036 h 4876800"/>
                  <a:gd name="connsiteX22" fmla="*/ 2554138 w 4286641"/>
                  <a:gd name="connsiteY22" fmla="*/ 4664764 h 4876800"/>
                  <a:gd name="connsiteX23" fmla="*/ 361350 w 4286641"/>
                  <a:gd name="connsiteY23" fmla="*/ 4664764 h 4876800"/>
                  <a:gd name="connsiteX24" fmla="*/ 212046 w 4286641"/>
                  <a:gd name="connsiteY24" fmla="*/ 4515460 h 4876800"/>
                  <a:gd name="connsiteX25" fmla="*/ 212046 w 4286641"/>
                  <a:gd name="connsiteY25" fmla="*/ 4049859 h 4876800"/>
                  <a:gd name="connsiteX26" fmla="*/ 2703452 w 4286641"/>
                  <a:gd name="connsiteY26" fmla="*/ 4049859 h 4876800"/>
                  <a:gd name="connsiteX27" fmla="*/ 2703452 w 4286641"/>
                  <a:gd name="connsiteY27" fmla="*/ 4515460 h 4876800"/>
                  <a:gd name="connsiteX28" fmla="*/ 2554138 w 4286641"/>
                  <a:gd name="connsiteY28" fmla="*/ 4664764 h 4876800"/>
                  <a:gd name="connsiteX29" fmla="*/ 2703443 w 4286641"/>
                  <a:gd name="connsiteY29" fmla="*/ 3837832 h 4876800"/>
                  <a:gd name="connsiteX30" fmla="*/ 212036 w 4286641"/>
                  <a:gd name="connsiteY30" fmla="*/ 3837832 h 4876800"/>
                  <a:gd name="connsiteX31" fmla="*/ 212036 w 4286641"/>
                  <a:gd name="connsiteY31" fmla="*/ 1081373 h 4876800"/>
                  <a:gd name="connsiteX32" fmla="*/ 524789 w 4286641"/>
                  <a:gd name="connsiteY32" fmla="*/ 1081373 h 4876800"/>
                  <a:gd name="connsiteX33" fmla="*/ 736816 w 4286641"/>
                  <a:gd name="connsiteY33" fmla="*/ 1081373 h 4876800"/>
                  <a:gd name="connsiteX34" fmla="*/ 2703443 w 4286641"/>
                  <a:gd name="connsiteY34" fmla="*/ 1081373 h 4876800"/>
                  <a:gd name="connsiteX35" fmla="*/ 2703443 w 4286641"/>
                  <a:gd name="connsiteY35" fmla="*/ 1743980 h 4876800"/>
                  <a:gd name="connsiteX36" fmla="*/ 2166280 w 4286641"/>
                  <a:gd name="connsiteY36" fmla="*/ 1743980 h 4876800"/>
                  <a:gd name="connsiteX37" fmla="*/ 2166280 w 4286641"/>
                  <a:gd name="connsiteY37" fmla="*/ 1399423 h 4876800"/>
                  <a:gd name="connsiteX38" fmla="*/ 2097138 w 4286641"/>
                  <a:gd name="connsiteY38" fmla="*/ 1300020 h 4876800"/>
                  <a:gd name="connsiteX39" fmla="*/ 1979886 w 4286641"/>
                  <a:gd name="connsiteY39" fmla="*/ 1330290 h 4876800"/>
                  <a:gd name="connsiteX40" fmla="*/ 1068143 w 4286641"/>
                  <a:gd name="connsiteY40" fmla="*/ 2528726 h 4876800"/>
                  <a:gd name="connsiteX41" fmla="*/ 1979895 w 4286641"/>
                  <a:gd name="connsiteY41" fmla="*/ 3588896 h 4876800"/>
                  <a:gd name="connsiteX42" fmla="*/ 2060296 w 4286641"/>
                  <a:gd name="connsiteY42" fmla="*/ 3625777 h 4876800"/>
                  <a:gd name="connsiteX43" fmla="*/ 2097148 w 4286641"/>
                  <a:gd name="connsiteY43" fmla="*/ 3619157 h 4876800"/>
                  <a:gd name="connsiteX44" fmla="*/ 2166290 w 4286641"/>
                  <a:gd name="connsiteY44" fmla="*/ 3519754 h 4876800"/>
                  <a:gd name="connsiteX45" fmla="*/ 2166290 w 4286641"/>
                  <a:gd name="connsiteY45" fmla="*/ 3175197 h 4876800"/>
                  <a:gd name="connsiteX46" fmla="*/ 2703452 w 4286641"/>
                  <a:gd name="connsiteY46" fmla="*/ 3175197 h 4876800"/>
                  <a:gd name="connsiteX47" fmla="*/ 2703452 w 4286641"/>
                  <a:gd name="connsiteY47" fmla="*/ 3837832 h 4876800"/>
                  <a:gd name="connsiteX48" fmla="*/ 2703443 w 4286641"/>
                  <a:gd name="connsiteY48" fmla="*/ 3837832 h 4876800"/>
                  <a:gd name="connsiteX49" fmla="*/ 4074614 w 4286641"/>
                  <a:gd name="connsiteY49" fmla="*/ 2963190 h 4876800"/>
                  <a:gd name="connsiteX50" fmla="*/ 2060286 w 4286641"/>
                  <a:gd name="connsiteY50" fmla="*/ 2963190 h 4876800"/>
                  <a:gd name="connsiteX51" fmla="*/ 1954273 w 4286641"/>
                  <a:gd name="connsiteY51" fmla="*/ 3069203 h 4876800"/>
                  <a:gd name="connsiteX52" fmla="*/ 1954273 w 4286641"/>
                  <a:gd name="connsiteY52" fmla="*/ 3233900 h 4876800"/>
                  <a:gd name="connsiteX53" fmla="*/ 1954273 w 4286641"/>
                  <a:gd name="connsiteY53" fmla="*/ 1685306 h 4876800"/>
                  <a:gd name="connsiteX54" fmla="*/ 1954273 w 4286641"/>
                  <a:gd name="connsiteY54" fmla="*/ 1850003 h 4876800"/>
                  <a:gd name="connsiteX55" fmla="*/ 2060286 w 4286641"/>
                  <a:gd name="connsiteY55" fmla="*/ 1956016 h 4876800"/>
                  <a:gd name="connsiteX56" fmla="*/ 4074614 w 4286641"/>
                  <a:gd name="connsiteY56" fmla="*/ 1956016 h 4876800"/>
                  <a:gd name="connsiteX57" fmla="*/ 4074614 w 4286641"/>
                  <a:gd name="connsiteY57" fmla="*/ 2963190 h 4876800"/>
                  <a:gd name="connsiteX0" fmla="*/ 4180628 w 4286641"/>
                  <a:gd name="connsiteY0" fmla="*/ 1743989 h 4876800"/>
                  <a:gd name="connsiteX1" fmla="*/ 2915479 w 4286641"/>
                  <a:gd name="connsiteY1" fmla="*/ 1743989 h 4876800"/>
                  <a:gd name="connsiteX2" fmla="*/ 2915479 w 4286641"/>
                  <a:gd name="connsiteY2" fmla="*/ 361340 h 4876800"/>
                  <a:gd name="connsiteX3" fmla="*/ 2554138 w 4286641"/>
                  <a:gd name="connsiteY3" fmla="*/ 0 h 4876800"/>
                  <a:gd name="connsiteX4" fmla="*/ 361350 w 4286641"/>
                  <a:gd name="connsiteY4" fmla="*/ 0 h 4876800"/>
                  <a:gd name="connsiteX5" fmla="*/ 0 w 4286641"/>
                  <a:gd name="connsiteY5" fmla="*/ 361340 h 4876800"/>
                  <a:gd name="connsiteX6" fmla="*/ 0 w 4286641"/>
                  <a:gd name="connsiteY6" fmla="*/ 4515460 h 4876800"/>
                  <a:gd name="connsiteX7" fmla="*/ 361340 w 4286641"/>
                  <a:gd name="connsiteY7" fmla="*/ 4876800 h 4876800"/>
                  <a:gd name="connsiteX8" fmla="*/ 2554138 w 4286641"/>
                  <a:gd name="connsiteY8" fmla="*/ 4876800 h 4876800"/>
                  <a:gd name="connsiteX9" fmla="*/ 2915488 w 4286641"/>
                  <a:gd name="connsiteY9" fmla="*/ 4515460 h 4876800"/>
                  <a:gd name="connsiteX10" fmla="*/ 2915488 w 4286641"/>
                  <a:gd name="connsiteY10" fmla="*/ 3175225 h 4876800"/>
                  <a:gd name="connsiteX11" fmla="*/ 4180628 w 4286641"/>
                  <a:gd name="connsiteY11" fmla="*/ 3175225 h 4876800"/>
                  <a:gd name="connsiteX12" fmla="*/ 4286641 w 4286641"/>
                  <a:gd name="connsiteY12" fmla="*/ 3069212 h 4876800"/>
                  <a:gd name="connsiteX13" fmla="*/ 4286641 w 4286641"/>
                  <a:gd name="connsiteY13" fmla="*/ 1850012 h 4876800"/>
                  <a:gd name="connsiteX14" fmla="*/ 4180628 w 4286641"/>
                  <a:gd name="connsiteY14" fmla="*/ 1743989 h 4876800"/>
                  <a:gd name="connsiteX15" fmla="*/ 361350 w 4286641"/>
                  <a:gd name="connsiteY15" fmla="*/ 212036 h 4876800"/>
                  <a:gd name="connsiteX16" fmla="*/ 2554138 w 4286641"/>
                  <a:gd name="connsiteY16" fmla="*/ 212036 h 4876800"/>
                  <a:gd name="connsiteX17" fmla="*/ 2703452 w 4286641"/>
                  <a:gd name="connsiteY17" fmla="*/ 361340 h 4876800"/>
                  <a:gd name="connsiteX18" fmla="*/ 2703452 w 4286641"/>
                  <a:gd name="connsiteY18" fmla="*/ 869347 h 4876800"/>
                  <a:gd name="connsiteX19" fmla="*/ 212046 w 4286641"/>
                  <a:gd name="connsiteY19" fmla="*/ 869347 h 4876800"/>
                  <a:gd name="connsiteX20" fmla="*/ 212046 w 4286641"/>
                  <a:gd name="connsiteY20" fmla="*/ 361340 h 4876800"/>
                  <a:gd name="connsiteX21" fmla="*/ 361350 w 4286641"/>
                  <a:gd name="connsiteY21" fmla="*/ 212036 h 4876800"/>
                  <a:gd name="connsiteX22" fmla="*/ 2554138 w 4286641"/>
                  <a:gd name="connsiteY22" fmla="*/ 4664764 h 4876800"/>
                  <a:gd name="connsiteX23" fmla="*/ 361350 w 4286641"/>
                  <a:gd name="connsiteY23" fmla="*/ 4664764 h 4876800"/>
                  <a:gd name="connsiteX24" fmla="*/ 212046 w 4286641"/>
                  <a:gd name="connsiteY24" fmla="*/ 4515460 h 4876800"/>
                  <a:gd name="connsiteX25" fmla="*/ 212046 w 4286641"/>
                  <a:gd name="connsiteY25" fmla="*/ 4049859 h 4876800"/>
                  <a:gd name="connsiteX26" fmla="*/ 2703452 w 4286641"/>
                  <a:gd name="connsiteY26" fmla="*/ 4049859 h 4876800"/>
                  <a:gd name="connsiteX27" fmla="*/ 2703452 w 4286641"/>
                  <a:gd name="connsiteY27" fmla="*/ 4515460 h 4876800"/>
                  <a:gd name="connsiteX28" fmla="*/ 2554138 w 4286641"/>
                  <a:gd name="connsiteY28" fmla="*/ 4664764 h 4876800"/>
                  <a:gd name="connsiteX29" fmla="*/ 2703443 w 4286641"/>
                  <a:gd name="connsiteY29" fmla="*/ 3837832 h 4876800"/>
                  <a:gd name="connsiteX30" fmla="*/ 212036 w 4286641"/>
                  <a:gd name="connsiteY30" fmla="*/ 3837832 h 4876800"/>
                  <a:gd name="connsiteX31" fmla="*/ 212036 w 4286641"/>
                  <a:gd name="connsiteY31" fmla="*/ 1081373 h 4876800"/>
                  <a:gd name="connsiteX32" fmla="*/ 524789 w 4286641"/>
                  <a:gd name="connsiteY32" fmla="*/ 1081373 h 4876800"/>
                  <a:gd name="connsiteX33" fmla="*/ 736816 w 4286641"/>
                  <a:gd name="connsiteY33" fmla="*/ 1081373 h 4876800"/>
                  <a:gd name="connsiteX34" fmla="*/ 2703443 w 4286641"/>
                  <a:gd name="connsiteY34" fmla="*/ 1081373 h 4876800"/>
                  <a:gd name="connsiteX35" fmla="*/ 2703443 w 4286641"/>
                  <a:gd name="connsiteY35" fmla="*/ 1743980 h 4876800"/>
                  <a:gd name="connsiteX36" fmla="*/ 2166280 w 4286641"/>
                  <a:gd name="connsiteY36" fmla="*/ 1743980 h 4876800"/>
                  <a:gd name="connsiteX37" fmla="*/ 2166280 w 4286641"/>
                  <a:gd name="connsiteY37" fmla="*/ 1399423 h 4876800"/>
                  <a:gd name="connsiteX38" fmla="*/ 2097138 w 4286641"/>
                  <a:gd name="connsiteY38" fmla="*/ 1300020 h 4876800"/>
                  <a:gd name="connsiteX39" fmla="*/ 1979886 w 4286641"/>
                  <a:gd name="connsiteY39" fmla="*/ 1330290 h 4876800"/>
                  <a:gd name="connsiteX40" fmla="*/ 1068143 w 4286641"/>
                  <a:gd name="connsiteY40" fmla="*/ 2528726 h 4876800"/>
                  <a:gd name="connsiteX41" fmla="*/ 1979895 w 4286641"/>
                  <a:gd name="connsiteY41" fmla="*/ 3588896 h 4876800"/>
                  <a:gd name="connsiteX42" fmla="*/ 2060296 w 4286641"/>
                  <a:gd name="connsiteY42" fmla="*/ 3625777 h 4876800"/>
                  <a:gd name="connsiteX43" fmla="*/ 2097148 w 4286641"/>
                  <a:gd name="connsiteY43" fmla="*/ 3619157 h 4876800"/>
                  <a:gd name="connsiteX44" fmla="*/ 2166290 w 4286641"/>
                  <a:gd name="connsiteY44" fmla="*/ 3519754 h 4876800"/>
                  <a:gd name="connsiteX45" fmla="*/ 2166290 w 4286641"/>
                  <a:gd name="connsiteY45" fmla="*/ 3175197 h 4876800"/>
                  <a:gd name="connsiteX46" fmla="*/ 2703452 w 4286641"/>
                  <a:gd name="connsiteY46" fmla="*/ 3175197 h 4876800"/>
                  <a:gd name="connsiteX47" fmla="*/ 2703452 w 4286641"/>
                  <a:gd name="connsiteY47" fmla="*/ 3837832 h 4876800"/>
                  <a:gd name="connsiteX48" fmla="*/ 2703443 w 4286641"/>
                  <a:gd name="connsiteY48" fmla="*/ 3837832 h 4876800"/>
                  <a:gd name="connsiteX49" fmla="*/ 4074614 w 4286641"/>
                  <a:gd name="connsiteY49" fmla="*/ 2963190 h 4876800"/>
                  <a:gd name="connsiteX50" fmla="*/ 2060286 w 4286641"/>
                  <a:gd name="connsiteY50" fmla="*/ 2963190 h 4876800"/>
                  <a:gd name="connsiteX51" fmla="*/ 1954273 w 4286641"/>
                  <a:gd name="connsiteY51" fmla="*/ 3069203 h 4876800"/>
                  <a:gd name="connsiteX52" fmla="*/ 1954273 w 4286641"/>
                  <a:gd name="connsiteY52" fmla="*/ 3233900 h 4876800"/>
                  <a:gd name="connsiteX53" fmla="*/ 1954273 w 4286641"/>
                  <a:gd name="connsiteY53" fmla="*/ 1685306 h 4876800"/>
                  <a:gd name="connsiteX54" fmla="*/ 2060286 w 4286641"/>
                  <a:gd name="connsiteY54" fmla="*/ 1956016 h 4876800"/>
                  <a:gd name="connsiteX55" fmla="*/ 4074614 w 4286641"/>
                  <a:gd name="connsiteY55" fmla="*/ 1956016 h 4876800"/>
                  <a:gd name="connsiteX56" fmla="*/ 4074614 w 4286641"/>
                  <a:gd name="connsiteY56" fmla="*/ 2963190 h 4876800"/>
                  <a:gd name="connsiteX0" fmla="*/ 4180628 w 4286641"/>
                  <a:gd name="connsiteY0" fmla="*/ 1743989 h 4876800"/>
                  <a:gd name="connsiteX1" fmla="*/ 2915479 w 4286641"/>
                  <a:gd name="connsiteY1" fmla="*/ 1743989 h 4876800"/>
                  <a:gd name="connsiteX2" fmla="*/ 2915479 w 4286641"/>
                  <a:gd name="connsiteY2" fmla="*/ 361340 h 4876800"/>
                  <a:gd name="connsiteX3" fmla="*/ 2554138 w 4286641"/>
                  <a:gd name="connsiteY3" fmla="*/ 0 h 4876800"/>
                  <a:gd name="connsiteX4" fmla="*/ 361350 w 4286641"/>
                  <a:gd name="connsiteY4" fmla="*/ 0 h 4876800"/>
                  <a:gd name="connsiteX5" fmla="*/ 0 w 4286641"/>
                  <a:gd name="connsiteY5" fmla="*/ 361340 h 4876800"/>
                  <a:gd name="connsiteX6" fmla="*/ 0 w 4286641"/>
                  <a:gd name="connsiteY6" fmla="*/ 4515460 h 4876800"/>
                  <a:gd name="connsiteX7" fmla="*/ 361340 w 4286641"/>
                  <a:gd name="connsiteY7" fmla="*/ 4876800 h 4876800"/>
                  <a:gd name="connsiteX8" fmla="*/ 2554138 w 4286641"/>
                  <a:gd name="connsiteY8" fmla="*/ 4876800 h 4876800"/>
                  <a:gd name="connsiteX9" fmla="*/ 2915488 w 4286641"/>
                  <a:gd name="connsiteY9" fmla="*/ 4515460 h 4876800"/>
                  <a:gd name="connsiteX10" fmla="*/ 2915488 w 4286641"/>
                  <a:gd name="connsiteY10" fmla="*/ 3175225 h 4876800"/>
                  <a:gd name="connsiteX11" fmla="*/ 4180628 w 4286641"/>
                  <a:gd name="connsiteY11" fmla="*/ 3175225 h 4876800"/>
                  <a:gd name="connsiteX12" fmla="*/ 4286641 w 4286641"/>
                  <a:gd name="connsiteY12" fmla="*/ 3069212 h 4876800"/>
                  <a:gd name="connsiteX13" fmla="*/ 4286641 w 4286641"/>
                  <a:gd name="connsiteY13" fmla="*/ 1850012 h 4876800"/>
                  <a:gd name="connsiteX14" fmla="*/ 4180628 w 4286641"/>
                  <a:gd name="connsiteY14" fmla="*/ 1743989 h 4876800"/>
                  <a:gd name="connsiteX15" fmla="*/ 361350 w 4286641"/>
                  <a:gd name="connsiteY15" fmla="*/ 212036 h 4876800"/>
                  <a:gd name="connsiteX16" fmla="*/ 2554138 w 4286641"/>
                  <a:gd name="connsiteY16" fmla="*/ 212036 h 4876800"/>
                  <a:gd name="connsiteX17" fmla="*/ 2703452 w 4286641"/>
                  <a:gd name="connsiteY17" fmla="*/ 361340 h 4876800"/>
                  <a:gd name="connsiteX18" fmla="*/ 2703452 w 4286641"/>
                  <a:gd name="connsiteY18" fmla="*/ 869347 h 4876800"/>
                  <a:gd name="connsiteX19" fmla="*/ 212046 w 4286641"/>
                  <a:gd name="connsiteY19" fmla="*/ 869347 h 4876800"/>
                  <a:gd name="connsiteX20" fmla="*/ 212046 w 4286641"/>
                  <a:gd name="connsiteY20" fmla="*/ 361340 h 4876800"/>
                  <a:gd name="connsiteX21" fmla="*/ 361350 w 4286641"/>
                  <a:gd name="connsiteY21" fmla="*/ 212036 h 4876800"/>
                  <a:gd name="connsiteX22" fmla="*/ 2554138 w 4286641"/>
                  <a:gd name="connsiteY22" fmla="*/ 4664764 h 4876800"/>
                  <a:gd name="connsiteX23" fmla="*/ 361350 w 4286641"/>
                  <a:gd name="connsiteY23" fmla="*/ 4664764 h 4876800"/>
                  <a:gd name="connsiteX24" fmla="*/ 212046 w 4286641"/>
                  <a:gd name="connsiteY24" fmla="*/ 4515460 h 4876800"/>
                  <a:gd name="connsiteX25" fmla="*/ 212046 w 4286641"/>
                  <a:gd name="connsiteY25" fmla="*/ 4049859 h 4876800"/>
                  <a:gd name="connsiteX26" fmla="*/ 2703452 w 4286641"/>
                  <a:gd name="connsiteY26" fmla="*/ 4049859 h 4876800"/>
                  <a:gd name="connsiteX27" fmla="*/ 2703452 w 4286641"/>
                  <a:gd name="connsiteY27" fmla="*/ 4515460 h 4876800"/>
                  <a:gd name="connsiteX28" fmla="*/ 2554138 w 4286641"/>
                  <a:gd name="connsiteY28" fmla="*/ 4664764 h 4876800"/>
                  <a:gd name="connsiteX29" fmla="*/ 2703443 w 4286641"/>
                  <a:gd name="connsiteY29" fmla="*/ 3837832 h 4876800"/>
                  <a:gd name="connsiteX30" fmla="*/ 212036 w 4286641"/>
                  <a:gd name="connsiteY30" fmla="*/ 3837832 h 4876800"/>
                  <a:gd name="connsiteX31" fmla="*/ 212036 w 4286641"/>
                  <a:gd name="connsiteY31" fmla="*/ 1081373 h 4876800"/>
                  <a:gd name="connsiteX32" fmla="*/ 524789 w 4286641"/>
                  <a:gd name="connsiteY32" fmla="*/ 1081373 h 4876800"/>
                  <a:gd name="connsiteX33" fmla="*/ 736816 w 4286641"/>
                  <a:gd name="connsiteY33" fmla="*/ 1081373 h 4876800"/>
                  <a:gd name="connsiteX34" fmla="*/ 2703443 w 4286641"/>
                  <a:gd name="connsiteY34" fmla="*/ 1081373 h 4876800"/>
                  <a:gd name="connsiteX35" fmla="*/ 2703443 w 4286641"/>
                  <a:gd name="connsiteY35" fmla="*/ 1743980 h 4876800"/>
                  <a:gd name="connsiteX36" fmla="*/ 2166280 w 4286641"/>
                  <a:gd name="connsiteY36" fmla="*/ 1743980 h 4876800"/>
                  <a:gd name="connsiteX37" fmla="*/ 2166280 w 4286641"/>
                  <a:gd name="connsiteY37" fmla="*/ 1399423 h 4876800"/>
                  <a:gd name="connsiteX38" fmla="*/ 2097138 w 4286641"/>
                  <a:gd name="connsiteY38" fmla="*/ 1300020 h 4876800"/>
                  <a:gd name="connsiteX39" fmla="*/ 1979886 w 4286641"/>
                  <a:gd name="connsiteY39" fmla="*/ 1330290 h 4876800"/>
                  <a:gd name="connsiteX40" fmla="*/ 1068143 w 4286641"/>
                  <a:gd name="connsiteY40" fmla="*/ 2528726 h 4876800"/>
                  <a:gd name="connsiteX41" fmla="*/ 1979895 w 4286641"/>
                  <a:gd name="connsiteY41" fmla="*/ 3588896 h 4876800"/>
                  <a:gd name="connsiteX42" fmla="*/ 2060296 w 4286641"/>
                  <a:gd name="connsiteY42" fmla="*/ 3625777 h 4876800"/>
                  <a:gd name="connsiteX43" fmla="*/ 2097148 w 4286641"/>
                  <a:gd name="connsiteY43" fmla="*/ 3619157 h 4876800"/>
                  <a:gd name="connsiteX44" fmla="*/ 2166290 w 4286641"/>
                  <a:gd name="connsiteY44" fmla="*/ 3519754 h 4876800"/>
                  <a:gd name="connsiteX45" fmla="*/ 2166290 w 4286641"/>
                  <a:gd name="connsiteY45" fmla="*/ 3175197 h 4876800"/>
                  <a:gd name="connsiteX46" fmla="*/ 2703452 w 4286641"/>
                  <a:gd name="connsiteY46" fmla="*/ 3175197 h 4876800"/>
                  <a:gd name="connsiteX47" fmla="*/ 2703452 w 4286641"/>
                  <a:gd name="connsiteY47" fmla="*/ 3837832 h 4876800"/>
                  <a:gd name="connsiteX48" fmla="*/ 2703443 w 4286641"/>
                  <a:gd name="connsiteY48" fmla="*/ 3837832 h 4876800"/>
                  <a:gd name="connsiteX49" fmla="*/ 4074614 w 4286641"/>
                  <a:gd name="connsiteY49" fmla="*/ 2963190 h 4876800"/>
                  <a:gd name="connsiteX50" fmla="*/ 2060286 w 4286641"/>
                  <a:gd name="connsiteY50" fmla="*/ 2963190 h 4876800"/>
                  <a:gd name="connsiteX51" fmla="*/ 1954273 w 4286641"/>
                  <a:gd name="connsiteY51" fmla="*/ 3069203 h 4876800"/>
                  <a:gd name="connsiteX52" fmla="*/ 1954273 w 4286641"/>
                  <a:gd name="connsiteY52" fmla="*/ 3233900 h 4876800"/>
                  <a:gd name="connsiteX53" fmla="*/ 1954273 w 4286641"/>
                  <a:gd name="connsiteY53" fmla="*/ 1685306 h 4876800"/>
                  <a:gd name="connsiteX54" fmla="*/ 4074614 w 4286641"/>
                  <a:gd name="connsiteY54" fmla="*/ 1956016 h 4876800"/>
                  <a:gd name="connsiteX55" fmla="*/ 4074614 w 4286641"/>
                  <a:gd name="connsiteY55" fmla="*/ 2963190 h 4876800"/>
                  <a:gd name="connsiteX0" fmla="*/ 4180628 w 4286641"/>
                  <a:gd name="connsiteY0" fmla="*/ 1743989 h 4876800"/>
                  <a:gd name="connsiteX1" fmla="*/ 2915479 w 4286641"/>
                  <a:gd name="connsiteY1" fmla="*/ 1743989 h 4876800"/>
                  <a:gd name="connsiteX2" fmla="*/ 2915479 w 4286641"/>
                  <a:gd name="connsiteY2" fmla="*/ 361340 h 4876800"/>
                  <a:gd name="connsiteX3" fmla="*/ 2554138 w 4286641"/>
                  <a:gd name="connsiteY3" fmla="*/ 0 h 4876800"/>
                  <a:gd name="connsiteX4" fmla="*/ 361350 w 4286641"/>
                  <a:gd name="connsiteY4" fmla="*/ 0 h 4876800"/>
                  <a:gd name="connsiteX5" fmla="*/ 0 w 4286641"/>
                  <a:gd name="connsiteY5" fmla="*/ 361340 h 4876800"/>
                  <a:gd name="connsiteX6" fmla="*/ 0 w 4286641"/>
                  <a:gd name="connsiteY6" fmla="*/ 4515460 h 4876800"/>
                  <a:gd name="connsiteX7" fmla="*/ 361340 w 4286641"/>
                  <a:gd name="connsiteY7" fmla="*/ 4876800 h 4876800"/>
                  <a:gd name="connsiteX8" fmla="*/ 2554138 w 4286641"/>
                  <a:gd name="connsiteY8" fmla="*/ 4876800 h 4876800"/>
                  <a:gd name="connsiteX9" fmla="*/ 2915488 w 4286641"/>
                  <a:gd name="connsiteY9" fmla="*/ 4515460 h 4876800"/>
                  <a:gd name="connsiteX10" fmla="*/ 2915488 w 4286641"/>
                  <a:gd name="connsiteY10" fmla="*/ 3175225 h 4876800"/>
                  <a:gd name="connsiteX11" fmla="*/ 4180628 w 4286641"/>
                  <a:gd name="connsiteY11" fmla="*/ 3175225 h 4876800"/>
                  <a:gd name="connsiteX12" fmla="*/ 4286641 w 4286641"/>
                  <a:gd name="connsiteY12" fmla="*/ 3069212 h 4876800"/>
                  <a:gd name="connsiteX13" fmla="*/ 4286641 w 4286641"/>
                  <a:gd name="connsiteY13" fmla="*/ 1850012 h 4876800"/>
                  <a:gd name="connsiteX14" fmla="*/ 4180628 w 4286641"/>
                  <a:gd name="connsiteY14" fmla="*/ 1743989 h 4876800"/>
                  <a:gd name="connsiteX15" fmla="*/ 361350 w 4286641"/>
                  <a:gd name="connsiteY15" fmla="*/ 212036 h 4876800"/>
                  <a:gd name="connsiteX16" fmla="*/ 2554138 w 4286641"/>
                  <a:gd name="connsiteY16" fmla="*/ 212036 h 4876800"/>
                  <a:gd name="connsiteX17" fmla="*/ 2703452 w 4286641"/>
                  <a:gd name="connsiteY17" fmla="*/ 361340 h 4876800"/>
                  <a:gd name="connsiteX18" fmla="*/ 2703452 w 4286641"/>
                  <a:gd name="connsiteY18" fmla="*/ 869347 h 4876800"/>
                  <a:gd name="connsiteX19" fmla="*/ 212046 w 4286641"/>
                  <a:gd name="connsiteY19" fmla="*/ 869347 h 4876800"/>
                  <a:gd name="connsiteX20" fmla="*/ 212046 w 4286641"/>
                  <a:gd name="connsiteY20" fmla="*/ 361340 h 4876800"/>
                  <a:gd name="connsiteX21" fmla="*/ 361350 w 4286641"/>
                  <a:gd name="connsiteY21" fmla="*/ 212036 h 4876800"/>
                  <a:gd name="connsiteX22" fmla="*/ 2554138 w 4286641"/>
                  <a:gd name="connsiteY22" fmla="*/ 4664764 h 4876800"/>
                  <a:gd name="connsiteX23" fmla="*/ 361350 w 4286641"/>
                  <a:gd name="connsiteY23" fmla="*/ 4664764 h 4876800"/>
                  <a:gd name="connsiteX24" fmla="*/ 212046 w 4286641"/>
                  <a:gd name="connsiteY24" fmla="*/ 4515460 h 4876800"/>
                  <a:gd name="connsiteX25" fmla="*/ 212046 w 4286641"/>
                  <a:gd name="connsiteY25" fmla="*/ 4049859 h 4876800"/>
                  <a:gd name="connsiteX26" fmla="*/ 2703452 w 4286641"/>
                  <a:gd name="connsiteY26" fmla="*/ 4049859 h 4876800"/>
                  <a:gd name="connsiteX27" fmla="*/ 2703452 w 4286641"/>
                  <a:gd name="connsiteY27" fmla="*/ 4515460 h 4876800"/>
                  <a:gd name="connsiteX28" fmla="*/ 2554138 w 4286641"/>
                  <a:gd name="connsiteY28" fmla="*/ 4664764 h 4876800"/>
                  <a:gd name="connsiteX29" fmla="*/ 2703443 w 4286641"/>
                  <a:gd name="connsiteY29" fmla="*/ 3837832 h 4876800"/>
                  <a:gd name="connsiteX30" fmla="*/ 212036 w 4286641"/>
                  <a:gd name="connsiteY30" fmla="*/ 3837832 h 4876800"/>
                  <a:gd name="connsiteX31" fmla="*/ 212036 w 4286641"/>
                  <a:gd name="connsiteY31" fmla="*/ 1081373 h 4876800"/>
                  <a:gd name="connsiteX32" fmla="*/ 524789 w 4286641"/>
                  <a:gd name="connsiteY32" fmla="*/ 1081373 h 4876800"/>
                  <a:gd name="connsiteX33" fmla="*/ 736816 w 4286641"/>
                  <a:gd name="connsiteY33" fmla="*/ 1081373 h 4876800"/>
                  <a:gd name="connsiteX34" fmla="*/ 2703443 w 4286641"/>
                  <a:gd name="connsiteY34" fmla="*/ 1081373 h 4876800"/>
                  <a:gd name="connsiteX35" fmla="*/ 2703443 w 4286641"/>
                  <a:gd name="connsiteY35" fmla="*/ 1743980 h 4876800"/>
                  <a:gd name="connsiteX36" fmla="*/ 2166280 w 4286641"/>
                  <a:gd name="connsiteY36" fmla="*/ 1743980 h 4876800"/>
                  <a:gd name="connsiteX37" fmla="*/ 2166280 w 4286641"/>
                  <a:gd name="connsiteY37" fmla="*/ 1399423 h 4876800"/>
                  <a:gd name="connsiteX38" fmla="*/ 2097138 w 4286641"/>
                  <a:gd name="connsiteY38" fmla="*/ 1300020 h 4876800"/>
                  <a:gd name="connsiteX39" fmla="*/ 1979886 w 4286641"/>
                  <a:gd name="connsiteY39" fmla="*/ 1330290 h 4876800"/>
                  <a:gd name="connsiteX40" fmla="*/ 1068143 w 4286641"/>
                  <a:gd name="connsiteY40" fmla="*/ 2528726 h 4876800"/>
                  <a:gd name="connsiteX41" fmla="*/ 1979895 w 4286641"/>
                  <a:gd name="connsiteY41" fmla="*/ 3588896 h 4876800"/>
                  <a:gd name="connsiteX42" fmla="*/ 2060296 w 4286641"/>
                  <a:gd name="connsiteY42" fmla="*/ 3625777 h 4876800"/>
                  <a:gd name="connsiteX43" fmla="*/ 2097148 w 4286641"/>
                  <a:gd name="connsiteY43" fmla="*/ 3619157 h 4876800"/>
                  <a:gd name="connsiteX44" fmla="*/ 2166290 w 4286641"/>
                  <a:gd name="connsiteY44" fmla="*/ 3519754 h 4876800"/>
                  <a:gd name="connsiteX45" fmla="*/ 2166290 w 4286641"/>
                  <a:gd name="connsiteY45" fmla="*/ 3175197 h 4876800"/>
                  <a:gd name="connsiteX46" fmla="*/ 2703452 w 4286641"/>
                  <a:gd name="connsiteY46" fmla="*/ 3175197 h 4876800"/>
                  <a:gd name="connsiteX47" fmla="*/ 2703452 w 4286641"/>
                  <a:gd name="connsiteY47" fmla="*/ 3837832 h 4876800"/>
                  <a:gd name="connsiteX48" fmla="*/ 2703443 w 4286641"/>
                  <a:gd name="connsiteY48" fmla="*/ 3837832 h 4876800"/>
                  <a:gd name="connsiteX49" fmla="*/ 4074614 w 4286641"/>
                  <a:gd name="connsiteY49" fmla="*/ 2963190 h 4876800"/>
                  <a:gd name="connsiteX50" fmla="*/ 2060286 w 4286641"/>
                  <a:gd name="connsiteY50" fmla="*/ 2963190 h 4876800"/>
                  <a:gd name="connsiteX51" fmla="*/ 1954273 w 4286641"/>
                  <a:gd name="connsiteY51" fmla="*/ 3233900 h 4876800"/>
                  <a:gd name="connsiteX52" fmla="*/ 1954273 w 4286641"/>
                  <a:gd name="connsiteY52" fmla="*/ 1685306 h 4876800"/>
                  <a:gd name="connsiteX53" fmla="*/ 4074614 w 4286641"/>
                  <a:gd name="connsiteY53" fmla="*/ 1956016 h 4876800"/>
                  <a:gd name="connsiteX54" fmla="*/ 4074614 w 4286641"/>
                  <a:gd name="connsiteY54" fmla="*/ 2963190 h 4876800"/>
                  <a:gd name="connsiteX0" fmla="*/ 4180628 w 4286641"/>
                  <a:gd name="connsiteY0" fmla="*/ 1743989 h 4876800"/>
                  <a:gd name="connsiteX1" fmla="*/ 2915479 w 4286641"/>
                  <a:gd name="connsiteY1" fmla="*/ 1743989 h 4876800"/>
                  <a:gd name="connsiteX2" fmla="*/ 2915479 w 4286641"/>
                  <a:gd name="connsiteY2" fmla="*/ 361340 h 4876800"/>
                  <a:gd name="connsiteX3" fmla="*/ 2554138 w 4286641"/>
                  <a:gd name="connsiteY3" fmla="*/ 0 h 4876800"/>
                  <a:gd name="connsiteX4" fmla="*/ 361350 w 4286641"/>
                  <a:gd name="connsiteY4" fmla="*/ 0 h 4876800"/>
                  <a:gd name="connsiteX5" fmla="*/ 0 w 4286641"/>
                  <a:gd name="connsiteY5" fmla="*/ 361340 h 4876800"/>
                  <a:gd name="connsiteX6" fmla="*/ 0 w 4286641"/>
                  <a:gd name="connsiteY6" fmla="*/ 4515460 h 4876800"/>
                  <a:gd name="connsiteX7" fmla="*/ 361340 w 4286641"/>
                  <a:gd name="connsiteY7" fmla="*/ 4876800 h 4876800"/>
                  <a:gd name="connsiteX8" fmla="*/ 2554138 w 4286641"/>
                  <a:gd name="connsiteY8" fmla="*/ 4876800 h 4876800"/>
                  <a:gd name="connsiteX9" fmla="*/ 2915488 w 4286641"/>
                  <a:gd name="connsiteY9" fmla="*/ 4515460 h 4876800"/>
                  <a:gd name="connsiteX10" fmla="*/ 2915488 w 4286641"/>
                  <a:gd name="connsiteY10" fmla="*/ 3175225 h 4876800"/>
                  <a:gd name="connsiteX11" fmla="*/ 4180628 w 4286641"/>
                  <a:gd name="connsiteY11" fmla="*/ 3175225 h 4876800"/>
                  <a:gd name="connsiteX12" fmla="*/ 4286641 w 4286641"/>
                  <a:gd name="connsiteY12" fmla="*/ 3069212 h 4876800"/>
                  <a:gd name="connsiteX13" fmla="*/ 4286641 w 4286641"/>
                  <a:gd name="connsiteY13" fmla="*/ 1850012 h 4876800"/>
                  <a:gd name="connsiteX14" fmla="*/ 4180628 w 4286641"/>
                  <a:gd name="connsiteY14" fmla="*/ 1743989 h 4876800"/>
                  <a:gd name="connsiteX15" fmla="*/ 361350 w 4286641"/>
                  <a:gd name="connsiteY15" fmla="*/ 212036 h 4876800"/>
                  <a:gd name="connsiteX16" fmla="*/ 2554138 w 4286641"/>
                  <a:gd name="connsiteY16" fmla="*/ 212036 h 4876800"/>
                  <a:gd name="connsiteX17" fmla="*/ 2703452 w 4286641"/>
                  <a:gd name="connsiteY17" fmla="*/ 361340 h 4876800"/>
                  <a:gd name="connsiteX18" fmla="*/ 2703452 w 4286641"/>
                  <a:gd name="connsiteY18" fmla="*/ 869347 h 4876800"/>
                  <a:gd name="connsiteX19" fmla="*/ 212046 w 4286641"/>
                  <a:gd name="connsiteY19" fmla="*/ 869347 h 4876800"/>
                  <a:gd name="connsiteX20" fmla="*/ 212046 w 4286641"/>
                  <a:gd name="connsiteY20" fmla="*/ 361340 h 4876800"/>
                  <a:gd name="connsiteX21" fmla="*/ 361350 w 4286641"/>
                  <a:gd name="connsiteY21" fmla="*/ 212036 h 4876800"/>
                  <a:gd name="connsiteX22" fmla="*/ 2554138 w 4286641"/>
                  <a:gd name="connsiteY22" fmla="*/ 4664764 h 4876800"/>
                  <a:gd name="connsiteX23" fmla="*/ 361350 w 4286641"/>
                  <a:gd name="connsiteY23" fmla="*/ 4664764 h 4876800"/>
                  <a:gd name="connsiteX24" fmla="*/ 212046 w 4286641"/>
                  <a:gd name="connsiteY24" fmla="*/ 4515460 h 4876800"/>
                  <a:gd name="connsiteX25" fmla="*/ 212046 w 4286641"/>
                  <a:gd name="connsiteY25" fmla="*/ 4049859 h 4876800"/>
                  <a:gd name="connsiteX26" fmla="*/ 2703452 w 4286641"/>
                  <a:gd name="connsiteY26" fmla="*/ 4049859 h 4876800"/>
                  <a:gd name="connsiteX27" fmla="*/ 2703452 w 4286641"/>
                  <a:gd name="connsiteY27" fmla="*/ 4515460 h 4876800"/>
                  <a:gd name="connsiteX28" fmla="*/ 2554138 w 4286641"/>
                  <a:gd name="connsiteY28" fmla="*/ 4664764 h 4876800"/>
                  <a:gd name="connsiteX29" fmla="*/ 2703443 w 4286641"/>
                  <a:gd name="connsiteY29" fmla="*/ 3837832 h 4876800"/>
                  <a:gd name="connsiteX30" fmla="*/ 212036 w 4286641"/>
                  <a:gd name="connsiteY30" fmla="*/ 3837832 h 4876800"/>
                  <a:gd name="connsiteX31" fmla="*/ 212036 w 4286641"/>
                  <a:gd name="connsiteY31" fmla="*/ 1081373 h 4876800"/>
                  <a:gd name="connsiteX32" fmla="*/ 524789 w 4286641"/>
                  <a:gd name="connsiteY32" fmla="*/ 1081373 h 4876800"/>
                  <a:gd name="connsiteX33" fmla="*/ 736816 w 4286641"/>
                  <a:gd name="connsiteY33" fmla="*/ 1081373 h 4876800"/>
                  <a:gd name="connsiteX34" fmla="*/ 2703443 w 4286641"/>
                  <a:gd name="connsiteY34" fmla="*/ 1081373 h 4876800"/>
                  <a:gd name="connsiteX35" fmla="*/ 2703443 w 4286641"/>
                  <a:gd name="connsiteY35" fmla="*/ 1743980 h 4876800"/>
                  <a:gd name="connsiteX36" fmla="*/ 2166280 w 4286641"/>
                  <a:gd name="connsiteY36" fmla="*/ 1743980 h 4876800"/>
                  <a:gd name="connsiteX37" fmla="*/ 2166280 w 4286641"/>
                  <a:gd name="connsiteY37" fmla="*/ 1399423 h 4876800"/>
                  <a:gd name="connsiteX38" fmla="*/ 2097138 w 4286641"/>
                  <a:gd name="connsiteY38" fmla="*/ 1300020 h 4876800"/>
                  <a:gd name="connsiteX39" fmla="*/ 1979886 w 4286641"/>
                  <a:gd name="connsiteY39" fmla="*/ 1330290 h 4876800"/>
                  <a:gd name="connsiteX40" fmla="*/ 1068143 w 4286641"/>
                  <a:gd name="connsiteY40" fmla="*/ 2528726 h 4876800"/>
                  <a:gd name="connsiteX41" fmla="*/ 1979895 w 4286641"/>
                  <a:gd name="connsiteY41" fmla="*/ 3588896 h 4876800"/>
                  <a:gd name="connsiteX42" fmla="*/ 2060296 w 4286641"/>
                  <a:gd name="connsiteY42" fmla="*/ 3625777 h 4876800"/>
                  <a:gd name="connsiteX43" fmla="*/ 2097148 w 4286641"/>
                  <a:gd name="connsiteY43" fmla="*/ 3619157 h 4876800"/>
                  <a:gd name="connsiteX44" fmla="*/ 2166290 w 4286641"/>
                  <a:gd name="connsiteY44" fmla="*/ 3519754 h 4876800"/>
                  <a:gd name="connsiteX45" fmla="*/ 2166290 w 4286641"/>
                  <a:gd name="connsiteY45" fmla="*/ 3175197 h 4876800"/>
                  <a:gd name="connsiteX46" fmla="*/ 2703452 w 4286641"/>
                  <a:gd name="connsiteY46" fmla="*/ 3175197 h 4876800"/>
                  <a:gd name="connsiteX47" fmla="*/ 2703452 w 4286641"/>
                  <a:gd name="connsiteY47" fmla="*/ 3837832 h 4876800"/>
                  <a:gd name="connsiteX48" fmla="*/ 2703443 w 4286641"/>
                  <a:gd name="connsiteY48" fmla="*/ 3837832 h 4876800"/>
                  <a:gd name="connsiteX49" fmla="*/ 4074614 w 4286641"/>
                  <a:gd name="connsiteY49" fmla="*/ 2963190 h 4876800"/>
                  <a:gd name="connsiteX50" fmla="*/ 2060286 w 4286641"/>
                  <a:gd name="connsiteY50" fmla="*/ 2963190 h 4876800"/>
                  <a:gd name="connsiteX51" fmla="*/ 1954273 w 4286641"/>
                  <a:gd name="connsiteY51" fmla="*/ 1685306 h 4876800"/>
                  <a:gd name="connsiteX52" fmla="*/ 4074614 w 4286641"/>
                  <a:gd name="connsiteY52" fmla="*/ 1956016 h 4876800"/>
                  <a:gd name="connsiteX53" fmla="*/ 4074614 w 4286641"/>
                  <a:gd name="connsiteY53" fmla="*/ 2963190 h 4876800"/>
                  <a:gd name="connsiteX0" fmla="*/ 4180628 w 4286641"/>
                  <a:gd name="connsiteY0" fmla="*/ 1743989 h 4876800"/>
                  <a:gd name="connsiteX1" fmla="*/ 2915479 w 4286641"/>
                  <a:gd name="connsiteY1" fmla="*/ 1743989 h 4876800"/>
                  <a:gd name="connsiteX2" fmla="*/ 2915479 w 4286641"/>
                  <a:gd name="connsiteY2" fmla="*/ 361340 h 4876800"/>
                  <a:gd name="connsiteX3" fmla="*/ 2554138 w 4286641"/>
                  <a:gd name="connsiteY3" fmla="*/ 0 h 4876800"/>
                  <a:gd name="connsiteX4" fmla="*/ 361350 w 4286641"/>
                  <a:gd name="connsiteY4" fmla="*/ 0 h 4876800"/>
                  <a:gd name="connsiteX5" fmla="*/ 0 w 4286641"/>
                  <a:gd name="connsiteY5" fmla="*/ 361340 h 4876800"/>
                  <a:gd name="connsiteX6" fmla="*/ 0 w 4286641"/>
                  <a:gd name="connsiteY6" fmla="*/ 4515460 h 4876800"/>
                  <a:gd name="connsiteX7" fmla="*/ 361340 w 4286641"/>
                  <a:gd name="connsiteY7" fmla="*/ 4876800 h 4876800"/>
                  <a:gd name="connsiteX8" fmla="*/ 2554138 w 4286641"/>
                  <a:gd name="connsiteY8" fmla="*/ 4876800 h 4876800"/>
                  <a:gd name="connsiteX9" fmla="*/ 2915488 w 4286641"/>
                  <a:gd name="connsiteY9" fmla="*/ 4515460 h 4876800"/>
                  <a:gd name="connsiteX10" fmla="*/ 2915488 w 4286641"/>
                  <a:gd name="connsiteY10" fmla="*/ 3175225 h 4876800"/>
                  <a:gd name="connsiteX11" fmla="*/ 4180628 w 4286641"/>
                  <a:gd name="connsiteY11" fmla="*/ 3175225 h 4876800"/>
                  <a:gd name="connsiteX12" fmla="*/ 4286641 w 4286641"/>
                  <a:gd name="connsiteY12" fmla="*/ 3069212 h 4876800"/>
                  <a:gd name="connsiteX13" fmla="*/ 4286641 w 4286641"/>
                  <a:gd name="connsiteY13" fmla="*/ 1850012 h 4876800"/>
                  <a:gd name="connsiteX14" fmla="*/ 4180628 w 4286641"/>
                  <a:gd name="connsiteY14" fmla="*/ 1743989 h 4876800"/>
                  <a:gd name="connsiteX15" fmla="*/ 361350 w 4286641"/>
                  <a:gd name="connsiteY15" fmla="*/ 212036 h 4876800"/>
                  <a:gd name="connsiteX16" fmla="*/ 2554138 w 4286641"/>
                  <a:gd name="connsiteY16" fmla="*/ 212036 h 4876800"/>
                  <a:gd name="connsiteX17" fmla="*/ 2703452 w 4286641"/>
                  <a:gd name="connsiteY17" fmla="*/ 361340 h 4876800"/>
                  <a:gd name="connsiteX18" fmla="*/ 2703452 w 4286641"/>
                  <a:gd name="connsiteY18" fmla="*/ 869347 h 4876800"/>
                  <a:gd name="connsiteX19" fmla="*/ 212046 w 4286641"/>
                  <a:gd name="connsiteY19" fmla="*/ 869347 h 4876800"/>
                  <a:gd name="connsiteX20" fmla="*/ 212046 w 4286641"/>
                  <a:gd name="connsiteY20" fmla="*/ 361340 h 4876800"/>
                  <a:gd name="connsiteX21" fmla="*/ 361350 w 4286641"/>
                  <a:gd name="connsiteY21" fmla="*/ 212036 h 4876800"/>
                  <a:gd name="connsiteX22" fmla="*/ 2554138 w 4286641"/>
                  <a:gd name="connsiteY22" fmla="*/ 4664764 h 4876800"/>
                  <a:gd name="connsiteX23" fmla="*/ 361350 w 4286641"/>
                  <a:gd name="connsiteY23" fmla="*/ 4664764 h 4876800"/>
                  <a:gd name="connsiteX24" fmla="*/ 212046 w 4286641"/>
                  <a:gd name="connsiteY24" fmla="*/ 4515460 h 4876800"/>
                  <a:gd name="connsiteX25" fmla="*/ 212046 w 4286641"/>
                  <a:gd name="connsiteY25" fmla="*/ 4049859 h 4876800"/>
                  <a:gd name="connsiteX26" fmla="*/ 2703452 w 4286641"/>
                  <a:gd name="connsiteY26" fmla="*/ 4049859 h 4876800"/>
                  <a:gd name="connsiteX27" fmla="*/ 2703452 w 4286641"/>
                  <a:gd name="connsiteY27" fmla="*/ 4515460 h 4876800"/>
                  <a:gd name="connsiteX28" fmla="*/ 2554138 w 4286641"/>
                  <a:gd name="connsiteY28" fmla="*/ 4664764 h 4876800"/>
                  <a:gd name="connsiteX29" fmla="*/ 2703443 w 4286641"/>
                  <a:gd name="connsiteY29" fmla="*/ 3837832 h 4876800"/>
                  <a:gd name="connsiteX30" fmla="*/ 212036 w 4286641"/>
                  <a:gd name="connsiteY30" fmla="*/ 3837832 h 4876800"/>
                  <a:gd name="connsiteX31" fmla="*/ 212036 w 4286641"/>
                  <a:gd name="connsiteY31" fmla="*/ 1081373 h 4876800"/>
                  <a:gd name="connsiteX32" fmla="*/ 524789 w 4286641"/>
                  <a:gd name="connsiteY32" fmla="*/ 1081373 h 4876800"/>
                  <a:gd name="connsiteX33" fmla="*/ 736816 w 4286641"/>
                  <a:gd name="connsiteY33" fmla="*/ 1081373 h 4876800"/>
                  <a:gd name="connsiteX34" fmla="*/ 2703443 w 4286641"/>
                  <a:gd name="connsiteY34" fmla="*/ 1081373 h 4876800"/>
                  <a:gd name="connsiteX35" fmla="*/ 2703443 w 4286641"/>
                  <a:gd name="connsiteY35" fmla="*/ 1743980 h 4876800"/>
                  <a:gd name="connsiteX36" fmla="*/ 2166280 w 4286641"/>
                  <a:gd name="connsiteY36" fmla="*/ 1743980 h 4876800"/>
                  <a:gd name="connsiteX37" fmla="*/ 2166280 w 4286641"/>
                  <a:gd name="connsiteY37" fmla="*/ 1399423 h 4876800"/>
                  <a:gd name="connsiteX38" fmla="*/ 2097138 w 4286641"/>
                  <a:gd name="connsiteY38" fmla="*/ 1300020 h 4876800"/>
                  <a:gd name="connsiteX39" fmla="*/ 1979886 w 4286641"/>
                  <a:gd name="connsiteY39" fmla="*/ 1330290 h 4876800"/>
                  <a:gd name="connsiteX40" fmla="*/ 1068143 w 4286641"/>
                  <a:gd name="connsiteY40" fmla="*/ 2528726 h 4876800"/>
                  <a:gd name="connsiteX41" fmla="*/ 1979895 w 4286641"/>
                  <a:gd name="connsiteY41" fmla="*/ 3588896 h 4876800"/>
                  <a:gd name="connsiteX42" fmla="*/ 2060296 w 4286641"/>
                  <a:gd name="connsiteY42" fmla="*/ 3625777 h 4876800"/>
                  <a:gd name="connsiteX43" fmla="*/ 2097148 w 4286641"/>
                  <a:gd name="connsiteY43" fmla="*/ 3619157 h 4876800"/>
                  <a:gd name="connsiteX44" fmla="*/ 2166290 w 4286641"/>
                  <a:gd name="connsiteY44" fmla="*/ 3519754 h 4876800"/>
                  <a:gd name="connsiteX45" fmla="*/ 2166290 w 4286641"/>
                  <a:gd name="connsiteY45" fmla="*/ 3175197 h 4876800"/>
                  <a:gd name="connsiteX46" fmla="*/ 2703452 w 4286641"/>
                  <a:gd name="connsiteY46" fmla="*/ 3175197 h 4876800"/>
                  <a:gd name="connsiteX47" fmla="*/ 2703452 w 4286641"/>
                  <a:gd name="connsiteY47" fmla="*/ 3837832 h 4876800"/>
                  <a:gd name="connsiteX48" fmla="*/ 2703443 w 4286641"/>
                  <a:gd name="connsiteY48" fmla="*/ 3837832 h 4876800"/>
                  <a:gd name="connsiteX49" fmla="*/ 4074614 w 4286641"/>
                  <a:gd name="connsiteY49" fmla="*/ 2963190 h 4876800"/>
                  <a:gd name="connsiteX50" fmla="*/ 1954273 w 4286641"/>
                  <a:gd name="connsiteY50" fmla="*/ 1685306 h 4876800"/>
                  <a:gd name="connsiteX51" fmla="*/ 4074614 w 4286641"/>
                  <a:gd name="connsiteY51" fmla="*/ 1956016 h 4876800"/>
                  <a:gd name="connsiteX52" fmla="*/ 4074614 w 4286641"/>
                  <a:gd name="connsiteY52" fmla="*/ 2963190 h 4876800"/>
                  <a:gd name="connsiteX0" fmla="*/ 4180628 w 4286641"/>
                  <a:gd name="connsiteY0" fmla="*/ 1743989 h 4876800"/>
                  <a:gd name="connsiteX1" fmla="*/ 2915479 w 4286641"/>
                  <a:gd name="connsiteY1" fmla="*/ 1743989 h 4876800"/>
                  <a:gd name="connsiteX2" fmla="*/ 2915479 w 4286641"/>
                  <a:gd name="connsiteY2" fmla="*/ 361340 h 4876800"/>
                  <a:gd name="connsiteX3" fmla="*/ 2554138 w 4286641"/>
                  <a:gd name="connsiteY3" fmla="*/ 0 h 4876800"/>
                  <a:gd name="connsiteX4" fmla="*/ 361350 w 4286641"/>
                  <a:gd name="connsiteY4" fmla="*/ 0 h 4876800"/>
                  <a:gd name="connsiteX5" fmla="*/ 0 w 4286641"/>
                  <a:gd name="connsiteY5" fmla="*/ 361340 h 4876800"/>
                  <a:gd name="connsiteX6" fmla="*/ 0 w 4286641"/>
                  <a:gd name="connsiteY6" fmla="*/ 4515460 h 4876800"/>
                  <a:gd name="connsiteX7" fmla="*/ 361340 w 4286641"/>
                  <a:gd name="connsiteY7" fmla="*/ 4876800 h 4876800"/>
                  <a:gd name="connsiteX8" fmla="*/ 2554138 w 4286641"/>
                  <a:gd name="connsiteY8" fmla="*/ 4876800 h 4876800"/>
                  <a:gd name="connsiteX9" fmla="*/ 2915488 w 4286641"/>
                  <a:gd name="connsiteY9" fmla="*/ 4515460 h 4876800"/>
                  <a:gd name="connsiteX10" fmla="*/ 2915488 w 4286641"/>
                  <a:gd name="connsiteY10" fmla="*/ 3175225 h 4876800"/>
                  <a:gd name="connsiteX11" fmla="*/ 4180628 w 4286641"/>
                  <a:gd name="connsiteY11" fmla="*/ 3175225 h 4876800"/>
                  <a:gd name="connsiteX12" fmla="*/ 4286641 w 4286641"/>
                  <a:gd name="connsiteY12" fmla="*/ 3069212 h 4876800"/>
                  <a:gd name="connsiteX13" fmla="*/ 4286641 w 4286641"/>
                  <a:gd name="connsiteY13" fmla="*/ 1850012 h 4876800"/>
                  <a:gd name="connsiteX14" fmla="*/ 4180628 w 4286641"/>
                  <a:gd name="connsiteY14" fmla="*/ 1743989 h 4876800"/>
                  <a:gd name="connsiteX15" fmla="*/ 361350 w 4286641"/>
                  <a:gd name="connsiteY15" fmla="*/ 212036 h 4876800"/>
                  <a:gd name="connsiteX16" fmla="*/ 2554138 w 4286641"/>
                  <a:gd name="connsiteY16" fmla="*/ 212036 h 4876800"/>
                  <a:gd name="connsiteX17" fmla="*/ 2703452 w 4286641"/>
                  <a:gd name="connsiteY17" fmla="*/ 361340 h 4876800"/>
                  <a:gd name="connsiteX18" fmla="*/ 2703452 w 4286641"/>
                  <a:gd name="connsiteY18" fmla="*/ 869347 h 4876800"/>
                  <a:gd name="connsiteX19" fmla="*/ 212046 w 4286641"/>
                  <a:gd name="connsiteY19" fmla="*/ 869347 h 4876800"/>
                  <a:gd name="connsiteX20" fmla="*/ 212046 w 4286641"/>
                  <a:gd name="connsiteY20" fmla="*/ 361340 h 4876800"/>
                  <a:gd name="connsiteX21" fmla="*/ 361350 w 4286641"/>
                  <a:gd name="connsiteY21" fmla="*/ 212036 h 4876800"/>
                  <a:gd name="connsiteX22" fmla="*/ 2554138 w 4286641"/>
                  <a:gd name="connsiteY22" fmla="*/ 4664764 h 4876800"/>
                  <a:gd name="connsiteX23" fmla="*/ 361350 w 4286641"/>
                  <a:gd name="connsiteY23" fmla="*/ 4664764 h 4876800"/>
                  <a:gd name="connsiteX24" fmla="*/ 212046 w 4286641"/>
                  <a:gd name="connsiteY24" fmla="*/ 4515460 h 4876800"/>
                  <a:gd name="connsiteX25" fmla="*/ 212046 w 4286641"/>
                  <a:gd name="connsiteY25" fmla="*/ 4049859 h 4876800"/>
                  <a:gd name="connsiteX26" fmla="*/ 2703452 w 4286641"/>
                  <a:gd name="connsiteY26" fmla="*/ 4049859 h 4876800"/>
                  <a:gd name="connsiteX27" fmla="*/ 2703452 w 4286641"/>
                  <a:gd name="connsiteY27" fmla="*/ 4515460 h 4876800"/>
                  <a:gd name="connsiteX28" fmla="*/ 2554138 w 4286641"/>
                  <a:gd name="connsiteY28" fmla="*/ 4664764 h 4876800"/>
                  <a:gd name="connsiteX29" fmla="*/ 2703443 w 4286641"/>
                  <a:gd name="connsiteY29" fmla="*/ 3837832 h 4876800"/>
                  <a:gd name="connsiteX30" fmla="*/ 212036 w 4286641"/>
                  <a:gd name="connsiteY30" fmla="*/ 3837832 h 4876800"/>
                  <a:gd name="connsiteX31" fmla="*/ 212036 w 4286641"/>
                  <a:gd name="connsiteY31" fmla="*/ 1081373 h 4876800"/>
                  <a:gd name="connsiteX32" fmla="*/ 524789 w 4286641"/>
                  <a:gd name="connsiteY32" fmla="*/ 1081373 h 4876800"/>
                  <a:gd name="connsiteX33" fmla="*/ 736816 w 4286641"/>
                  <a:gd name="connsiteY33" fmla="*/ 1081373 h 4876800"/>
                  <a:gd name="connsiteX34" fmla="*/ 2703443 w 4286641"/>
                  <a:gd name="connsiteY34" fmla="*/ 1081373 h 4876800"/>
                  <a:gd name="connsiteX35" fmla="*/ 2703443 w 4286641"/>
                  <a:gd name="connsiteY35" fmla="*/ 1743980 h 4876800"/>
                  <a:gd name="connsiteX36" fmla="*/ 2166280 w 4286641"/>
                  <a:gd name="connsiteY36" fmla="*/ 1743980 h 4876800"/>
                  <a:gd name="connsiteX37" fmla="*/ 2166280 w 4286641"/>
                  <a:gd name="connsiteY37" fmla="*/ 1399423 h 4876800"/>
                  <a:gd name="connsiteX38" fmla="*/ 2097138 w 4286641"/>
                  <a:gd name="connsiteY38" fmla="*/ 1300020 h 4876800"/>
                  <a:gd name="connsiteX39" fmla="*/ 1979886 w 4286641"/>
                  <a:gd name="connsiteY39" fmla="*/ 1330290 h 4876800"/>
                  <a:gd name="connsiteX40" fmla="*/ 1979895 w 4286641"/>
                  <a:gd name="connsiteY40" fmla="*/ 3588896 h 4876800"/>
                  <a:gd name="connsiteX41" fmla="*/ 2060296 w 4286641"/>
                  <a:gd name="connsiteY41" fmla="*/ 3625777 h 4876800"/>
                  <a:gd name="connsiteX42" fmla="*/ 2097148 w 4286641"/>
                  <a:gd name="connsiteY42" fmla="*/ 3619157 h 4876800"/>
                  <a:gd name="connsiteX43" fmla="*/ 2166290 w 4286641"/>
                  <a:gd name="connsiteY43" fmla="*/ 3519754 h 4876800"/>
                  <a:gd name="connsiteX44" fmla="*/ 2166290 w 4286641"/>
                  <a:gd name="connsiteY44" fmla="*/ 3175197 h 4876800"/>
                  <a:gd name="connsiteX45" fmla="*/ 2703452 w 4286641"/>
                  <a:gd name="connsiteY45" fmla="*/ 3175197 h 4876800"/>
                  <a:gd name="connsiteX46" fmla="*/ 2703452 w 4286641"/>
                  <a:gd name="connsiteY46" fmla="*/ 3837832 h 4876800"/>
                  <a:gd name="connsiteX47" fmla="*/ 2703443 w 4286641"/>
                  <a:gd name="connsiteY47" fmla="*/ 3837832 h 4876800"/>
                  <a:gd name="connsiteX48" fmla="*/ 4074614 w 4286641"/>
                  <a:gd name="connsiteY48" fmla="*/ 2963190 h 4876800"/>
                  <a:gd name="connsiteX49" fmla="*/ 1954273 w 4286641"/>
                  <a:gd name="connsiteY49" fmla="*/ 1685306 h 4876800"/>
                  <a:gd name="connsiteX50" fmla="*/ 4074614 w 4286641"/>
                  <a:gd name="connsiteY50" fmla="*/ 1956016 h 4876800"/>
                  <a:gd name="connsiteX51" fmla="*/ 4074614 w 4286641"/>
                  <a:gd name="connsiteY51" fmla="*/ 2963190 h 4876800"/>
                  <a:gd name="connsiteX0" fmla="*/ 4180628 w 4286641"/>
                  <a:gd name="connsiteY0" fmla="*/ 1743989 h 4876800"/>
                  <a:gd name="connsiteX1" fmla="*/ 2915479 w 4286641"/>
                  <a:gd name="connsiteY1" fmla="*/ 1743989 h 4876800"/>
                  <a:gd name="connsiteX2" fmla="*/ 2915479 w 4286641"/>
                  <a:gd name="connsiteY2" fmla="*/ 361340 h 4876800"/>
                  <a:gd name="connsiteX3" fmla="*/ 2554138 w 4286641"/>
                  <a:gd name="connsiteY3" fmla="*/ 0 h 4876800"/>
                  <a:gd name="connsiteX4" fmla="*/ 361350 w 4286641"/>
                  <a:gd name="connsiteY4" fmla="*/ 0 h 4876800"/>
                  <a:gd name="connsiteX5" fmla="*/ 0 w 4286641"/>
                  <a:gd name="connsiteY5" fmla="*/ 361340 h 4876800"/>
                  <a:gd name="connsiteX6" fmla="*/ 0 w 4286641"/>
                  <a:gd name="connsiteY6" fmla="*/ 4515460 h 4876800"/>
                  <a:gd name="connsiteX7" fmla="*/ 361340 w 4286641"/>
                  <a:gd name="connsiteY7" fmla="*/ 4876800 h 4876800"/>
                  <a:gd name="connsiteX8" fmla="*/ 2554138 w 4286641"/>
                  <a:gd name="connsiteY8" fmla="*/ 4876800 h 4876800"/>
                  <a:gd name="connsiteX9" fmla="*/ 2915488 w 4286641"/>
                  <a:gd name="connsiteY9" fmla="*/ 4515460 h 4876800"/>
                  <a:gd name="connsiteX10" fmla="*/ 2915488 w 4286641"/>
                  <a:gd name="connsiteY10" fmla="*/ 3175225 h 4876800"/>
                  <a:gd name="connsiteX11" fmla="*/ 4180628 w 4286641"/>
                  <a:gd name="connsiteY11" fmla="*/ 3175225 h 4876800"/>
                  <a:gd name="connsiteX12" fmla="*/ 4286641 w 4286641"/>
                  <a:gd name="connsiteY12" fmla="*/ 3069212 h 4876800"/>
                  <a:gd name="connsiteX13" fmla="*/ 4286641 w 4286641"/>
                  <a:gd name="connsiteY13" fmla="*/ 1850012 h 4876800"/>
                  <a:gd name="connsiteX14" fmla="*/ 4180628 w 4286641"/>
                  <a:gd name="connsiteY14" fmla="*/ 1743989 h 4876800"/>
                  <a:gd name="connsiteX15" fmla="*/ 361350 w 4286641"/>
                  <a:gd name="connsiteY15" fmla="*/ 212036 h 4876800"/>
                  <a:gd name="connsiteX16" fmla="*/ 2554138 w 4286641"/>
                  <a:gd name="connsiteY16" fmla="*/ 212036 h 4876800"/>
                  <a:gd name="connsiteX17" fmla="*/ 2703452 w 4286641"/>
                  <a:gd name="connsiteY17" fmla="*/ 361340 h 4876800"/>
                  <a:gd name="connsiteX18" fmla="*/ 2703452 w 4286641"/>
                  <a:gd name="connsiteY18" fmla="*/ 869347 h 4876800"/>
                  <a:gd name="connsiteX19" fmla="*/ 212046 w 4286641"/>
                  <a:gd name="connsiteY19" fmla="*/ 869347 h 4876800"/>
                  <a:gd name="connsiteX20" fmla="*/ 212046 w 4286641"/>
                  <a:gd name="connsiteY20" fmla="*/ 361340 h 4876800"/>
                  <a:gd name="connsiteX21" fmla="*/ 361350 w 4286641"/>
                  <a:gd name="connsiteY21" fmla="*/ 212036 h 4876800"/>
                  <a:gd name="connsiteX22" fmla="*/ 2554138 w 4286641"/>
                  <a:gd name="connsiteY22" fmla="*/ 4664764 h 4876800"/>
                  <a:gd name="connsiteX23" fmla="*/ 361350 w 4286641"/>
                  <a:gd name="connsiteY23" fmla="*/ 4664764 h 4876800"/>
                  <a:gd name="connsiteX24" fmla="*/ 212046 w 4286641"/>
                  <a:gd name="connsiteY24" fmla="*/ 4515460 h 4876800"/>
                  <a:gd name="connsiteX25" fmla="*/ 212046 w 4286641"/>
                  <a:gd name="connsiteY25" fmla="*/ 4049859 h 4876800"/>
                  <a:gd name="connsiteX26" fmla="*/ 2703452 w 4286641"/>
                  <a:gd name="connsiteY26" fmla="*/ 4049859 h 4876800"/>
                  <a:gd name="connsiteX27" fmla="*/ 2703452 w 4286641"/>
                  <a:gd name="connsiteY27" fmla="*/ 4515460 h 4876800"/>
                  <a:gd name="connsiteX28" fmla="*/ 2554138 w 4286641"/>
                  <a:gd name="connsiteY28" fmla="*/ 4664764 h 4876800"/>
                  <a:gd name="connsiteX29" fmla="*/ 2703443 w 4286641"/>
                  <a:gd name="connsiteY29" fmla="*/ 3837832 h 4876800"/>
                  <a:gd name="connsiteX30" fmla="*/ 212036 w 4286641"/>
                  <a:gd name="connsiteY30" fmla="*/ 3837832 h 4876800"/>
                  <a:gd name="connsiteX31" fmla="*/ 212036 w 4286641"/>
                  <a:gd name="connsiteY31" fmla="*/ 1081373 h 4876800"/>
                  <a:gd name="connsiteX32" fmla="*/ 524789 w 4286641"/>
                  <a:gd name="connsiteY32" fmla="*/ 1081373 h 4876800"/>
                  <a:gd name="connsiteX33" fmla="*/ 736816 w 4286641"/>
                  <a:gd name="connsiteY33" fmla="*/ 1081373 h 4876800"/>
                  <a:gd name="connsiteX34" fmla="*/ 2703443 w 4286641"/>
                  <a:gd name="connsiteY34" fmla="*/ 1081373 h 4876800"/>
                  <a:gd name="connsiteX35" fmla="*/ 2703443 w 4286641"/>
                  <a:gd name="connsiteY35" fmla="*/ 1743980 h 4876800"/>
                  <a:gd name="connsiteX36" fmla="*/ 2166280 w 4286641"/>
                  <a:gd name="connsiteY36" fmla="*/ 1743980 h 4876800"/>
                  <a:gd name="connsiteX37" fmla="*/ 2166280 w 4286641"/>
                  <a:gd name="connsiteY37" fmla="*/ 1399423 h 4876800"/>
                  <a:gd name="connsiteX38" fmla="*/ 2097138 w 4286641"/>
                  <a:gd name="connsiteY38" fmla="*/ 1300020 h 4876800"/>
                  <a:gd name="connsiteX39" fmla="*/ 1979886 w 4286641"/>
                  <a:gd name="connsiteY39" fmla="*/ 1330290 h 4876800"/>
                  <a:gd name="connsiteX40" fmla="*/ 1979895 w 4286641"/>
                  <a:gd name="connsiteY40" fmla="*/ 3588896 h 4876800"/>
                  <a:gd name="connsiteX41" fmla="*/ 2060296 w 4286641"/>
                  <a:gd name="connsiteY41" fmla="*/ 3625777 h 4876800"/>
                  <a:gd name="connsiteX42" fmla="*/ 2097148 w 4286641"/>
                  <a:gd name="connsiteY42" fmla="*/ 3619157 h 4876800"/>
                  <a:gd name="connsiteX43" fmla="*/ 2166290 w 4286641"/>
                  <a:gd name="connsiteY43" fmla="*/ 3519754 h 4876800"/>
                  <a:gd name="connsiteX44" fmla="*/ 2166290 w 4286641"/>
                  <a:gd name="connsiteY44" fmla="*/ 3175197 h 4876800"/>
                  <a:gd name="connsiteX45" fmla="*/ 2703452 w 4286641"/>
                  <a:gd name="connsiteY45" fmla="*/ 3175197 h 4876800"/>
                  <a:gd name="connsiteX46" fmla="*/ 2703452 w 4286641"/>
                  <a:gd name="connsiteY46" fmla="*/ 3837832 h 4876800"/>
                  <a:gd name="connsiteX47" fmla="*/ 2703443 w 4286641"/>
                  <a:gd name="connsiteY47" fmla="*/ 3837832 h 4876800"/>
                  <a:gd name="connsiteX48" fmla="*/ 4074614 w 4286641"/>
                  <a:gd name="connsiteY48" fmla="*/ 1956016 h 4876800"/>
                  <a:gd name="connsiteX49" fmla="*/ 1954273 w 4286641"/>
                  <a:gd name="connsiteY49" fmla="*/ 1685306 h 4876800"/>
                  <a:gd name="connsiteX50" fmla="*/ 4074614 w 4286641"/>
                  <a:gd name="connsiteY50" fmla="*/ 1956016 h 4876800"/>
                  <a:gd name="connsiteX0" fmla="*/ 4180628 w 4286641"/>
                  <a:gd name="connsiteY0" fmla="*/ 1743989 h 4876800"/>
                  <a:gd name="connsiteX1" fmla="*/ 2915479 w 4286641"/>
                  <a:gd name="connsiteY1" fmla="*/ 1743989 h 4876800"/>
                  <a:gd name="connsiteX2" fmla="*/ 2915479 w 4286641"/>
                  <a:gd name="connsiteY2" fmla="*/ 361340 h 4876800"/>
                  <a:gd name="connsiteX3" fmla="*/ 2554138 w 4286641"/>
                  <a:gd name="connsiteY3" fmla="*/ 0 h 4876800"/>
                  <a:gd name="connsiteX4" fmla="*/ 361350 w 4286641"/>
                  <a:gd name="connsiteY4" fmla="*/ 0 h 4876800"/>
                  <a:gd name="connsiteX5" fmla="*/ 0 w 4286641"/>
                  <a:gd name="connsiteY5" fmla="*/ 361340 h 4876800"/>
                  <a:gd name="connsiteX6" fmla="*/ 0 w 4286641"/>
                  <a:gd name="connsiteY6" fmla="*/ 4515460 h 4876800"/>
                  <a:gd name="connsiteX7" fmla="*/ 361340 w 4286641"/>
                  <a:gd name="connsiteY7" fmla="*/ 4876800 h 4876800"/>
                  <a:gd name="connsiteX8" fmla="*/ 2554138 w 4286641"/>
                  <a:gd name="connsiteY8" fmla="*/ 4876800 h 4876800"/>
                  <a:gd name="connsiteX9" fmla="*/ 2915488 w 4286641"/>
                  <a:gd name="connsiteY9" fmla="*/ 4515460 h 4876800"/>
                  <a:gd name="connsiteX10" fmla="*/ 2915488 w 4286641"/>
                  <a:gd name="connsiteY10" fmla="*/ 3175225 h 4876800"/>
                  <a:gd name="connsiteX11" fmla="*/ 4180628 w 4286641"/>
                  <a:gd name="connsiteY11" fmla="*/ 3175225 h 4876800"/>
                  <a:gd name="connsiteX12" fmla="*/ 4286641 w 4286641"/>
                  <a:gd name="connsiteY12" fmla="*/ 3069212 h 4876800"/>
                  <a:gd name="connsiteX13" fmla="*/ 4286641 w 4286641"/>
                  <a:gd name="connsiteY13" fmla="*/ 1850012 h 4876800"/>
                  <a:gd name="connsiteX14" fmla="*/ 4180628 w 4286641"/>
                  <a:gd name="connsiteY14" fmla="*/ 1743989 h 4876800"/>
                  <a:gd name="connsiteX15" fmla="*/ 361350 w 4286641"/>
                  <a:gd name="connsiteY15" fmla="*/ 212036 h 4876800"/>
                  <a:gd name="connsiteX16" fmla="*/ 2554138 w 4286641"/>
                  <a:gd name="connsiteY16" fmla="*/ 212036 h 4876800"/>
                  <a:gd name="connsiteX17" fmla="*/ 2703452 w 4286641"/>
                  <a:gd name="connsiteY17" fmla="*/ 361340 h 4876800"/>
                  <a:gd name="connsiteX18" fmla="*/ 2703452 w 4286641"/>
                  <a:gd name="connsiteY18" fmla="*/ 869347 h 4876800"/>
                  <a:gd name="connsiteX19" fmla="*/ 212046 w 4286641"/>
                  <a:gd name="connsiteY19" fmla="*/ 869347 h 4876800"/>
                  <a:gd name="connsiteX20" fmla="*/ 212046 w 4286641"/>
                  <a:gd name="connsiteY20" fmla="*/ 361340 h 4876800"/>
                  <a:gd name="connsiteX21" fmla="*/ 361350 w 4286641"/>
                  <a:gd name="connsiteY21" fmla="*/ 212036 h 4876800"/>
                  <a:gd name="connsiteX22" fmla="*/ 2554138 w 4286641"/>
                  <a:gd name="connsiteY22" fmla="*/ 4664764 h 4876800"/>
                  <a:gd name="connsiteX23" fmla="*/ 361350 w 4286641"/>
                  <a:gd name="connsiteY23" fmla="*/ 4664764 h 4876800"/>
                  <a:gd name="connsiteX24" fmla="*/ 212046 w 4286641"/>
                  <a:gd name="connsiteY24" fmla="*/ 4515460 h 4876800"/>
                  <a:gd name="connsiteX25" fmla="*/ 212046 w 4286641"/>
                  <a:gd name="connsiteY25" fmla="*/ 4049859 h 4876800"/>
                  <a:gd name="connsiteX26" fmla="*/ 2703452 w 4286641"/>
                  <a:gd name="connsiteY26" fmla="*/ 4049859 h 4876800"/>
                  <a:gd name="connsiteX27" fmla="*/ 2703452 w 4286641"/>
                  <a:gd name="connsiteY27" fmla="*/ 4515460 h 4876800"/>
                  <a:gd name="connsiteX28" fmla="*/ 2554138 w 4286641"/>
                  <a:gd name="connsiteY28" fmla="*/ 4664764 h 4876800"/>
                  <a:gd name="connsiteX29" fmla="*/ 2703443 w 4286641"/>
                  <a:gd name="connsiteY29" fmla="*/ 3837832 h 4876800"/>
                  <a:gd name="connsiteX30" fmla="*/ 212036 w 4286641"/>
                  <a:gd name="connsiteY30" fmla="*/ 3837832 h 4876800"/>
                  <a:gd name="connsiteX31" fmla="*/ 212036 w 4286641"/>
                  <a:gd name="connsiteY31" fmla="*/ 1081373 h 4876800"/>
                  <a:gd name="connsiteX32" fmla="*/ 524789 w 4286641"/>
                  <a:gd name="connsiteY32" fmla="*/ 1081373 h 4876800"/>
                  <a:gd name="connsiteX33" fmla="*/ 736816 w 4286641"/>
                  <a:gd name="connsiteY33" fmla="*/ 1081373 h 4876800"/>
                  <a:gd name="connsiteX34" fmla="*/ 2703443 w 4286641"/>
                  <a:gd name="connsiteY34" fmla="*/ 1081373 h 4876800"/>
                  <a:gd name="connsiteX35" fmla="*/ 2703443 w 4286641"/>
                  <a:gd name="connsiteY35" fmla="*/ 1743980 h 4876800"/>
                  <a:gd name="connsiteX36" fmla="*/ 2166280 w 4286641"/>
                  <a:gd name="connsiteY36" fmla="*/ 1743980 h 4876800"/>
                  <a:gd name="connsiteX37" fmla="*/ 2166280 w 4286641"/>
                  <a:gd name="connsiteY37" fmla="*/ 1399423 h 4876800"/>
                  <a:gd name="connsiteX38" fmla="*/ 2097138 w 4286641"/>
                  <a:gd name="connsiteY38" fmla="*/ 1300020 h 4876800"/>
                  <a:gd name="connsiteX39" fmla="*/ 1979886 w 4286641"/>
                  <a:gd name="connsiteY39" fmla="*/ 1330290 h 4876800"/>
                  <a:gd name="connsiteX40" fmla="*/ 1979895 w 4286641"/>
                  <a:gd name="connsiteY40" fmla="*/ 3588896 h 4876800"/>
                  <a:gd name="connsiteX41" fmla="*/ 2060296 w 4286641"/>
                  <a:gd name="connsiteY41" fmla="*/ 3625777 h 4876800"/>
                  <a:gd name="connsiteX42" fmla="*/ 2097148 w 4286641"/>
                  <a:gd name="connsiteY42" fmla="*/ 3619157 h 4876800"/>
                  <a:gd name="connsiteX43" fmla="*/ 2166290 w 4286641"/>
                  <a:gd name="connsiteY43" fmla="*/ 3519754 h 4876800"/>
                  <a:gd name="connsiteX44" fmla="*/ 2166290 w 4286641"/>
                  <a:gd name="connsiteY44" fmla="*/ 3175197 h 4876800"/>
                  <a:gd name="connsiteX45" fmla="*/ 2703452 w 4286641"/>
                  <a:gd name="connsiteY45" fmla="*/ 3175197 h 4876800"/>
                  <a:gd name="connsiteX46" fmla="*/ 2703452 w 4286641"/>
                  <a:gd name="connsiteY46" fmla="*/ 3837832 h 4876800"/>
                  <a:gd name="connsiteX47" fmla="*/ 2703443 w 4286641"/>
                  <a:gd name="connsiteY47" fmla="*/ 3837832 h 4876800"/>
                  <a:gd name="connsiteX0" fmla="*/ 4286641 w 4286641"/>
                  <a:gd name="connsiteY0" fmla="*/ 1850012 h 4876800"/>
                  <a:gd name="connsiteX1" fmla="*/ 2915479 w 4286641"/>
                  <a:gd name="connsiteY1" fmla="*/ 1743989 h 4876800"/>
                  <a:gd name="connsiteX2" fmla="*/ 2915479 w 4286641"/>
                  <a:gd name="connsiteY2" fmla="*/ 361340 h 4876800"/>
                  <a:gd name="connsiteX3" fmla="*/ 2554138 w 4286641"/>
                  <a:gd name="connsiteY3" fmla="*/ 0 h 4876800"/>
                  <a:gd name="connsiteX4" fmla="*/ 361350 w 4286641"/>
                  <a:gd name="connsiteY4" fmla="*/ 0 h 4876800"/>
                  <a:gd name="connsiteX5" fmla="*/ 0 w 4286641"/>
                  <a:gd name="connsiteY5" fmla="*/ 361340 h 4876800"/>
                  <a:gd name="connsiteX6" fmla="*/ 0 w 4286641"/>
                  <a:gd name="connsiteY6" fmla="*/ 4515460 h 4876800"/>
                  <a:gd name="connsiteX7" fmla="*/ 361340 w 4286641"/>
                  <a:gd name="connsiteY7" fmla="*/ 4876800 h 4876800"/>
                  <a:gd name="connsiteX8" fmla="*/ 2554138 w 4286641"/>
                  <a:gd name="connsiteY8" fmla="*/ 4876800 h 4876800"/>
                  <a:gd name="connsiteX9" fmla="*/ 2915488 w 4286641"/>
                  <a:gd name="connsiteY9" fmla="*/ 4515460 h 4876800"/>
                  <a:gd name="connsiteX10" fmla="*/ 2915488 w 4286641"/>
                  <a:gd name="connsiteY10" fmla="*/ 3175225 h 4876800"/>
                  <a:gd name="connsiteX11" fmla="*/ 4180628 w 4286641"/>
                  <a:gd name="connsiteY11" fmla="*/ 3175225 h 4876800"/>
                  <a:gd name="connsiteX12" fmla="*/ 4286641 w 4286641"/>
                  <a:gd name="connsiteY12" fmla="*/ 3069212 h 4876800"/>
                  <a:gd name="connsiteX13" fmla="*/ 4286641 w 4286641"/>
                  <a:gd name="connsiteY13" fmla="*/ 1850012 h 4876800"/>
                  <a:gd name="connsiteX14" fmla="*/ 361350 w 4286641"/>
                  <a:gd name="connsiteY14" fmla="*/ 212036 h 4876800"/>
                  <a:gd name="connsiteX15" fmla="*/ 2554138 w 4286641"/>
                  <a:gd name="connsiteY15" fmla="*/ 212036 h 4876800"/>
                  <a:gd name="connsiteX16" fmla="*/ 2703452 w 4286641"/>
                  <a:gd name="connsiteY16" fmla="*/ 361340 h 4876800"/>
                  <a:gd name="connsiteX17" fmla="*/ 2703452 w 4286641"/>
                  <a:gd name="connsiteY17" fmla="*/ 869347 h 4876800"/>
                  <a:gd name="connsiteX18" fmla="*/ 212046 w 4286641"/>
                  <a:gd name="connsiteY18" fmla="*/ 869347 h 4876800"/>
                  <a:gd name="connsiteX19" fmla="*/ 212046 w 4286641"/>
                  <a:gd name="connsiteY19" fmla="*/ 361340 h 4876800"/>
                  <a:gd name="connsiteX20" fmla="*/ 361350 w 4286641"/>
                  <a:gd name="connsiteY20" fmla="*/ 212036 h 4876800"/>
                  <a:gd name="connsiteX21" fmla="*/ 2554138 w 4286641"/>
                  <a:gd name="connsiteY21" fmla="*/ 4664764 h 4876800"/>
                  <a:gd name="connsiteX22" fmla="*/ 361350 w 4286641"/>
                  <a:gd name="connsiteY22" fmla="*/ 4664764 h 4876800"/>
                  <a:gd name="connsiteX23" fmla="*/ 212046 w 4286641"/>
                  <a:gd name="connsiteY23" fmla="*/ 4515460 h 4876800"/>
                  <a:gd name="connsiteX24" fmla="*/ 212046 w 4286641"/>
                  <a:gd name="connsiteY24" fmla="*/ 4049859 h 4876800"/>
                  <a:gd name="connsiteX25" fmla="*/ 2703452 w 4286641"/>
                  <a:gd name="connsiteY25" fmla="*/ 4049859 h 4876800"/>
                  <a:gd name="connsiteX26" fmla="*/ 2703452 w 4286641"/>
                  <a:gd name="connsiteY26" fmla="*/ 4515460 h 4876800"/>
                  <a:gd name="connsiteX27" fmla="*/ 2554138 w 4286641"/>
                  <a:gd name="connsiteY27" fmla="*/ 4664764 h 4876800"/>
                  <a:gd name="connsiteX28" fmla="*/ 2703443 w 4286641"/>
                  <a:gd name="connsiteY28" fmla="*/ 3837832 h 4876800"/>
                  <a:gd name="connsiteX29" fmla="*/ 212036 w 4286641"/>
                  <a:gd name="connsiteY29" fmla="*/ 3837832 h 4876800"/>
                  <a:gd name="connsiteX30" fmla="*/ 212036 w 4286641"/>
                  <a:gd name="connsiteY30" fmla="*/ 1081373 h 4876800"/>
                  <a:gd name="connsiteX31" fmla="*/ 524789 w 4286641"/>
                  <a:gd name="connsiteY31" fmla="*/ 1081373 h 4876800"/>
                  <a:gd name="connsiteX32" fmla="*/ 736816 w 4286641"/>
                  <a:gd name="connsiteY32" fmla="*/ 1081373 h 4876800"/>
                  <a:gd name="connsiteX33" fmla="*/ 2703443 w 4286641"/>
                  <a:gd name="connsiteY33" fmla="*/ 1081373 h 4876800"/>
                  <a:gd name="connsiteX34" fmla="*/ 2703443 w 4286641"/>
                  <a:gd name="connsiteY34" fmla="*/ 1743980 h 4876800"/>
                  <a:gd name="connsiteX35" fmla="*/ 2166280 w 4286641"/>
                  <a:gd name="connsiteY35" fmla="*/ 1743980 h 4876800"/>
                  <a:gd name="connsiteX36" fmla="*/ 2166280 w 4286641"/>
                  <a:gd name="connsiteY36" fmla="*/ 1399423 h 4876800"/>
                  <a:gd name="connsiteX37" fmla="*/ 2097138 w 4286641"/>
                  <a:gd name="connsiteY37" fmla="*/ 1300020 h 4876800"/>
                  <a:gd name="connsiteX38" fmla="*/ 1979886 w 4286641"/>
                  <a:gd name="connsiteY38" fmla="*/ 1330290 h 4876800"/>
                  <a:gd name="connsiteX39" fmla="*/ 1979895 w 4286641"/>
                  <a:gd name="connsiteY39" fmla="*/ 3588896 h 4876800"/>
                  <a:gd name="connsiteX40" fmla="*/ 2060296 w 4286641"/>
                  <a:gd name="connsiteY40" fmla="*/ 3625777 h 4876800"/>
                  <a:gd name="connsiteX41" fmla="*/ 2097148 w 4286641"/>
                  <a:gd name="connsiteY41" fmla="*/ 3619157 h 4876800"/>
                  <a:gd name="connsiteX42" fmla="*/ 2166290 w 4286641"/>
                  <a:gd name="connsiteY42" fmla="*/ 3519754 h 4876800"/>
                  <a:gd name="connsiteX43" fmla="*/ 2166290 w 4286641"/>
                  <a:gd name="connsiteY43" fmla="*/ 3175197 h 4876800"/>
                  <a:gd name="connsiteX44" fmla="*/ 2703452 w 4286641"/>
                  <a:gd name="connsiteY44" fmla="*/ 3175197 h 4876800"/>
                  <a:gd name="connsiteX45" fmla="*/ 2703452 w 4286641"/>
                  <a:gd name="connsiteY45" fmla="*/ 3837832 h 4876800"/>
                  <a:gd name="connsiteX46" fmla="*/ 2703443 w 4286641"/>
                  <a:gd name="connsiteY46" fmla="*/ 3837832 h 4876800"/>
                  <a:gd name="connsiteX0" fmla="*/ 4286641 w 4286641"/>
                  <a:gd name="connsiteY0" fmla="*/ 1850012 h 4876800"/>
                  <a:gd name="connsiteX1" fmla="*/ 2915479 w 4286641"/>
                  <a:gd name="connsiteY1" fmla="*/ 1743989 h 4876800"/>
                  <a:gd name="connsiteX2" fmla="*/ 2915479 w 4286641"/>
                  <a:gd name="connsiteY2" fmla="*/ 361340 h 4876800"/>
                  <a:gd name="connsiteX3" fmla="*/ 2554138 w 4286641"/>
                  <a:gd name="connsiteY3" fmla="*/ 0 h 4876800"/>
                  <a:gd name="connsiteX4" fmla="*/ 361350 w 4286641"/>
                  <a:gd name="connsiteY4" fmla="*/ 0 h 4876800"/>
                  <a:gd name="connsiteX5" fmla="*/ 0 w 4286641"/>
                  <a:gd name="connsiteY5" fmla="*/ 361340 h 4876800"/>
                  <a:gd name="connsiteX6" fmla="*/ 0 w 4286641"/>
                  <a:gd name="connsiteY6" fmla="*/ 4515460 h 4876800"/>
                  <a:gd name="connsiteX7" fmla="*/ 361340 w 4286641"/>
                  <a:gd name="connsiteY7" fmla="*/ 4876800 h 4876800"/>
                  <a:gd name="connsiteX8" fmla="*/ 2554138 w 4286641"/>
                  <a:gd name="connsiteY8" fmla="*/ 4876800 h 4876800"/>
                  <a:gd name="connsiteX9" fmla="*/ 2915488 w 4286641"/>
                  <a:gd name="connsiteY9" fmla="*/ 4515460 h 4876800"/>
                  <a:gd name="connsiteX10" fmla="*/ 2915488 w 4286641"/>
                  <a:gd name="connsiteY10" fmla="*/ 3175225 h 4876800"/>
                  <a:gd name="connsiteX11" fmla="*/ 4180628 w 4286641"/>
                  <a:gd name="connsiteY11" fmla="*/ 3175225 h 4876800"/>
                  <a:gd name="connsiteX12" fmla="*/ 4286641 w 4286641"/>
                  <a:gd name="connsiteY12" fmla="*/ 3069212 h 4876800"/>
                  <a:gd name="connsiteX13" fmla="*/ 4286641 w 4286641"/>
                  <a:gd name="connsiteY13" fmla="*/ 1850012 h 4876800"/>
                  <a:gd name="connsiteX14" fmla="*/ 361350 w 4286641"/>
                  <a:gd name="connsiteY14" fmla="*/ 212036 h 4876800"/>
                  <a:gd name="connsiteX15" fmla="*/ 2554138 w 4286641"/>
                  <a:gd name="connsiteY15" fmla="*/ 212036 h 4876800"/>
                  <a:gd name="connsiteX16" fmla="*/ 2703452 w 4286641"/>
                  <a:gd name="connsiteY16" fmla="*/ 361340 h 4876800"/>
                  <a:gd name="connsiteX17" fmla="*/ 2703452 w 4286641"/>
                  <a:gd name="connsiteY17" fmla="*/ 869347 h 4876800"/>
                  <a:gd name="connsiteX18" fmla="*/ 212046 w 4286641"/>
                  <a:gd name="connsiteY18" fmla="*/ 869347 h 4876800"/>
                  <a:gd name="connsiteX19" fmla="*/ 212046 w 4286641"/>
                  <a:gd name="connsiteY19" fmla="*/ 361340 h 4876800"/>
                  <a:gd name="connsiteX20" fmla="*/ 361350 w 4286641"/>
                  <a:gd name="connsiteY20" fmla="*/ 212036 h 4876800"/>
                  <a:gd name="connsiteX21" fmla="*/ 2554138 w 4286641"/>
                  <a:gd name="connsiteY21" fmla="*/ 4664764 h 4876800"/>
                  <a:gd name="connsiteX22" fmla="*/ 361350 w 4286641"/>
                  <a:gd name="connsiteY22" fmla="*/ 4664764 h 4876800"/>
                  <a:gd name="connsiteX23" fmla="*/ 212046 w 4286641"/>
                  <a:gd name="connsiteY23" fmla="*/ 4515460 h 4876800"/>
                  <a:gd name="connsiteX24" fmla="*/ 212046 w 4286641"/>
                  <a:gd name="connsiteY24" fmla="*/ 4049859 h 4876800"/>
                  <a:gd name="connsiteX25" fmla="*/ 2703452 w 4286641"/>
                  <a:gd name="connsiteY25" fmla="*/ 4049859 h 4876800"/>
                  <a:gd name="connsiteX26" fmla="*/ 2703452 w 4286641"/>
                  <a:gd name="connsiteY26" fmla="*/ 4515460 h 4876800"/>
                  <a:gd name="connsiteX27" fmla="*/ 2554138 w 4286641"/>
                  <a:gd name="connsiteY27" fmla="*/ 4664764 h 4876800"/>
                  <a:gd name="connsiteX28" fmla="*/ 2703443 w 4286641"/>
                  <a:gd name="connsiteY28" fmla="*/ 3837832 h 4876800"/>
                  <a:gd name="connsiteX29" fmla="*/ 212036 w 4286641"/>
                  <a:gd name="connsiteY29" fmla="*/ 3837832 h 4876800"/>
                  <a:gd name="connsiteX30" fmla="*/ 212036 w 4286641"/>
                  <a:gd name="connsiteY30" fmla="*/ 1081373 h 4876800"/>
                  <a:gd name="connsiteX31" fmla="*/ 524789 w 4286641"/>
                  <a:gd name="connsiteY31" fmla="*/ 1081373 h 4876800"/>
                  <a:gd name="connsiteX32" fmla="*/ 736816 w 4286641"/>
                  <a:gd name="connsiteY32" fmla="*/ 1081373 h 4876800"/>
                  <a:gd name="connsiteX33" fmla="*/ 2703443 w 4286641"/>
                  <a:gd name="connsiteY33" fmla="*/ 1081373 h 4876800"/>
                  <a:gd name="connsiteX34" fmla="*/ 2703443 w 4286641"/>
                  <a:gd name="connsiteY34" fmla="*/ 1743980 h 4876800"/>
                  <a:gd name="connsiteX35" fmla="*/ 2166280 w 4286641"/>
                  <a:gd name="connsiteY35" fmla="*/ 1743980 h 4876800"/>
                  <a:gd name="connsiteX36" fmla="*/ 2166280 w 4286641"/>
                  <a:gd name="connsiteY36" fmla="*/ 1399423 h 4876800"/>
                  <a:gd name="connsiteX37" fmla="*/ 2097138 w 4286641"/>
                  <a:gd name="connsiteY37" fmla="*/ 1300020 h 4876800"/>
                  <a:gd name="connsiteX38" fmla="*/ 1979886 w 4286641"/>
                  <a:gd name="connsiteY38" fmla="*/ 1330290 h 4876800"/>
                  <a:gd name="connsiteX39" fmla="*/ 1979895 w 4286641"/>
                  <a:gd name="connsiteY39" fmla="*/ 3588896 h 4876800"/>
                  <a:gd name="connsiteX40" fmla="*/ 2060296 w 4286641"/>
                  <a:gd name="connsiteY40" fmla="*/ 3625777 h 4876800"/>
                  <a:gd name="connsiteX41" fmla="*/ 2097148 w 4286641"/>
                  <a:gd name="connsiteY41" fmla="*/ 3619157 h 4876800"/>
                  <a:gd name="connsiteX42" fmla="*/ 2166290 w 4286641"/>
                  <a:gd name="connsiteY42" fmla="*/ 3519754 h 4876800"/>
                  <a:gd name="connsiteX43" fmla="*/ 2703452 w 4286641"/>
                  <a:gd name="connsiteY43" fmla="*/ 3175197 h 4876800"/>
                  <a:gd name="connsiteX44" fmla="*/ 2703452 w 4286641"/>
                  <a:gd name="connsiteY44" fmla="*/ 3837832 h 4876800"/>
                  <a:gd name="connsiteX45" fmla="*/ 2703443 w 4286641"/>
                  <a:gd name="connsiteY45" fmla="*/ 3837832 h 4876800"/>
                  <a:gd name="connsiteX0" fmla="*/ 4286641 w 4286641"/>
                  <a:gd name="connsiteY0" fmla="*/ 1850012 h 4876800"/>
                  <a:gd name="connsiteX1" fmla="*/ 2915479 w 4286641"/>
                  <a:gd name="connsiteY1" fmla="*/ 1743989 h 4876800"/>
                  <a:gd name="connsiteX2" fmla="*/ 2915479 w 4286641"/>
                  <a:gd name="connsiteY2" fmla="*/ 361340 h 4876800"/>
                  <a:gd name="connsiteX3" fmla="*/ 2554138 w 4286641"/>
                  <a:gd name="connsiteY3" fmla="*/ 0 h 4876800"/>
                  <a:gd name="connsiteX4" fmla="*/ 361350 w 4286641"/>
                  <a:gd name="connsiteY4" fmla="*/ 0 h 4876800"/>
                  <a:gd name="connsiteX5" fmla="*/ 0 w 4286641"/>
                  <a:gd name="connsiteY5" fmla="*/ 361340 h 4876800"/>
                  <a:gd name="connsiteX6" fmla="*/ 0 w 4286641"/>
                  <a:gd name="connsiteY6" fmla="*/ 4515460 h 4876800"/>
                  <a:gd name="connsiteX7" fmla="*/ 361340 w 4286641"/>
                  <a:gd name="connsiteY7" fmla="*/ 4876800 h 4876800"/>
                  <a:gd name="connsiteX8" fmla="*/ 2554138 w 4286641"/>
                  <a:gd name="connsiteY8" fmla="*/ 4876800 h 4876800"/>
                  <a:gd name="connsiteX9" fmla="*/ 2915488 w 4286641"/>
                  <a:gd name="connsiteY9" fmla="*/ 4515460 h 4876800"/>
                  <a:gd name="connsiteX10" fmla="*/ 2915488 w 4286641"/>
                  <a:gd name="connsiteY10" fmla="*/ 3175225 h 4876800"/>
                  <a:gd name="connsiteX11" fmla="*/ 4180628 w 4286641"/>
                  <a:gd name="connsiteY11" fmla="*/ 3175225 h 4876800"/>
                  <a:gd name="connsiteX12" fmla="*/ 4286641 w 4286641"/>
                  <a:gd name="connsiteY12" fmla="*/ 3069212 h 4876800"/>
                  <a:gd name="connsiteX13" fmla="*/ 4286641 w 4286641"/>
                  <a:gd name="connsiteY13" fmla="*/ 1850012 h 4876800"/>
                  <a:gd name="connsiteX14" fmla="*/ 361350 w 4286641"/>
                  <a:gd name="connsiteY14" fmla="*/ 212036 h 4876800"/>
                  <a:gd name="connsiteX15" fmla="*/ 2554138 w 4286641"/>
                  <a:gd name="connsiteY15" fmla="*/ 212036 h 4876800"/>
                  <a:gd name="connsiteX16" fmla="*/ 2703452 w 4286641"/>
                  <a:gd name="connsiteY16" fmla="*/ 361340 h 4876800"/>
                  <a:gd name="connsiteX17" fmla="*/ 2703452 w 4286641"/>
                  <a:gd name="connsiteY17" fmla="*/ 869347 h 4876800"/>
                  <a:gd name="connsiteX18" fmla="*/ 212046 w 4286641"/>
                  <a:gd name="connsiteY18" fmla="*/ 869347 h 4876800"/>
                  <a:gd name="connsiteX19" fmla="*/ 212046 w 4286641"/>
                  <a:gd name="connsiteY19" fmla="*/ 361340 h 4876800"/>
                  <a:gd name="connsiteX20" fmla="*/ 361350 w 4286641"/>
                  <a:gd name="connsiteY20" fmla="*/ 212036 h 4876800"/>
                  <a:gd name="connsiteX21" fmla="*/ 2554138 w 4286641"/>
                  <a:gd name="connsiteY21" fmla="*/ 4664764 h 4876800"/>
                  <a:gd name="connsiteX22" fmla="*/ 361350 w 4286641"/>
                  <a:gd name="connsiteY22" fmla="*/ 4664764 h 4876800"/>
                  <a:gd name="connsiteX23" fmla="*/ 212046 w 4286641"/>
                  <a:gd name="connsiteY23" fmla="*/ 4515460 h 4876800"/>
                  <a:gd name="connsiteX24" fmla="*/ 212046 w 4286641"/>
                  <a:gd name="connsiteY24" fmla="*/ 4049859 h 4876800"/>
                  <a:gd name="connsiteX25" fmla="*/ 2703452 w 4286641"/>
                  <a:gd name="connsiteY25" fmla="*/ 4049859 h 4876800"/>
                  <a:gd name="connsiteX26" fmla="*/ 2703452 w 4286641"/>
                  <a:gd name="connsiteY26" fmla="*/ 4515460 h 4876800"/>
                  <a:gd name="connsiteX27" fmla="*/ 2554138 w 4286641"/>
                  <a:gd name="connsiteY27" fmla="*/ 4664764 h 4876800"/>
                  <a:gd name="connsiteX28" fmla="*/ 2703443 w 4286641"/>
                  <a:gd name="connsiteY28" fmla="*/ 3837832 h 4876800"/>
                  <a:gd name="connsiteX29" fmla="*/ 212036 w 4286641"/>
                  <a:gd name="connsiteY29" fmla="*/ 3837832 h 4876800"/>
                  <a:gd name="connsiteX30" fmla="*/ 212036 w 4286641"/>
                  <a:gd name="connsiteY30" fmla="*/ 1081373 h 4876800"/>
                  <a:gd name="connsiteX31" fmla="*/ 524789 w 4286641"/>
                  <a:gd name="connsiteY31" fmla="*/ 1081373 h 4876800"/>
                  <a:gd name="connsiteX32" fmla="*/ 736816 w 4286641"/>
                  <a:gd name="connsiteY32" fmla="*/ 1081373 h 4876800"/>
                  <a:gd name="connsiteX33" fmla="*/ 2703443 w 4286641"/>
                  <a:gd name="connsiteY33" fmla="*/ 1081373 h 4876800"/>
                  <a:gd name="connsiteX34" fmla="*/ 2703443 w 4286641"/>
                  <a:gd name="connsiteY34" fmla="*/ 1743980 h 4876800"/>
                  <a:gd name="connsiteX35" fmla="*/ 2166280 w 4286641"/>
                  <a:gd name="connsiteY35" fmla="*/ 1743980 h 4876800"/>
                  <a:gd name="connsiteX36" fmla="*/ 2166280 w 4286641"/>
                  <a:gd name="connsiteY36" fmla="*/ 1399423 h 4876800"/>
                  <a:gd name="connsiteX37" fmla="*/ 2097138 w 4286641"/>
                  <a:gd name="connsiteY37" fmla="*/ 1300020 h 4876800"/>
                  <a:gd name="connsiteX38" fmla="*/ 1979886 w 4286641"/>
                  <a:gd name="connsiteY38" fmla="*/ 1330290 h 4876800"/>
                  <a:gd name="connsiteX39" fmla="*/ 1979895 w 4286641"/>
                  <a:gd name="connsiteY39" fmla="*/ 3588896 h 4876800"/>
                  <a:gd name="connsiteX40" fmla="*/ 2060296 w 4286641"/>
                  <a:gd name="connsiteY40" fmla="*/ 3625777 h 4876800"/>
                  <a:gd name="connsiteX41" fmla="*/ 2097148 w 4286641"/>
                  <a:gd name="connsiteY41" fmla="*/ 3619157 h 4876800"/>
                  <a:gd name="connsiteX42" fmla="*/ 2703452 w 4286641"/>
                  <a:gd name="connsiteY42" fmla="*/ 3175197 h 4876800"/>
                  <a:gd name="connsiteX43" fmla="*/ 2703452 w 4286641"/>
                  <a:gd name="connsiteY43" fmla="*/ 3837832 h 4876800"/>
                  <a:gd name="connsiteX44" fmla="*/ 2703443 w 4286641"/>
                  <a:gd name="connsiteY44" fmla="*/ 3837832 h 4876800"/>
                  <a:gd name="connsiteX0" fmla="*/ 4286641 w 4286641"/>
                  <a:gd name="connsiteY0" fmla="*/ 1850012 h 4876800"/>
                  <a:gd name="connsiteX1" fmla="*/ 2915479 w 4286641"/>
                  <a:gd name="connsiteY1" fmla="*/ 1743989 h 4876800"/>
                  <a:gd name="connsiteX2" fmla="*/ 2915479 w 4286641"/>
                  <a:gd name="connsiteY2" fmla="*/ 361340 h 4876800"/>
                  <a:gd name="connsiteX3" fmla="*/ 2554138 w 4286641"/>
                  <a:gd name="connsiteY3" fmla="*/ 0 h 4876800"/>
                  <a:gd name="connsiteX4" fmla="*/ 361350 w 4286641"/>
                  <a:gd name="connsiteY4" fmla="*/ 0 h 4876800"/>
                  <a:gd name="connsiteX5" fmla="*/ 0 w 4286641"/>
                  <a:gd name="connsiteY5" fmla="*/ 361340 h 4876800"/>
                  <a:gd name="connsiteX6" fmla="*/ 0 w 4286641"/>
                  <a:gd name="connsiteY6" fmla="*/ 4515460 h 4876800"/>
                  <a:gd name="connsiteX7" fmla="*/ 361340 w 4286641"/>
                  <a:gd name="connsiteY7" fmla="*/ 4876800 h 4876800"/>
                  <a:gd name="connsiteX8" fmla="*/ 2554138 w 4286641"/>
                  <a:gd name="connsiteY8" fmla="*/ 4876800 h 4876800"/>
                  <a:gd name="connsiteX9" fmla="*/ 2915488 w 4286641"/>
                  <a:gd name="connsiteY9" fmla="*/ 4515460 h 4876800"/>
                  <a:gd name="connsiteX10" fmla="*/ 2915488 w 4286641"/>
                  <a:gd name="connsiteY10" fmla="*/ 3175225 h 4876800"/>
                  <a:gd name="connsiteX11" fmla="*/ 4180628 w 4286641"/>
                  <a:gd name="connsiteY11" fmla="*/ 3175225 h 4876800"/>
                  <a:gd name="connsiteX12" fmla="*/ 4286641 w 4286641"/>
                  <a:gd name="connsiteY12" fmla="*/ 3069212 h 4876800"/>
                  <a:gd name="connsiteX13" fmla="*/ 4286641 w 4286641"/>
                  <a:gd name="connsiteY13" fmla="*/ 1850012 h 4876800"/>
                  <a:gd name="connsiteX14" fmla="*/ 361350 w 4286641"/>
                  <a:gd name="connsiteY14" fmla="*/ 212036 h 4876800"/>
                  <a:gd name="connsiteX15" fmla="*/ 2554138 w 4286641"/>
                  <a:gd name="connsiteY15" fmla="*/ 212036 h 4876800"/>
                  <a:gd name="connsiteX16" fmla="*/ 2703452 w 4286641"/>
                  <a:gd name="connsiteY16" fmla="*/ 361340 h 4876800"/>
                  <a:gd name="connsiteX17" fmla="*/ 2703452 w 4286641"/>
                  <a:gd name="connsiteY17" fmla="*/ 869347 h 4876800"/>
                  <a:gd name="connsiteX18" fmla="*/ 212046 w 4286641"/>
                  <a:gd name="connsiteY18" fmla="*/ 869347 h 4876800"/>
                  <a:gd name="connsiteX19" fmla="*/ 212046 w 4286641"/>
                  <a:gd name="connsiteY19" fmla="*/ 361340 h 4876800"/>
                  <a:gd name="connsiteX20" fmla="*/ 361350 w 4286641"/>
                  <a:gd name="connsiteY20" fmla="*/ 212036 h 4876800"/>
                  <a:gd name="connsiteX21" fmla="*/ 2554138 w 4286641"/>
                  <a:gd name="connsiteY21" fmla="*/ 4664764 h 4876800"/>
                  <a:gd name="connsiteX22" fmla="*/ 361350 w 4286641"/>
                  <a:gd name="connsiteY22" fmla="*/ 4664764 h 4876800"/>
                  <a:gd name="connsiteX23" fmla="*/ 212046 w 4286641"/>
                  <a:gd name="connsiteY23" fmla="*/ 4515460 h 4876800"/>
                  <a:gd name="connsiteX24" fmla="*/ 212046 w 4286641"/>
                  <a:gd name="connsiteY24" fmla="*/ 4049859 h 4876800"/>
                  <a:gd name="connsiteX25" fmla="*/ 2703452 w 4286641"/>
                  <a:gd name="connsiteY25" fmla="*/ 4049859 h 4876800"/>
                  <a:gd name="connsiteX26" fmla="*/ 2703452 w 4286641"/>
                  <a:gd name="connsiteY26" fmla="*/ 4515460 h 4876800"/>
                  <a:gd name="connsiteX27" fmla="*/ 2554138 w 4286641"/>
                  <a:gd name="connsiteY27" fmla="*/ 4664764 h 4876800"/>
                  <a:gd name="connsiteX28" fmla="*/ 2703443 w 4286641"/>
                  <a:gd name="connsiteY28" fmla="*/ 3837832 h 4876800"/>
                  <a:gd name="connsiteX29" fmla="*/ 212036 w 4286641"/>
                  <a:gd name="connsiteY29" fmla="*/ 3837832 h 4876800"/>
                  <a:gd name="connsiteX30" fmla="*/ 212036 w 4286641"/>
                  <a:gd name="connsiteY30" fmla="*/ 1081373 h 4876800"/>
                  <a:gd name="connsiteX31" fmla="*/ 524789 w 4286641"/>
                  <a:gd name="connsiteY31" fmla="*/ 1081373 h 4876800"/>
                  <a:gd name="connsiteX32" fmla="*/ 736816 w 4286641"/>
                  <a:gd name="connsiteY32" fmla="*/ 1081373 h 4876800"/>
                  <a:gd name="connsiteX33" fmla="*/ 2703443 w 4286641"/>
                  <a:gd name="connsiteY33" fmla="*/ 1081373 h 4876800"/>
                  <a:gd name="connsiteX34" fmla="*/ 2703443 w 4286641"/>
                  <a:gd name="connsiteY34" fmla="*/ 1743980 h 4876800"/>
                  <a:gd name="connsiteX35" fmla="*/ 2166280 w 4286641"/>
                  <a:gd name="connsiteY35" fmla="*/ 1743980 h 4876800"/>
                  <a:gd name="connsiteX36" fmla="*/ 2166280 w 4286641"/>
                  <a:gd name="connsiteY36" fmla="*/ 1399423 h 4876800"/>
                  <a:gd name="connsiteX37" fmla="*/ 2097138 w 4286641"/>
                  <a:gd name="connsiteY37" fmla="*/ 1300020 h 4876800"/>
                  <a:gd name="connsiteX38" fmla="*/ 1979886 w 4286641"/>
                  <a:gd name="connsiteY38" fmla="*/ 1330290 h 4876800"/>
                  <a:gd name="connsiteX39" fmla="*/ 1979895 w 4286641"/>
                  <a:gd name="connsiteY39" fmla="*/ 3588896 h 4876800"/>
                  <a:gd name="connsiteX40" fmla="*/ 2060296 w 4286641"/>
                  <a:gd name="connsiteY40" fmla="*/ 3625777 h 4876800"/>
                  <a:gd name="connsiteX41" fmla="*/ 2703452 w 4286641"/>
                  <a:gd name="connsiteY41" fmla="*/ 3175197 h 4876800"/>
                  <a:gd name="connsiteX42" fmla="*/ 2703452 w 4286641"/>
                  <a:gd name="connsiteY42" fmla="*/ 3837832 h 4876800"/>
                  <a:gd name="connsiteX43" fmla="*/ 2703443 w 4286641"/>
                  <a:gd name="connsiteY43" fmla="*/ 3837832 h 4876800"/>
                  <a:gd name="connsiteX0" fmla="*/ 4286641 w 4286641"/>
                  <a:gd name="connsiteY0" fmla="*/ 1850012 h 4876800"/>
                  <a:gd name="connsiteX1" fmla="*/ 2915479 w 4286641"/>
                  <a:gd name="connsiteY1" fmla="*/ 1743989 h 4876800"/>
                  <a:gd name="connsiteX2" fmla="*/ 2915479 w 4286641"/>
                  <a:gd name="connsiteY2" fmla="*/ 361340 h 4876800"/>
                  <a:gd name="connsiteX3" fmla="*/ 2554138 w 4286641"/>
                  <a:gd name="connsiteY3" fmla="*/ 0 h 4876800"/>
                  <a:gd name="connsiteX4" fmla="*/ 361350 w 4286641"/>
                  <a:gd name="connsiteY4" fmla="*/ 0 h 4876800"/>
                  <a:gd name="connsiteX5" fmla="*/ 0 w 4286641"/>
                  <a:gd name="connsiteY5" fmla="*/ 361340 h 4876800"/>
                  <a:gd name="connsiteX6" fmla="*/ 0 w 4286641"/>
                  <a:gd name="connsiteY6" fmla="*/ 4515460 h 4876800"/>
                  <a:gd name="connsiteX7" fmla="*/ 361340 w 4286641"/>
                  <a:gd name="connsiteY7" fmla="*/ 4876800 h 4876800"/>
                  <a:gd name="connsiteX8" fmla="*/ 2554138 w 4286641"/>
                  <a:gd name="connsiteY8" fmla="*/ 4876800 h 4876800"/>
                  <a:gd name="connsiteX9" fmla="*/ 2915488 w 4286641"/>
                  <a:gd name="connsiteY9" fmla="*/ 4515460 h 4876800"/>
                  <a:gd name="connsiteX10" fmla="*/ 2915488 w 4286641"/>
                  <a:gd name="connsiteY10" fmla="*/ 3175225 h 4876800"/>
                  <a:gd name="connsiteX11" fmla="*/ 4180628 w 4286641"/>
                  <a:gd name="connsiteY11" fmla="*/ 3175225 h 4876800"/>
                  <a:gd name="connsiteX12" fmla="*/ 4286641 w 4286641"/>
                  <a:gd name="connsiteY12" fmla="*/ 3069212 h 4876800"/>
                  <a:gd name="connsiteX13" fmla="*/ 4286641 w 4286641"/>
                  <a:gd name="connsiteY13" fmla="*/ 1850012 h 4876800"/>
                  <a:gd name="connsiteX14" fmla="*/ 361350 w 4286641"/>
                  <a:gd name="connsiteY14" fmla="*/ 212036 h 4876800"/>
                  <a:gd name="connsiteX15" fmla="*/ 2554138 w 4286641"/>
                  <a:gd name="connsiteY15" fmla="*/ 212036 h 4876800"/>
                  <a:gd name="connsiteX16" fmla="*/ 2703452 w 4286641"/>
                  <a:gd name="connsiteY16" fmla="*/ 361340 h 4876800"/>
                  <a:gd name="connsiteX17" fmla="*/ 2703452 w 4286641"/>
                  <a:gd name="connsiteY17" fmla="*/ 869347 h 4876800"/>
                  <a:gd name="connsiteX18" fmla="*/ 212046 w 4286641"/>
                  <a:gd name="connsiteY18" fmla="*/ 869347 h 4876800"/>
                  <a:gd name="connsiteX19" fmla="*/ 212046 w 4286641"/>
                  <a:gd name="connsiteY19" fmla="*/ 361340 h 4876800"/>
                  <a:gd name="connsiteX20" fmla="*/ 361350 w 4286641"/>
                  <a:gd name="connsiteY20" fmla="*/ 212036 h 4876800"/>
                  <a:gd name="connsiteX21" fmla="*/ 2554138 w 4286641"/>
                  <a:gd name="connsiteY21" fmla="*/ 4664764 h 4876800"/>
                  <a:gd name="connsiteX22" fmla="*/ 361350 w 4286641"/>
                  <a:gd name="connsiteY22" fmla="*/ 4664764 h 4876800"/>
                  <a:gd name="connsiteX23" fmla="*/ 212046 w 4286641"/>
                  <a:gd name="connsiteY23" fmla="*/ 4515460 h 4876800"/>
                  <a:gd name="connsiteX24" fmla="*/ 212046 w 4286641"/>
                  <a:gd name="connsiteY24" fmla="*/ 4049859 h 4876800"/>
                  <a:gd name="connsiteX25" fmla="*/ 2703452 w 4286641"/>
                  <a:gd name="connsiteY25" fmla="*/ 4049859 h 4876800"/>
                  <a:gd name="connsiteX26" fmla="*/ 2703452 w 4286641"/>
                  <a:gd name="connsiteY26" fmla="*/ 4515460 h 4876800"/>
                  <a:gd name="connsiteX27" fmla="*/ 2554138 w 4286641"/>
                  <a:gd name="connsiteY27" fmla="*/ 4664764 h 4876800"/>
                  <a:gd name="connsiteX28" fmla="*/ 2703443 w 4286641"/>
                  <a:gd name="connsiteY28" fmla="*/ 3837832 h 4876800"/>
                  <a:gd name="connsiteX29" fmla="*/ 212036 w 4286641"/>
                  <a:gd name="connsiteY29" fmla="*/ 3837832 h 4876800"/>
                  <a:gd name="connsiteX30" fmla="*/ 212036 w 4286641"/>
                  <a:gd name="connsiteY30" fmla="*/ 1081373 h 4876800"/>
                  <a:gd name="connsiteX31" fmla="*/ 524789 w 4286641"/>
                  <a:gd name="connsiteY31" fmla="*/ 1081373 h 4876800"/>
                  <a:gd name="connsiteX32" fmla="*/ 736816 w 4286641"/>
                  <a:gd name="connsiteY32" fmla="*/ 1081373 h 4876800"/>
                  <a:gd name="connsiteX33" fmla="*/ 2703443 w 4286641"/>
                  <a:gd name="connsiteY33" fmla="*/ 1081373 h 4876800"/>
                  <a:gd name="connsiteX34" fmla="*/ 2703443 w 4286641"/>
                  <a:gd name="connsiteY34" fmla="*/ 1743980 h 4876800"/>
                  <a:gd name="connsiteX35" fmla="*/ 2166280 w 4286641"/>
                  <a:gd name="connsiteY35" fmla="*/ 1743980 h 4876800"/>
                  <a:gd name="connsiteX36" fmla="*/ 2166280 w 4286641"/>
                  <a:gd name="connsiteY36" fmla="*/ 1399423 h 4876800"/>
                  <a:gd name="connsiteX37" fmla="*/ 2097138 w 4286641"/>
                  <a:gd name="connsiteY37" fmla="*/ 1300020 h 4876800"/>
                  <a:gd name="connsiteX38" fmla="*/ 1979886 w 4286641"/>
                  <a:gd name="connsiteY38" fmla="*/ 1330290 h 4876800"/>
                  <a:gd name="connsiteX39" fmla="*/ 1979895 w 4286641"/>
                  <a:gd name="connsiteY39" fmla="*/ 3588896 h 4876800"/>
                  <a:gd name="connsiteX40" fmla="*/ 2703452 w 4286641"/>
                  <a:gd name="connsiteY40" fmla="*/ 3175197 h 4876800"/>
                  <a:gd name="connsiteX41" fmla="*/ 2703452 w 4286641"/>
                  <a:gd name="connsiteY41" fmla="*/ 3837832 h 4876800"/>
                  <a:gd name="connsiteX42" fmla="*/ 2703443 w 4286641"/>
                  <a:gd name="connsiteY42" fmla="*/ 3837832 h 4876800"/>
                  <a:gd name="connsiteX0" fmla="*/ 4286641 w 4286641"/>
                  <a:gd name="connsiteY0" fmla="*/ 1850012 h 4876800"/>
                  <a:gd name="connsiteX1" fmla="*/ 2915479 w 4286641"/>
                  <a:gd name="connsiteY1" fmla="*/ 1743989 h 4876800"/>
                  <a:gd name="connsiteX2" fmla="*/ 2915479 w 4286641"/>
                  <a:gd name="connsiteY2" fmla="*/ 361340 h 4876800"/>
                  <a:gd name="connsiteX3" fmla="*/ 2554138 w 4286641"/>
                  <a:gd name="connsiteY3" fmla="*/ 0 h 4876800"/>
                  <a:gd name="connsiteX4" fmla="*/ 361350 w 4286641"/>
                  <a:gd name="connsiteY4" fmla="*/ 0 h 4876800"/>
                  <a:gd name="connsiteX5" fmla="*/ 0 w 4286641"/>
                  <a:gd name="connsiteY5" fmla="*/ 361340 h 4876800"/>
                  <a:gd name="connsiteX6" fmla="*/ 0 w 4286641"/>
                  <a:gd name="connsiteY6" fmla="*/ 4515460 h 4876800"/>
                  <a:gd name="connsiteX7" fmla="*/ 361340 w 4286641"/>
                  <a:gd name="connsiteY7" fmla="*/ 4876800 h 4876800"/>
                  <a:gd name="connsiteX8" fmla="*/ 2554138 w 4286641"/>
                  <a:gd name="connsiteY8" fmla="*/ 4876800 h 4876800"/>
                  <a:gd name="connsiteX9" fmla="*/ 2915488 w 4286641"/>
                  <a:gd name="connsiteY9" fmla="*/ 4515460 h 4876800"/>
                  <a:gd name="connsiteX10" fmla="*/ 2915488 w 4286641"/>
                  <a:gd name="connsiteY10" fmla="*/ 3175225 h 4876800"/>
                  <a:gd name="connsiteX11" fmla="*/ 4180628 w 4286641"/>
                  <a:gd name="connsiteY11" fmla="*/ 3175225 h 4876800"/>
                  <a:gd name="connsiteX12" fmla="*/ 4286641 w 4286641"/>
                  <a:gd name="connsiteY12" fmla="*/ 3069212 h 4876800"/>
                  <a:gd name="connsiteX13" fmla="*/ 4286641 w 4286641"/>
                  <a:gd name="connsiteY13" fmla="*/ 1850012 h 4876800"/>
                  <a:gd name="connsiteX14" fmla="*/ 361350 w 4286641"/>
                  <a:gd name="connsiteY14" fmla="*/ 212036 h 4876800"/>
                  <a:gd name="connsiteX15" fmla="*/ 2554138 w 4286641"/>
                  <a:gd name="connsiteY15" fmla="*/ 212036 h 4876800"/>
                  <a:gd name="connsiteX16" fmla="*/ 2703452 w 4286641"/>
                  <a:gd name="connsiteY16" fmla="*/ 361340 h 4876800"/>
                  <a:gd name="connsiteX17" fmla="*/ 2703452 w 4286641"/>
                  <a:gd name="connsiteY17" fmla="*/ 869347 h 4876800"/>
                  <a:gd name="connsiteX18" fmla="*/ 212046 w 4286641"/>
                  <a:gd name="connsiteY18" fmla="*/ 869347 h 4876800"/>
                  <a:gd name="connsiteX19" fmla="*/ 212046 w 4286641"/>
                  <a:gd name="connsiteY19" fmla="*/ 361340 h 4876800"/>
                  <a:gd name="connsiteX20" fmla="*/ 361350 w 4286641"/>
                  <a:gd name="connsiteY20" fmla="*/ 212036 h 4876800"/>
                  <a:gd name="connsiteX21" fmla="*/ 2554138 w 4286641"/>
                  <a:gd name="connsiteY21" fmla="*/ 4664764 h 4876800"/>
                  <a:gd name="connsiteX22" fmla="*/ 361350 w 4286641"/>
                  <a:gd name="connsiteY22" fmla="*/ 4664764 h 4876800"/>
                  <a:gd name="connsiteX23" fmla="*/ 212046 w 4286641"/>
                  <a:gd name="connsiteY23" fmla="*/ 4515460 h 4876800"/>
                  <a:gd name="connsiteX24" fmla="*/ 212046 w 4286641"/>
                  <a:gd name="connsiteY24" fmla="*/ 4049859 h 4876800"/>
                  <a:gd name="connsiteX25" fmla="*/ 2703452 w 4286641"/>
                  <a:gd name="connsiteY25" fmla="*/ 4049859 h 4876800"/>
                  <a:gd name="connsiteX26" fmla="*/ 2703452 w 4286641"/>
                  <a:gd name="connsiteY26" fmla="*/ 4515460 h 4876800"/>
                  <a:gd name="connsiteX27" fmla="*/ 2554138 w 4286641"/>
                  <a:gd name="connsiteY27" fmla="*/ 4664764 h 4876800"/>
                  <a:gd name="connsiteX28" fmla="*/ 2703443 w 4286641"/>
                  <a:gd name="connsiteY28" fmla="*/ 3837832 h 4876800"/>
                  <a:gd name="connsiteX29" fmla="*/ 212036 w 4286641"/>
                  <a:gd name="connsiteY29" fmla="*/ 3837832 h 4876800"/>
                  <a:gd name="connsiteX30" fmla="*/ 212036 w 4286641"/>
                  <a:gd name="connsiteY30" fmla="*/ 1081373 h 4876800"/>
                  <a:gd name="connsiteX31" fmla="*/ 524789 w 4286641"/>
                  <a:gd name="connsiteY31" fmla="*/ 1081373 h 4876800"/>
                  <a:gd name="connsiteX32" fmla="*/ 736816 w 4286641"/>
                  <a:gd name="connsiteY32" fmla="*/ 1081373 h 4876800"/>
                  <a:gd name="connsiteX33" fmla="*/ 2703443 w 4286641"/>
                  <a:gd name="connsiteY33" fmla="*/ 1081373 h 4876800"/>
                  <a:gd name="connsiteX34" fmla="*/ 2703443 w 4286641"/>
                  <a:gd name="connsiteY34" fmla="*/ 1743980 h 4876800"/>
                  <a:gd name="connsiteX35" fmla="*/ 2166280 w 4286641"/>
                  <a:gd name="connsiteY35" fmla="*/ 1743980 h 4876800"/>
                  <a:gd name="connsiteX36" fmla="*/ 2166280 w 4286641"/>
                  <a:gd name="connsiteY36" fmla="*/ 1399423 h 4876800"/>
                  <a:gd name="connsiteX37" fmla="*/ 2097138 w 4286641"/>
                  <a:gd name="connsiteY37" fmla="*/ 1300020 h 4876800"/>
                  <a:gd name="connsiteX38" fmla="*/ 1979886 w 4286641"/>
                  <a:gd name="connsiteY38" fmla="*/ 1330290 h 4876800"/>
                  <a:gd name="connsiteX39" fmla="*/ 2703452 w 4286641"/>
                  <a:gd name="connsiteY39" fmla="*/ 3175197 h 4876800"/>
                  <a:gd name="connsiteX40" fmla="*/ 2703452 w 4286641"/>
                  <a:gd name="connsiteY40" fmla="*/ 3837832 h 4876800"/>
                  <a:gd name="connsiteX41" fmla="*/ 2703443 w 4286641"/>
                  <a:gd name="connsiteY41" fmla="*/ 3837832 h 4876800"/>
                  <a:gd name="connsiteX0" fmla="*/ 4286641 w 4286641"/>
                  <a:gd name="connsiteY0" fmla="*/ 1850012 h 4876800"/>
                  <a:gd name="connsiteX1" fmla="*/ 2915479 w 4286641"/>
                  <a:gd name="connsiteY1" fmla="*/ 1743989 h 4876800"/>
                  <a:gd name="connsiteX2" fmla="*/ 2915479 w 4286641"/>
                  <a:gd name="connsiteY2" fmla="*/ 361340 h 4876800"/>
                  <a:gd name="connsiteX3" fmla="*/ 2554138 w 4286641"/>
                  <a:gd name="connsiteY3" fmla="*/ 0 h 4876800"/>
                  <a:gd name="connsiteX4" fmla="*/ 361350 w 4286641"/>
                  <a:gd name="connsiteY4" fmla="*/ 0 h 4876800"/>
                  <a:gd name="connsiteX5" fmla="*/ 0 w 4286641"/>
                  <a:gd name="connsiteY5" fmla="*/ 361340 h 4876800"/>
                  <a:gd name="connsiteX6" fmla="*/ 0 w 4286641"/>
                  <a:gd name="connsiteY6" fmla="*/ 4515460 h 4876800"/>
                  <a:gd name="connsiteX7" fmla="*/ 361340 w 4286641"/>
                  <a:gd name="connsiteY7" fmla="*/ 4876800 h 4876800"/>
                  <a:gd name="connsiteX8" fmla="*/ 2554138 w 4286641"/>
                  <a:gd name="connsiteY8" fmla="*/ 4876800 h 4876800"/>
                  <a:gd name="connsiteX9" fmla="*/ 2915488 w 4286641"/>
                  <a:gd name="connsiteY9" fmla="*/ 4515460 h 4876800"/>
                  <a:gd name="connsiteX10" fmla="*/ 2915488 w 4286641"/>
                  <a:gd name="connsiteY10" fmla="*/ 3175225 h 4876800"/>
                  <a:gd name="connsiteX11" fmla="*/ 4180628 w 4286641"/>
                  <a:gd name="connsiteY11" fmla="*/ 3175225 h 4876800"/>
                  <a:gd name="connsiteX12" fmla="*/ 4286641 w 4286641"/>
                  <a:gd name="connsiteY12" fmla="*/ 3069212 h 4876800"/>
                  <a:gd name="connsiteX13" fmla="*/ 4286641 w 4286641"/>
                  <a:gd name="connsiteY13" fmla="*/ 1850012 h 4876800"/>
                  <a:gd name="connsiteX14" fmla="*/ 361350 w 4286641"/>
                  <a:gd name="connsiteY14" fmla="*/ 212036 h 4876800"/>
                  <a:gd name="connsiteX15" fmla="*/ 2554138 w 4286641"/>
                  <a:gd name="connsiteY15" fmla="*/ 212036 h 4876800"/>
                  <a:gd name="connsiteX16" fmla="*/ 2703452 w 4286641"/>
                  <a:gd name="connsiteY16" fmla="*/ 361340 h 4876800"/>
                  <a:gd name="connsiteX17" fmla="*/ 2703452 w 4286641"/>
                  <a:gd name="connsiteY17" fmla="*/ 869347 h 4876800"/>
                  <a:gd name="connsiteX18" fmla="*/ 212046 w 4286641"/>
                  <a:gd name="connsiteY18" fmla="*/ 869347 h 4876800"/>
                  <a:gd name="connsiteX19" fmla="*/ 212046 w 4286641"/>
                  <a:gd name="connsiteY19" fmla="*/ 361340 h 4876800"/>
                  <a:gd name="connsiteX20" fmla="*/ 361350 w 4286641"/>
                  <a:gd name="connsiteY20" fmla="*/ 212036 h 4876800"/>
                  <a:gd name="connsiteX21" fmla="*/ 2554138 w 4286641"/>
                  <a:gd name="connsiteY21" fmla="*/ 4664764 h 4876800"/>
                  <a:gd name="connsiteX22" fmla="*/ 361350 w 4286641"/>
                  <a:gd name="connsiteY22" fmla="*/ 4664764 h 4876800"/>
                  <a:gd name="connsiteX23" fmla="*/ 212046 w 4286641"/>
                  <a:gd name="connsiteY23" fmla="*/ 4515460 h 4876800"/>
                  <a:gd name="connsiteX24" fmla="*/ 212046 w 4286641"/>
                  <a:gd name="connsiteY24" fmla="*/ 4049859 h 4876800"/>
                  <a:gd name="connsiteX25" fmla="*/ 2703452 w 4286641"/>
                  <a:gd name="connsiteY25" fmla="*/ 4049859 h 4876800"/>
                  <a:gd name="connsiteX26" fmla="*/ 2703452 w 4286641"/>
                  <a:gd name="connsiteY26" fmla="*/ 4515460 h 4876800"/>
                  <a:gd name="connsiteX27" fmla="*/ 2554138 w 4286641"/>
                  <a:gd name="connsiteY27" fmla="*/ 4664764 h 4876800"/>
                  <a:gd name="connsiteX28" fmla="*/ 2703443 w 4286641"/>
                  <a:gd name="connsiteY28" fmla="*/ 3837832 h 4876800"/>
                  <a:gd name="connsiteX29" fmla="*/ 212036 w 4286641"/>
                  <a:gd name="connsiteY29" fmla="*/ 3837832 h 4876800"/>
                  <a:gd name="connsiteX30" fmla="*/ 212036 w 4286641"/>
                  <a:gd name="connsiteY30" fmla="*/ 1081373 h 4876800"/>
                  <a:gd name="connsiteX31" fmla="*/ 524789 w 4286641"/>
                  <a:gd name="connsiteY31" fmla="*/ 1081373 h 4876800"/>
                  <a:gd name="connsiteX32" fmla="*/ 736816 w 4286641"/>
                  <a:gd name="connsiteY32" fmla="*/ 1081373 h 4876800"/>
                  <a:gd name="connsiteX33" fmla="*/ 2703443 w 4286641"/>
                  <a:gd name="connsiteY33" fmla="*/ 1081373 h 4876800"/>
                  <a:gd name="connsiteX34" fmla="*/ 2703443 w 4286641"/>
                  <a:gd name="connsiteY34" fmla="*/ 1743980 h 4876800"/>
                  <a:gd name="connsiteX35" fmla="*/ 2166280 w 4286641"/>
                  <a:gd name="connsiteY35" fmla="*/ 1399423 h 4876800"/>
                  <a:gd name="connsiteX36" fmla="*/ 2097138 w 4286641"/>
                  <a:gd name="connsiteY36" fmla="*/ 1300020 h 4876800"/>
                  <a:gd name="connsiteX37" fmla="*/ 1979886 w 4286641"/>
                  <a:gd name="connsiteY37" fmla="*/ 1330290 h 4876800"/>
                  <a:gd name="connsiteX38" fmla="*/ 2703452 w 4286641"/>
                  <a:gd name="connsiteY38" fmla="*/ 3175197 h 4876800"/>
                  <a:gd name="connsiteX39" fmla="*/ 2703452 w 4286641"/>
                  <a:gd name="connsiteY39" fmla="*/ 3837832 h 4876800"/>
                  <a:gd name="connsiteX40" fmla="*/ 2703443 w 4286641"/>
                  <a:gd name="connsiteY40" fmla="*/ 3837832 h 4876800"/>
                  <a:gd name="connsiteX0" fmla="*/ 4286641 w 4286641"/>
                  <a:gd name="connsiteY0" fmla="*/ 1850012 h 4876800"/>
                  <a:gd name="connsiteX1" fmla="*/ 2915479 w 4286641"/>
                  <a:gd name="connsiteY1" fmla="*/ 1743989 h 4876800"/>
                  <a:gd name="connsiteX2" fmla="*/ 2915479 w 4286641"/>
                  <a:gd name="connsiteY2" fmla="*/ 361340 h 4876800"/>
                  <a:gd name="connsiteX3" fmla="*/ 2554138 w 4286641"/>
                  <a:gd name="connsiteY3" fmla="*/ 0 h 4876800"/>
                  <a:gd name="connsiteX4" fmla="*/ 361350 w 4286641"/>
                  <a:gd name="connsiteY4" fmla="*/ 0 h 4876800"/>
                  <a:gd name="connsiteX5" fmla="*/ 0 w 4286641"/>
                  <a:gd name="connsiteY5" fmla="*/ 361340 h 4876800"/>
                  <a:gd name="connsiteX6" fmla="*/ 0 w 4286641"/>
                  <a:gd name="connsiteY6" fmla="*/ 4515460 h 4876800"/>
                  <a:gd name="connsiteX7" fmla="*/ 361340 w 4286641"/>
                  <a:gd name="connsiteY7" fmla="*/ 4876800 h 4876800"/>
                  <a:gd name="connsiteX8" fmla="*/ 2554138 w 4286641"/>
                  <a:gd name="connsiteY8" fmla="*/ 4876800 h 4876800"/>
                  <a:gd name="connsiteX9" fmla="*/ 2915488 w 4286641"/>
                  <a:gd name="connsiteY9" fmla="*/ 4515460 h 4876800"/>
                  <a:gd name="connsiteX10" fmla="*/ 2915488 w 4286641"/>
                  <a:gd name="connsiteY10" fmla="*/ 3175225 h 4876800"/>
                  <a:gd name="connsiteX11" fmla="*/ 4180628 w 4286641"/>
                  <a:gd name="connsiteY11" fmla="*/ 3175225 h 4876800"/>
                  <a:gd name="connsiteX12" fmla="*/ 4286641 w 4286641"/>
                  <a:gd name="connsiteY12" fmla="*/ 3069212 h 4876800"/>
                  <a:gd name="connsiteX13" fmla="*/ 4286641 w 4286641"/>
                  <a:gd name="connsiteY13" fmla="*/ 1850012 h 4876800"/>
                  <a:gd name="connsiteX14" fmla="*/ 361350 w 4286641"/>
                  <a:gd name="connsiteY14" fmla="*/ 212036 h 4876800"/>
                  <a:gd name="connsiteX15" fmla="*/ 2554138 w 4286641"/>
                  <a:gd name="connsiteY15" fmla="*/ 212036 h 4876800"/>
                  <a:gd name="connsiteX16" fmla="*/ 2703452 w 4286641"/>
                  <a:gd name="connsiteY16" fmla="*/ 361340 h 4876800"/>
                  <a:gd name="connsiteX17" fmla="*/ 2703452 w 4286641"/>
                  <a:gd name="connsiteY17" fmla="*/ 869347 h 4876800"/>
                  <a:gd name="connsiteX18" fmla="*/ 212046 w 4286641"/>
                  <a:gd name="connsiteY18" fmla="*/ 869347 h 4876800"/>
                  <a:gd name="connsiteX19" fmla="*/ 212046 w 4286641"/>
                  <a:gd name="connsiteY19" fmla="*/ 361340 h 4876800"/>
                  <a:gd name="connsiteX20" fmla="*/ 361350 w 4286641"/>
                  <a:gd name="connsiteY20" fmla="*/ 212036 h 4876800"/>
                  <a:gd name="connsiteX21" fmla="*/ 2554138 w 4286641"/>
                  <a:gd name="connsiteY21" fmla="*/ 4664764 h 4876800"/>
                  <a:gd name="connsiteX22" fmla="*/ 361350 w 4286641"/>
                  <a:gd name="connsiteY22" fmla="*/ 4664764 h 4876800"/>
                  <a:gd name="connsiteX23" fmla="*/ 212046 w 4286641"/>
                  <a:gd name="connsiteY23" fmla="*/ 4515460 h 4876800"/>
                  <a:gd name="connsiteX24" fmla="*/ 212046 w 4286641"/>
                  <a:gd name="connsiteY24" fmla="*/ 4049859 h 4876800"/>
                  <a:gd name="connsiteX25" fmla="*/ 2703452 w 4286641"/>
                  <a:gd name="connsiteY25" fmla="*/ 4049859 h 4876800"/>
                  <a:gd name="connsiteX26" fmla="*/ 2703452 w 4286641"/>
                  <a:gd name="connsiteY26" fmla="*/ 4515460 h 4876800"/>
                  <a:gd name="connsiteX27" fmla="*/ 2554138 w 4286641"/>
                  <a:gd name="connsiteY27" fmla="*/ 4664764 h 4876800"/>
                  <a:gd name="connsiteX28" fmla="*/ 2703443 w 4286641"/>
                  <a:gd name="connsiteY28" fmla="*/ 3837832 h 4876800"/>
                  <a:gd name="connsiteX29" fmla="*/ 212036 w 4286641"/>
                  <a:gd name="connsiteY29" fmla="*/ 3837832 h 4876800"/>
                  <a:gd name="connsiteX30" fmla="*/ 212036 w 4286641"/>
                  <a:gd name="connsiteY30" fmla="*/ 1081373 h 4876800"/>
                  <a:gd name="connsiteX31" fmla="*/ 524789 w 4286641"/>
                  <a:gd name="connsiteY31" fmla="*/ 1081373 h 4876800"/>
                  <a:gd name="connsiteX32" fmla="*/ 736816 w 4286641"/>
                  <a:gd name="connsiteY32" fmla="*/ 1081373 h 4876800"/>
                  <a:gd name="connsiteX33" fmla="*/ 2703443 w 4286641"/>
                  <a:gd name="connsiteY33" fmla="*/ 1081373 h 4876800"/>
                  <a:gd name="connsiteX34" fmla="*/ 2703443 w 4286641"/>
                  <a:gd name="connsiteY34" fmla="*/ 1743980 h 4876800"/>
                  <a:gd name="connsiteX35" fmla="*/ 2166280 w 4286641"/>
                  <a:gd name="connsiteY35" fmla="*/ 1399423 h 4876800"/>
                  <a:gd name="connsiteX36" fmla="*/ 1979886 w 4286641"/>
                  <a:gd name="connsiteY36" fmla="*/ 1330290 h 4876800"/>
                  <a:gd name="connsiteX37" fmla="*/ 2703452 w 4286641"/>
                  <a:gd name="connsiteY37" fmla="*/ 3175197 h 4876800"/>
                  <a:gd name="connsiteX38" fmla="*/ 2703452 w 4286641"/>
                  <a:gd name="connsiteY38" fmla="*/ 3837832 h 4876800"/>
                  <a:gd name="connsiteX39" fmla="*/ 2703443 w 4286641"/>
                  <a:gd name="connsiteY39" fmla="*/ 3837832 h 4876800"/>
                  <a:gd name="connsiteX0" fmla="*/ 4286641 w 4286641"/>
                  <a:gd name="connsiteY0" fmla="*/ 1850012 h 4876800"/>
                  <a:gd name="connsiteX1" fmla="*/ 2915479 w 4286641"/>
                  <a:gd name="connsiteY1" fmla="*/ 1743989 h 4876800"/>
                  <a:gd name="connsiteX2" fmla="*/ 2915479 w 4286641"/>
                  <a:gd name="connsiteY2" fmla="*/ 361340 h 4876800"/>
                  <a:gd name="connsiteX3" fmla="*/ 2554138 w 4286641"/>
                  <a:gd name="connsiteY3" fmla="*/ 0 h 4876800"/>
                  <a:gd name="connsiteX4" fmla="*/ 361350 w 4286641"/>
                  <a:gd name="connsiteY4" fmla="*/ 0 h 4876800"/>
                  <a:gd name="connsiteX5" fmla="*/ 0 w 4286641"/>
                  <a:gd name="connsiteY5" fmla="*/ 361340 h 4876800"/>
                  <a:gd name="connsiteX6" fmla="*/ 0 w 4286641"/>
                  <a:gd name="connsiteY6" fmla="*/ 4515460 h 4876800"/>
                  <a:gd name="connsiteX7" fmla="*/ 361340 w 4286641"/>
                  <a:gd name="connsiteY7" fmla="*/ 4876800 h 4876800"/>
                  <a:gd name="connsiteX8" fmla="*/ 2554138 w 4286641"/>
                  <a:gd name="connsiteY8" fmla="*/ 4876800 h 4876800"/>
                  <a:gd name="connsiteX9" fmla="*/ 2915488 w 4286641"/>
                  <a:gd name="connsiteY9" fmla="*/ 4515460 h 4876800"/>
                  <a:gd name="connsiteX10" fmla="*/ 2915488 w 4286641"/>
                  <a:gd name="connsiteY10" fmla="*/ 3175225 h 4876800"/>
                  <a:gd name="connsiteX11" fmla="*/ 4180628 w 4286641"/>
                  <a:gd name="connsiteY11" fmla="*/ 3175225 h 4876800"/>
                  <a:gd name="connsiteX12" fmla="*/ 4286641 w 4286641"/>
                  <a:gd name="connsiteY12" fmla="*/ 3069212 h 4876800"/>
                  <a:gd name="connsiteX13" fmla="*/ 4286641 w 4286641"/>
                  <a:gd name="connsiteY13" fmla="*/ 1850012 h 4876800"/>
                  <a:gd name="connsiteX14" fmla="*/ 361350 w 4286641"/>
                  <a:gd name="connsiteY14" fmla="*/ 212036 h 4876800"/>
                  <a:gd name="connsiteX15" fmla="*/ 2554138 w 4286641"/>
                  <a:gd name="connsiteY15" fmla="*/ 212036 h 4876800"/>
                  <a:gd name="connsiteX16" fmla="*/ 2703452 w 4286641"/>
                  <a:gd name="connsiteY16" fmla="*/ 361340 h 4876800"/>
                  <a:gd name="connsiteX17" fmla="*/ 2703452 w 4286641"/>
                  <a:gd name="connsiteY17" fmla="*/ 869347 h 4876800"/>
                  <a:gd name="connsiteX18" fmla="*/ 212046 w 4286641"/>
                  <a:gd name="connsiteY18" fmla="*/ 869347 h 4876800"/>
                  <a:gd name="connsiteX19" fmla="*/ 212046 w 4286641"/>
                  <a:gd name="connsiteY19" fmla="*/ 361340 h 4876800"/>
                  <a:gd name="connsiteX20" fmla="*/ 361350 w 4286641"/>
                  <a:gd name="connsiteY20" fmla="*/ 212036 h 4876800"/>
                  <a:gd name="connsiteX21" fmla="*/ 2554138 w 4286641"/>
                  <a:gd name="connsiteY21" fmla="*/ 4664764 h 4876800"/>
                  <a:gd name="connsiteX22" fmla="*/ 361350 w 4286641"/>
                  <a:gd name="connsiteY22" fmla="*/ 4664764 h 4876800"/>
                  <a:gd name="connsiteX23" fmla="*/ 212046 w 4286641"/>
                  <a:gd name="connsiteY23" fmla="*/ 4515460 h 4876800"/>
                  <a:gd name="connsiteX24" fmla="*/ 212046 w 4286641"/>
                  <a:gd name="connsiteY24" fmla="*/ 4049859 h 4876800"/>
                  <a:gd name="connsiteX25" fmla="*/ 2703452 w 4286641"/>
                  <a:gd name="connsiteY25" fmla="*/ 4049859 h 4876800"/>
                  <a:gd name="connsiteX26" fmla="*/ 2703452 w 4286641"/>
                  <a:gd name="connsiteY26" fmla="*/ 4515460 h 4876800"/>
                  <a:gd name="connsiteX27" fmla="*/ 2554138 w 4286641"/>
                  <a:gd name="connsiteY27" fmla="*/ 4664764 h 4876800"/>
                  <a:gd name="connsiteX28" fmla="*/ 2703443 w 4286641"/>
                  <a:gd name="connsiteY28" fmla="*/ 3837832 h 4876800"/>
                  <a:gd name="connsiteX29" fmla="*/ 212036 w 4286641"/>
                  <a:gd name="connsiteY29" fmla="*/ 3837832 h 4876800"/>
                  <a:gd name="connsiteX30" fmla="*/ 212036 w 4286641"/>
                  <a:gd name="connsiteY30" fmla="*/ 1081373 h 4876800"/>
                  <a:gd name="connsiteX31" fmla="*/ 524789 w 4286641"/>
                  <a:gd name="connsiteY31" fmla="*/ 1081373 h 4876800"/>
                  <a:gd name="connsiteX32" fmla="*/ 736816 w 4286641"/>
                  <a:gd name="connsiteY32" fmla="*/ 1081373 h 4876800"/>
                  <a:gd name="connsiteX33" fmla="*/ 2703443 w 4286641"/>
                  <a:gd name="connsiteY33" fmla="*/ 1081373 h 4876800"/>
                  <a:gd name="connsiteX34" fmla="*/ 2703443 w 4286641"/>
                  <a:gd name="connsiteY34" fmla="*/ 1743980 h 4876800"/>
                  <a:gd name="connsiteX35" fmla="*/ 2166280 w 4286641"/>
                  <a:gd name="connsiteY35" fmla="*/ 1399423 h 4876800"/>
                  <a:gd name="connsiteX36" fmla="*/ 2703452 w 4286641"/>
                  <a:gd name="connsiteY36" fmla="*/ 3175197 h 4876800"/>
                  <a:gd name="connsiteX37" fmla="*/ 2703452 w 4286641"/>
                  <a:gd name="connsiteY37" fmla="*/ 3837832 h 4876800"/>
                  <a:gd name="connsiteX38" fmla="*/ 2703443 w 4286641"/>
                  <a:gd name="connsiteY38" fmla="*/ 3837832 h 4876800"/>
                  <a:gd name="connsiteX0" fmla="*/ 4286641 w 4286641"/>
                  <a:gd name="connsiteY0" fmla="*/ 1850012 h 4876800"/>
                  <a:gd name="connsiteX1" fmla="*/ 2915479 w 4286641"/>
                  <a:gd name="connsiteY1" fmla="*/ 1743989 h 4876800"/>
                  <a:gd name="connsiteX2" fmla="*/ 2915479 w 4286641"/>
                  <a:gd name="connsiteY2" fmla="*/ 361340 h 4876800"/>
                  <a:gd name="connsiteX3" fmla="*/ 2554138 w 4286641"/>
                  <a:gd name="connsiteY3" fmla="*/ 0 h 4876800"/>
                  <a:gd name="connsiteX4" fmla="*/ 361350 w 4286641"/>
                  <a:gd name="connsiteY4" fmla="*/ 0 h 4876800"/>
                  <a:gd name="connsiteX5" fmla="*/ 0 w 4286641"/>
                  <a:gd name="connsiteY5" fmla="*/ 361340 h 4876800"/>
                  <a:gd name="connsiteX6" fmla="*/ 0 w 4286641"/>
                  <a:gd name="connsiteY6" fmla="*/ 4515460 h 4876800"/>
                  <a:gd name="connsiteX7" fmla="*/ 361340 w 4286641"/>
                  <a:gd name="connsiteY7" fmla="*/ 4876800 h 4876800"/>
                  <a:gd name="connsiteX8" fmla="*/ 2554138 w 4286641"/>
                  <a:gd name="connsiteY8" fmla="*/ 4876800 h 4876800"/>
                  <a:gd name="connsiteX9" fmla="*/ 2915488 w 4286641"/>
                  <a:gd name="connsiteY9" fmla="*/ 4515460 h 4876800"/>
                  <a:gd name="connsiteX10" fmla="*/ 2915488 w 4286641"/>
                  <a:gd name="connsiteY10" fmla="*/ 3175225 h 4876800"/>
                  <a:gd name="connsiteX11" fmla="*/ 4180628 w 4286641"/>
                  <a:gd name="connsiteY11" fmla="*/ 3175225 h 4876800"/>
                  <a:gd name="connsiteX12" fmla="*/ 4286641 w 4286641"/>
                  <a:gd name="connsiteY12" fmla="*/ 3069212 h 4876800"/>
                  <a:gd name="connsiteX13" fmla="*/ 4286641 w 4286641"/>
                  <a:gd name="connsiteY13" fmla="*/ 1850012 h 4876800"/>
                  <a:gd name="connsiteX14" fmla="*/ 361350 w 4286641"/>
                  <a:gd name="connsiteY14" fmla="*/ 212036 h 4876800"/>
                  <a:gd name="connsiteX15" fmla="*/ 2554138 w 4286641"/>
                  <a:gd name="connsiteY15" fmla="*/ 212036 h 4876800"/>
                  <a:gd name="connsiteX16" fmla="*/ 2703452 w 4286641"/>
                  <a:gd name="connsiteY16" fmla="*/ 361340 h 4876800"/>
                  <a:gd name="connsiteX17" fmla="*/ 2703452 w 4286641"/>
                  <a:gd name="connsiteY17" fmla="*/ 869347 h 4876800"/>
                  <a:gd name="connsiteX18" fmla="*/ 212046 w 4286641"/>
                  <a:gd name="connsiteY18" fmla="*/ 869347 h 4876800"/>
                  <a:gd name="connsiteX19" fmla="*/ 212046 w 4286641"/>
                  <a:gd name="connsiteY19" fmla="*/ 361340 h 4876800"/>
                  <a:gd name="connsiteX20" fmla="*/ 361350 w 4286641"/>
                  <a:gd name="connsiteY20" fmla="*/ 212036 h 4876800"/>
                  <a:gd name="connsiteX21" fmla="*/ 2554138 w 4286641"/>
                  <a:gd name="connsiteY21" fmla="*/ 4664764 h 4876800"/>
                  <a:gd name="connsiteX22" fmla="*/ 361350 w 4286641"/>
                  <a:gd name="connsiteY22" fmla="*/ 4664764 h 4876800"/>
                  <a:gd name="connsiteX23" fmla="*/ 212046 w 4286641"/>
                  <a:gd name="connsiteY23" fmla="*/ 4515460 h 4876800"/>
                  <a:gd name="connsiteX24" fmla="*/ 212046 w 4286641"/>
                  <a:gd name="connsiteY24" fmla="*/ 4049859 h 4876800"/>
                  <a:gd name="connsiteX25" fmla="*/ 2703452 w 4286641"/>
                  <a:gd name="connsiteY25" fmla="*/ 4049859 h 4876800"/>
                  <a:gd name="connsiteX26" fmla="*/ 2703452 w 4286641"/>
                  <a:gd name="connsiteY26" fmla="*/ 4515460 h 4876800"/>
                  <a:gd name="connsiteX27" fmla="*/ 2554138 w 4286641"/>
                  <a:gd name="connsiteY27" fmla="*/ 4664764 h 4876800"/>
                  <a:gd name="connsiteX28" fmla="*/ 2703443 w 4286641"/>
                  <a:gd name="connsiteY28" fmla="*/ 3837832 h 4876800"/>
                  <a:gd name="connsiteX29" fmla="*/ 212036 w 4286641"/>
                  <a:gd name="connsiteY29" fmla="*/ 3837832 h 4876800"/>
                  <a:gd name="connsiteX30" fmla="*/ 212036 w 4286641"/>
                  <a:gd name="connsiteY30" fmla="*/ 1081373 h 4876800"/>
                  <a:gd name="connsiteX31" fmla="*/ 524789 w 4286641"/>
                  <a:gd name="connsiteY31" fmla="*/ 1081373 h 4876800"/>
                  <a:gd name="connsiteX32" fmla="*/ 736816 w 4286641"/>
                  <a:gd name="connsiteY32" fmla="*/ 1081373 h 4876800"/>
                  <a:gd name="connsiteX33" fmla="*/ 2703443 w 4286641"/>
                  <a:gd name="connsiteY33" fmla="*/ 1081373 h 4876800"/>
                  <a:gd name="connsiteX34" fmla="*/ 2703443 w 4286641"/>
                  <a:gd name="connsiteY34" fmla="*/ 1743980 h 4876800"/>
                  <a:gd name="connsiteX35" fmla="*/ 2703452 w 4286641"/>
                  <a:gd name="connsiteY35" fmla="*/ 3175197 h 4876800"/>
                  <a:gd name="connsiteX36" fmla="*/ 2703452 w 4286641"/>
                  <a:gd name="connsiteY36" fmla="*/ 3837832 h 4876800"/>
                  <a:gd name="connsiteX37" fmla="*/ 2703443 w 4286641"/>
                  <a:gd name="connsiteY37" fmla="*/ 3837832 h 4876800"/>
                  <a:gd name="connsiteX0" fmla="*/ 4286641 w 4286641"/>
                  <a:gd name="connsiteY0" fmla="*/ 3069212 h 4876800"/>
                  <a:gd name="connsiteX1" fmla="*/ 2915479 w 4286641"/>
                  <a:gd name="connsiteY1" fmla="*/ 1743989 h 4876800"/>
                  <a:gd name="connsiteX2" fmla="*/ 2915479 w 4286641"/>
                  <a:gd name="connsiteY2" fmla="*/ 361340 h 4876800"/>
                  <a:gd name="connsiteX3" fmla="*/ 2554138 w 4286641"/>
                  <a:gd name="connsiteY3" fmla="*/ 0 h 4876800"/>
                  <a:gd name="connsiteX4" fmla="*/ 361350 w 4286641"/>
                  <a:gd name="connsiteY4" fmla="*/ 0 h 4876800"/>
                  <a:gd name="connsiteX5" fmla="*/ 0 w 4286641"/>
                  <a:gd name="connsiteY5" fmla="*/ 361340 h 4876800"/>
                  <a:gd name="connsiteX6" fmla="*/ 0 w 4286641"/>
                  <a:gd name="connsiteY6" fmla="*/ 4515460 h 4876800"/>
                  <a:gd name="connsiteX7" fmla="*/ 361340 w 4286641"/>
                  <a:gd name="connsiteY7" fmla="*/ 4876800 h 4876800"/>
                  <a:gd name="connsiteX8" fmla="*/ 2554138 w 4286641"/>
                  <a:gd name="connsiteY8" fmla="*/ 4876800 h 4876800"/>
                  <a:gd name="connsiteX9" fmla="*/ 2915488 w 4286641"/>
                  <a:gd name="connsiteY9" fmla="*/ 4515460 h 4876800"/>
                  <a:gd name="connsiteX10" fmla="*/ 2915488 w 4286641"/>
                  <a:gd name="connsiteY10" fmla="*/ 3175225 h 4876800"/>
                  <a:gd name="connsiteX11" fmla="*/ 4180628 w 4286641"/>
                  <a:gd name="connsiteY11" fmla="*/ 3175225 h 4876800"/>
                  <a:gd name="connsiteX12" fmla="*/ 4286641 w 4286641"/>
                  <a:gd name="connsiteY12" fmla="*/ 3069212 h 4876800"/>
                  <a:gd name="connsiteX13" fmla="*/ 361350 w 4286641"/>
                  <a:gd name="connsiteY13" fmla="*/ 212036 h 4876800"/>
                  <a:gd name="connsiteX14" fmla="*/ 2554138 w 4286641"/>
                  <a:gd name="connsiteY14" fmla="*/ 212036 h 4876800"/>
                  <a:gd name="connsiteX15" fmla="*/ 2703452 w 4286641"/>
                  <a:gd name="connsiteY15" fmla="*/ 361340 h 4876800"/>
                  <a:gd name="connsiteX16" fmla="*/ 2703452 w 4286641"/>
                  <a:gd name="connsiteY16" fmla="*/ 869347 h 4876800"/>
                  <a:gd name="connsiteX17" fmla="*/ 212046 w 4286641"/>
                  <a:gd name="connsiteY17" fmla="*/ 869347 h 4876800"/>
                  <a:gd name="connsiteX18" fmla="*/ 212046 w 4286641"/>
                  <a:gd name="connsiteY18" fmla="*/ 361340 h 4876800"/>
                  <a:gd name="connsiteX19" fmla="*/ 361350 w 4286641"/>
                  <a:gd name="connsiteY19" fmla="*/ 212036 h 4876800"/>
                  <a:gd name="connsiteX20" fmla="*/ 2554138 w 4286641"/>
                  <a:gd name="connsiteY20" fmla="*/ 4664764 h 4876800"/>
                  <a:gd name="connsiteX21" fmla="*/ 361350 w 4286641"/>
                  <a:gd name="connsiteY21" fmla="*/ 4664764 h 4876800"/>
                  <a:gd name="connsiteX22" fmla="*/ 212046 w 4286641"/>
                  <a:gd name="connsiteY22" fmla="*/ 4515460 h 4876800"/>
                  <a:gd name="connsiteX23" fmla="*/ 212046 w 4286641"/>
                  <a:gd name="connsiteY23" fmla="*/ 4049859 h 4876800"/>
                  <a:gd name="connsiteX24" fmla="*/ 2703452 w 4286641"/>
                  <a:gd name="connsiteY24" fmla="*/ 4049859 h 4876800"/>
                  <a:gd name="connsiteX25" fmla="*/ 2703452 w 4286641"/>
                  <a:gd name="connsiteY25" fmla="*/ 4515460 h 4876800"/>
                  <a:gd name="connsiteX26" fmla="*/ 2554138 w 4286641"/>
                  <a:gd name="connsiteY26" fmla="*/ 4664764 h 4876800"/>
                  <a:gd name="connsiteX27" fmla="*/ 2703443 w 4286641"/>
                  <a:gd name="connsiteY27" fmla="*/ 3837832 h 4876800"/>
                  <a:gd name="connsiteX28" fmla="*/ 212036 w 4286641"/>
                  <a:gd name="connsiteY28" fmla="*/ 3837832 h 4876800"/>
                  <a:gd name="connsiteX29" fmla="*/ 212036 w 4286641"/>
                  <a:gd name="connsiteY29" fmla="*/ 1081373 h 4876800"/>
                  <a:gd name="connsiteX30" fmla="*/ 524789 w 4286641"/>
                  <a:gd name="connsiteY30" fmla="*/ 1081373 h 4876800"/>
                  <a:gd name="connsiteX31" fmla="*/ 736816 w 4286641"/>
                  <a:gd name="connsiteY31" fmla="*/ 1081373 h 4876800"/>
                  <a:gd name="connsiteX32" fmla="*/ 2703443 w 4286641"/>
                  <a:gd name="connsiteY32" fmla="*/ 1081373 h 4876800"/>
                  <a:gd name="connsiteX33" fmla="*/ 2703443 w 4286641"/>
                  <a:gd name="connsiteY33" fmla="*/ 1743980 h 4876800"/>
                  <a:gd name="connsiteX34" fmla="*/ 2703452 w 4286641"/>
                  <a:gd name="connsiteY34" fmla="*/ 3175197 h 4876800"/>
                  <a:gd name="connsiteX35" fmla="*/ 2703452 w 4286641"/>
                  <a:gd name="connsiteY35" fmla="*/ 3837832 h 4876800"/>
                  <a:gd name="connsiteX36" fmla="*/ 2703443 w 4286641"/>
                  <a:gd name="connsiteY36" fmla="*/ 3837832 h 4876800"/>
                  <a:gd name="connsiteX0" fmla="*/ 4286641 w 4286641"/>
                  <a:gd name="connsiteY0" fmla="*/ 3069212 h 4876800"/>
                  <a:gd name="connsiteX1" fmla="*/ 2915479 w 4286641"/>
                  <a:gd name="connsiteY1" fmla="*/ 1743989 h 4876800"/>
                  <a:gd name="connsiteX2" fmla="*/ 2915479 w 4286641"/>
                  <a:gd name="connsiteY2" fmla="*/ 361340 h 4876800"/>
                  <a:gd name="connsiteX3" fmla="*/ 2554138 w 4286641"/>
                  <a:gd name="connsiteY3" fmla="*/ 0 h 4876800"/>
                  <a:gd name="connsiteX4" fmla="*/ 361350 w 4286641"/>
                  <a:gd name="connsiteY4" fmla="*/ 0 h 4876800"/>
                  <a:gd name="connsiteX5" fmla="*/ 0 w 4286641"/>
                  <a:gd name="connsiteY5" fmla="*/ 361340 h 4876800"/>
                  <a:gd name="connsiteX6" fmla="*/ 0 w 4286641"/>
                  <a:gd name="connsiteY6" fmla="*/ 4515460 h 4876800"/>
                  <a:gd name="connsiteX7" fmla="*/ 361340 w 4286641"/>
                  <a:gd name="connsiteY7" fmla="*/ 4876800 h 4876800"/>
                  <a:gd name="connsiteX8" fmla="*/ 2554138 w 4286641"/>
                  <a:gd name="connsiteY8" fmla="*/ 4876800 h 4876800"/>
                  <a:gd name="connsiteX9" fmla="*/ 2915488 w 4286641"/>
                  <a:gd name="connsiteY9" fmla="*/ 4515460 h 4876800"/>
                  <a:gd name="connsiteX10" fmla="*/ 2915488 w 4286641"/>
                  <a:gd name="connsiteY10" fmla="*/ 3175225 h 4876800"/>
                  <a:gd name="connsiteX11" fmla="*/ 4286641 w 4286641"/>
                  <a:gd name="connsiteY11" fmla="*/ 3069212 h 4876800"/>
                  <a:gd name="connsiteX12" fmla="*/ 361350 w 4286641"/>
                  <a:gd name="connsiteY12" fmla="*/ 212036 h 4876800"/>
                  <a:gd name="connsiteX13" fmla="*/ 2554138 w 4286641"/>
                  <a:gd name="connsiteY13" fmla="*/ 212036 h 4876800"/>
                  <a:gd name="connsiteX14" fmla="*/ 2703452 w 4286641"/>
                  <a:gd name="connsiteY14" fmla="*/ 361340 h 4876800"/>
                  <a:gd name="connsiteX15" fmla="*/ 2703452 w 4286641"/>
                  <a:gd name="connsiteY15" fmla="*/ 869347 h 4876800"/>
                  <a:gd name="connsiteX16" fmla="*/ 212046 w 4286641"/>
                  <a:gd name="connsiteY16" fmla="*/ 869347 h 4876800"/>
                  <a:gd name="connsiteX17" fmla="*/ 212046 w 4286641"/>
                  <a:gd name="connsiteY17" fmla="*/ 361340 h 4876800"/>
                  <a:gd name="connsiteX18" fmla="*/ 361350 w 4286641"/>
                  <a:gd name="connsiteY18" fmla="*/ 212036 h 4876800"/>
                  <a:gd name="connsiteX19" fmla="*/ 2554138 w 4286641"/>
                  <a:gd name="connsiteY19" fmla="*/ 4664764 h 4876800"/>
                  <a:gd name="connsiteX20" fmla="*/ 361350 w 4286641"/>
                  <a:gd name="connsiteY20" fmla="*/ 4664764 h 4876800"/>
                  <a:gd name="connsiteX21" fmla="*/ 212046 w 4286641"/>
                  <a:gd name="connsiteY21" fmla="*/ 4515460 h 4876800"/>
                  <a:gd name="connsiteX22" fmla="*/ 212046 w 4286641"/>
                  <a:gd name="connsiteY22" fmla="*/ 4049859 h 4876800"/>
                  <a:gd name="connsiteX23" fmla="*/ 2703452 w 4286641"/>
                  <a:gd name="connsiteY23" fmla="*/ 4049859 h 4876800"/>
                  <a:gd name="connsiteX24" fmla="*/ 2703452 w 4286641"/>
                  <a:gd name="connsiteY24" fmla="*/ 4515460 h 4876800"/>
                  <a:gd name="connsiteX25" fmla="*/ 2554138 w 4286641"/>
                  <a:gd name="connsiteY25" fmla="*/ 4664764 h 4876800"/>
                  <a:gd name="connsiteX26" fmla="*/ 2703443 w 4286641"/>
                  <a:gd name="connsiteY26" fmla="*/ 3837832 h 4876800"/>
                  <a:gd name="connsiteX27" fmla="*/ 212036 w 4286641"/>
                  <a:gd name="connsiteY27" fmla="*/ 3837832 h 4876800"/>
                  <a:gd name="connsiteX28" fmla="*/ 212036 w 4286641"/>
                  <a:gd name="connsiteY28" fmla="*/ 1081373 h 4876800"/>
                  <a:gd name="connsiteX29" fmla="*/ 524789 w 4286641"/>
                  <a:gd name="connsiteY29" fmla="*/ 1081373 h 4876800"/>
                  <a:gd name="connsiteX30" fmla="*/ 736816 w 4286641"/>
                  <a:gd name="connsiteY30" fmla="*/ 1081373 h 4876800"/>
                  <a:gd name="connsiteX31" fmla="*/ 2703443 w 4286641"/>
                  <a:gd name="connsiteY31" fmla="*/ 1081373 h 4876800"/>
                  <a:gd name="connsiteX32" fmla="*/ 2703443 w 4286641"/>
                  <a:gd name="connsiteY32" fmla="*/ 1743980 h 4876800"/>
                  <a:gd name="connsiteX33" fmla="*/ 2703452 w 4286641"/>
                  <a:gd name="connsiteY33" fmla="*/ 3175197 h 4876800"/>
                  <a:gd name="connsiteX34" fmla="*/ 2703452 w 4286641"/>
                  <a:gd name="connsiteY34" fmla="*/ 3837832 h 4876800"/>
                  <a:gd name="connsiteX35" fmla="*/ 2703443 w 4286641"/>
                  <a:gd name="connsiteY35" fmla="*/ 3837832 h 4876800"/>
                  <a:gd name="connsiteX0" fmla="*/ 2915488 w 2915488"/>
                  <a:gd name="connsiteY0" fmla="*/ 3175225 h 4876800"/>
                  <a:gd name="connsiteX1" fmla="*/ 2915479 w 2915488"/>
                  <a:gd name="connsiteY1" fmla="*/ 1743989 h 4876800"/>
                  <a:gd name="connsiteX2" fmla="*/ 2915479 w 2915488"/>
                  <a:gd name="connsiteY2" fmla="*/ 361340 h 4876800"/>
                  <a:gd name="connsiteX3" fmla="*/ 2554138 w 2915488"/>
                  <a:gd name="connsiteY3" fmla="*/ 0 h 4876800"/>
                  <a:gd name="connsiteX4" fmla="*/ 361350 w 2915488"/>
                  <a:gd name="connsiteY4" fmla="*/ 0 h 4876800"/>
                  <a:gd name="connsiteX5" fmla="*/ 0 w 2915488"/>
                  <a:gd name="connsiteY5" fmla="*/ 361340 h 4876800"/>
                  <a:gd name="connsiteX6" fmla="*/ 0 w 2915488"/>
                  <a:gd name="connsiteY6" fmla="*/ 4515460 h 4876800"/>
                  <a:gd name="connsiteX7" fmla="*/ 361340 w 2915488"/>
                  <a:gd name="connsiteY7" fmla="*/ 4876800 h 4876800"/>
                  <a:gd name="connsiteX8" fmla="*/ 2554138 w 2915488"/>
                  <a:gd name="connsiteY8" fmla="*/ 4876800 h 4876800"/>
                  <a:gd name="connsiteX9" fmla="*/ 2915488 w 2915488"/>
                  <a:gd name="connsiteY9" fmla="*/ 4515460 h 4876800"/>
                  <a:gd name="connsiteX10" fmla="*/ 2915488 w 2915488"/>
                  <a:gd name="connsiteY10" fmla="*/ 3175225 h 4876800"/>
                  <a:gd name="connsiteX11" fmla="*/ 361350 w 2915488"/>
                  <a:gd name="connsiteY11" fmla="*/ 212036 h 4876800"/>
                  <a:gd name="connsiteX12" fmla="*/ 2554138 w 2915488"/>
                  <a:gd name="connsiteY12" fmla="*/ 212036 h 4876800"/>
                  <a:gd name="connsiteX13" fmla="*/ 2703452 w 2915488"/>
                  <a:gd name="connsiteY13" fmla="*/ 361340 h 4876800"/>
                  <a:gd name="connsiteX14" fmla="*/ 2703452 w 2915488"/>
                  <a:gd name="connsiteY14" fmla="*/ 869347 h 4876800"/>
                  <a:gd name="connsiteX15" fmla="*/ 212046 w 2915488"/>
                  <a:gd name="connsiteY15" fmla="*/ 869347 h 4876800"/>
                  <a:gd name="connsiteX16" fmla="*/ 212046 w 2915488"/>
                  <a:gd name="connsiteY16" fmla="*/ 361340 h 4876800"/>
                  <a:gd name="connsiteX17" fmla="*/ 361350 w 2915488"/>
                  <a:gd name="connsiteY17" fmla="*/ 212036 h 4876800"/>
                  <a:gd name="connsiteX18" fmla="*/ 2554138 w 2915488"/>
                  <a:gd name="connsiteY18" fmla="*/ 4664764 h 4876800"/>
                  <a:gd name="connsiteX19" fmla="*/ 361350 w 2915488"/>
                  <a:gd name="connsiteY19" fmla="*/ 4664764 h 4876800"/>
                  <a:gd name="connsiteX20" fmla="*/ 212046 w 2915488"/>
                  <a:gd name="connsiteY20" fmla="*/ 4515460 h 4876800"/>
                  <a:gd name="connsiteX21" fmla="*/ 212046 w 2915488"/>
                  <a:gd name="connsiteY21" fmla="*/ 4049859 h 4876800"/>
                  <a:gd name="connsiteX22" fmla="*/ 2703452 w 2915488"/>
                  <a:gd name="connsiteY22" fmla="*/ 4049859 h 4876800"/>
                  <a:gd name="connsiteX23" fmla="*/ 2703452 w 2915488"/>
                  <a:gd name="connsiteY23" fmla="*/ 4515460 h 4876800"/>
                  <a:gd name="connsiteX24" fmla="*/ 2554138 w 2915488"/>
                  <a:gd name="connsiteY24" fmla="*/ 4664764 h 4876800"/>
                  <a:gd name="connsiteX25" fmla="*/ 2703443 w 2915488"/>
                  <a:gd name="connsiteY25" fmla="*/ 3837832 h 4876800"/>
                  <a:gd name="connsiteX26" fmla="*/ 212036 w 2915488"/>
                  <a:gd name="connsiteY26" fmla="*/ 3837832 h 4876800"/>
                  <a:gd name="connsiteX27" fmla="*/ 212036 w 2915488"/>
                  <a:gd name="connsiteY27" fmla="*/ 1081373 h 4876800"/>
                  <a:gd name="connsiteX28" fmla="*/ 524789 w 2915488"/>
                  <a:gd name="connsiteY28" fmla="*/ 1081373 h 4876800"/>
                  <a:gd name="connsiteX29" fmla="*/ 736816 w 2915488"/>
                  <a:gd name="connsiteY29" fmla="*/ 1081373 h 4876800"/>
                  <a:gd name="connsiteX30" fmla="*/ 2703443 w 2915488"/>
                  <a:gd name="connsiteY30" fmla="*/ 1081373 h 4876800"/>
                  <a:gd name="connsiteX31" fmla="*/ 2703443 w 2915488"/>
                  <a:gd name="connsiteY31" fmla="*/ 1743980 h 4876800"/>
                  <a:gd name="connsiteX32" fmla="*/ 2703452 w 2915488"/>
                  <a:gd name="connsiteY32" fmla="*/ 3175197 h 4876800"/>
                  <a:gd name="connsiteX33" fmla="*/ 2703452 w 2915488"/>
                  <a:gd name="connsiteY33" fmla="*/ 3837832 h 4876800"/>
                  <a:gd name="connsiteX34" fmla="*/ 2703443 w 2915488"/>
                  <a:gd name="connsiteY34" fmla="*/ 3837832 h 48768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</a:cxnLst>
                <a:rect l="l" t="t" r="r" b="b"/>
                <a:pathLst>
                  <a:path w="2915488" h="4876800">
                    <a:moveTo>
                      <a:pt x="2915488" y="3175225"/>
                    </a:moveTo>
                    <a:cubicBezTo>
                      <a:pt x="2915485" y="2698146"/>
                      <a:pt x="2915482" y="2221068"/>
                      <a:pt x="2915479" y="1743989"/>
                    </a:cubicBezTo>
                    <a:lnTo>
                      <a:pt x="2915479" y="361340"/>
                    </a:lnTo>
                    <a:cubicBezTo>
                      <a:pt x="2915479" y="162096"/>
                      <a:pt x="2753382" y="0"/>
                      <a:pt x="2554138" y="0"/>
                    </a:cubicBezTo>
                    <a:lnTo>
                      <a:pt x="361350" y="0"/>
                    </a:lnTo>
                    <a:cubicBezTo>
                      <a:pt x="162116" y="0"/>
                      <a:pt x="0" y="162096"/>
                      <a:pt x="0" y="361340"/>
                    </a:cubicBezTo>
                    <a:lnTo>
                      <a:pt x="0" y="4515460"/>
                    </a:lnTo>
                    <a:cubicBezTo>
                      <a:pt x="0" y="4714694"/>
                      <a:pt x="162096" y="4876800"/>
                      <a:pt x="361340" y="4876800"/>
                    </a:cubicBezTo>
                    <a:lnTo>
                      <a:pt x="2554138" y="4876800"/>
                    </a:lnTo>
                    <a:cubicBezTo>
                      <a:pt x="2753392" y="4876800"/>
                      <a:pt x="2915488" y="4714704"/>
                      <a:pt x="2915488" y="4515460"/>
                    </a:cubicBezTo>
                    <a:lnTo>
                      <a:pt x="2915488" y="3175225"/>
                    </a:lnTo>
                    <a:close/>
                    <a:moveTo>
                      <a:pt x="361350" y="212036"/>
                    </a:moveTo>
                    <a:lnTo>
                      <a:pt x="2554138" y="212036"/>
                    </a:lnTo>
                    <a:cubicBezTo>
                      <a:pt x="2636472" y="212036"/>
                      <a:pt x="2703452" y="279006"/>
                      <a:pt x="2703452" y="361340"/>
                    </a:cubicBezTo>
                    <a:lnTo>
                      <a:pt x="2703452" y="869347"/>
                    </a:lnTo>
                    <a:lnTo>
                      <a:pt x="212046" y="869347"/>
                    </a:lnTo>
                    <a:lnTo>
                      <a:pt x="212046" y="361340"/>
                    </a:lnTo>
                    <a:cubicBezTo>
                      <a:pt x="212036" y="279006"/>
                      <a:pt x="279016" y="212036"/>
                      <a:pt x="361350" y="212036"/>
                    </a:cubicBezTo>
                    <a:close/>
                    <a:moveTo>
                      <a:pt x="2554138" y="4664764"/>
                    </a:moveTo>
                    <a:lnTo>
                      <a:pt x="361350" y="4664764"/>
                    </a:lnTo>
                    <a:cubicBezTo>
                      <a:pt x="279016" y="4664764"/>
                      <a:pt x="212046" y="4597794"/>
                      <a:pt x="212046" y="4515460"/>
                    </a:cubicBezTo>
                    <a:lnTo>
                      <a:pt x="212046" y="4049859"/>
                    </a:lnTo>
                    <a:lnTo>
                      <a:pt x="2703452" y="4049859"/>
                    </a:lnTo>
                    <a:lnTo>
                      <a:pt x="2703452" y="4515460"/>
                    </a:lnTo>
                    <a:cubicBezTo>
                      <a:pt x="2703443" y="4597794"/>
                      <a:pt x="2636463" y="4664764"/>
                      <a:pt x="2554138" y="4664764"/>
                    </a:cubicBezTo>
                    <a:close/>
                    <a:moveTo>
                      <a:pt x="2703443" y="3837832"/>
                    </a:moveTo>
                    <a:lnTo>
                      <a:pt x="212036" y="3837832"/>
                    </a:lnTo>
                    <a:lnTo>
                      <a:pt x="212036" y="1081373"/>
                    </a:lnTo>
                    <a:lnTo>
                      <a:pt x="524789" y="1081373"/>
                    </a:lnTo>
                    <a:lnTo>
                      <a:pt x="736816" y="1081373"/>
                    </a:lnTo>
                    <a:lnTo>
                      <a:pt x="2703443" y="1081373"/>
                    </a:lnTo>
                    <a:lnTo>
                      <a:pt x="2703443" y="1743980"/>
                    </a:lnTo>
                    <a:cubicBezTo>
                      <a:pt x="2703446" y="2221052"/>
                      <a:pt x="2703449" y="2698125"/>
                      <a:pt x="2703452" y="3175197"/>
                    </a:cubicBezTo>
                    <a:lnTo>
                      <a:pt x="2703452" y="3837832"/>
                    </a:lnTo>
                    <a:lnTo>
                      <a:pt x="2703443" y="3837832"/>
                    </a:lnTo>
                    <a:close/>
                  </a:path>
                </a:pathLst>
              </a:custGeom>
              <a:solidFill>
                <a:srgbClr val="231F2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C90DDE4B-2E0C-926C-B4FB-06AA8234CEE2}"/>
              </a:ext>
            </a:extLst>
          </p:cNvPr>
          <p:cNvGrpSpPr/>
          <p:nvPr/>
        </p:nvGrpSpPr>
        <p:grpSpPr>
          <a:xfrm>
            <a:off x="9338659" y="3343587"/>
            <a:ext cx="2025642" cy="1700074"/>
            <a:chOff x="9909406" y="2076291"/>
            <a:chExt cx="2025642" cy="1700074"/>
          </a:xfrm>
        </p:grpSpPr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46D52449-6114-DD54-884B-01497B1C6E98}"/>
                </a:ext>
              </a:extLst>
            </p:cNvPr>
            <p:cNvSpPr/>
            <p:nvPr/>
          </p:nvSpPr>
          <p:spPr>
            <a:xfrm>
              <a:off x="9981743" y="2148628"/>
              <a:ext cx="1880947" cy="1229854"/>
            </a:xfrm>
            <a:custGeom>
              <a:avLst/>
              <a:gdLst>
                <a:gd name="connsiteX0" fmla="*/ 2572912 w 2816266"/>
                <a:gd name="connsiteY0" fmla="*/ 1841411 h 1841411"/>
                <a:gd name="connsiteX1" fmla="*/ 243373 w 2816266"/>
                <a:gd name="connsiteY1" fmla="*/ 1841411 h 1841411"/>
                <a:gd name="connsiteX2" fmla="*/ 0 w 2816266"/>
                <a:gd name="connsiteY2" fmla="*/ 1598038 h 1841411"/>
                <a:gd name="connsiteX3" fmla="*/ 0 w 2816266"/>
                <a:gd name="connsiteY3" fmla="*/ 243373 h 1841411"/>
                <a:gd name="connsiteX4" fmla="*/ 243373 w 2816266"/>
                <a:gd name="connsiteY4" fmla="*/ 0 h 1841411"/>
                <a:gd name="connsiteX5" fmla="*/ 2572893 w 2816266"/>
                <a:gd name="connsiteY5" fmla="*/ 0 h 1841411"/>
                <a:gd name="connsiteX6" fmla="*/ 2816266 w 2816266"/>
                <a:gd name="connsiteY6" fmla="*/ 243373 h 1841411"/>
                <a:gd name="connsiteX7" fmla="*/ 2816266 w 2816266"/>
                <a:gd name="connsiteY7" fmla="*/ 1598028 h 1841411"/>
                <a:gd name="connsiteX8" fmla="*/ 2572912 w 2816266"/>
                <a:gd name="connsiteY8" fmla="*/ 1841411 h 18414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816266" h="1841411">
                  <a:moveTo>
                    <a:pt x="2572912" y="1841411"/>
                  </a:moveTo>
                  <a:lnTo>
                    <a:pt x="243373" y="1841411"/>
                  </a:lnTo>
                  <a:cubicBezTo>
                    <a:pt x="108966" y="1841411"/>
                    <a:pt x="0" y="1732455"/>
                    <a:pt x="0" y="1598038"/>
                  </a:cubicBezTo>
                  <a:lnTo>
                    <a:pt x="0" y="243373"/>
                  </a:lnTo>
                  <a:cubicBezTo>
                    <a:pt x="0" y="108966"/>
                    <a:pt x="108956" y="0"/>
                    <a:pt x="243373" y="0"/>
                  </a:cubicBezTo>
                  <a:lnTo>
                    <a:pt x="2572893" y="0"/>
                  </a:lnTo>
                  <a:cubicBezTo>
                    <a:pt x="2707300" y="0"/>
                    <a:pt x="2816266" y="108957"/>
                    <a:pt x="2816266" y="243373"/>
                  </a:cubicBezTo>
                  <a:lnTo>
                    <a:pt x="2816266" y="1598028"/>
                  </a:lnTo>
                  <a:cubicBezTo>
                    <a:pt x="2816276" y="1732455"/>
                    <a:pt x="2707319" y="1841411"/>
                    <a:pt x="2572912" y="1841411"/>
                  </a:cubicBezTo>
                  <a:close/>
                </a:path>
              </a:pathLst>
            </a:custGeom>
            <a:solidFill>
              <a:srgbClr val="2196F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21C18752-369B-9C41-2D79-A4A5E023126F}"/>
                </a:ext>
              </a:extLst>
            </p:cNvPr>
            <p:cNvSpPr/>
            <p:nvPr/>
          </p:nvSpPr>
          <p:spPr>
            <a:xfrm>
              <a:off x="10650935" y="3378521"/>
              <a:ext cx="542583" cy="325549"/>
            </a:xfrm>
            <a:custGeom>
              <a:avLst/>
              <a:gdLst>
                <a:gd name="connsiteX0" fmla="*/ 0 w 812387"/>
                <a:gd name="connsiteY0" fmla="*/ 0 h 487432"/>
                <a:gd name="connsiteX1" fmla="*/ 812387 w 812387"/>
                <a:gd name="connsiteY1" fmla="*/ 0 h 487432"/>
                <a:gd name="connsiteX2" fmla="*/ 812387 w 812387"/>
                <a:gd name="connsiteY2" fmla="*/ 487432 h 487432"/>
                <a:gd name="connsiteX3" fmla="*/ 0 w 812387"/>
                <a:gd name="connsiteY3" fmla="*/ 487432 h 4874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12387" h="487432">
                  <a:moveTo>
                    <a:pt x="0" y="0"/>
                  </a:moveTo>
                  <a:lnTo>
                    <a:pt x="812387" y="0"/>
                  </a:lnTo>
                  <a:lnTo>
                    <a:pt x="812387" y="487432"/>
                  </a:lnTo>
                  <a:lnTo>
                    <a:pt x="0" y="487432"/>
                  </a:lnTo>
                  <a:close/>
                </a:path>
              </a:pathLst>
            </a:custGeom>
            <a:solidFill>
              <a:srgbClr val="9E9E9E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59D7BA07-F9A5-8E03-0C91-852FFEC850F8}"/>
                </a:ext>
              </a:extLst>
            </p:cNvPr>
            <p:cNvSpPr/>
            <p:nvPr/>
          </p:nvSpPr>
          <p:spPr>
            <a:xfrm>
              <a:off x="9909406" y="2076291"/>
              <a:ext cx="2025642" cy="1700074"/>
            </a:xfrm>
            <a:custGeom>
              <a:avLst/>
              <a:gdLst>
                <a:gd name="connsiteX0" fmla="*/ 2681221 w 3032912"/>
                <a:gd name="connsiteY0" fmla="*/ 0 h 2545451"/>
                <a:gd name="connsiteX1" fmla="*/ 351682 w 3032912"/>
                <a:gd name="connsiteY1" fmla="*/ 0 h 2545451"/>
                <a:gd name="connsiteX2" fmla="*/ 0 w 3032912"/>
                <a:gd name="connsiteY2" fmla="*/ 351682 h 2545451"/>
                <a:gd name="connsiteX3" fmla="*/ 0 w 3032912"/>
                <a:gd name="connsiteY3" fmla="*/ 1706337 h 2545451"/>
                <a:gd name="connsiteX4" fmla="*/ 351682 w 3032912"/>
                <a:gd name="connsiteY4" fmla="*/ 2058019 h 2545451"/>
                <a:gd name="connsiteX5" fmla="*/ 1001935 w 3032912"/>
                <a:gd name="connsiteY5" fmla="*/ 2058019 h 2545451"/>
                <a:gd name="connsiteX6" fmla="*/ 1001935 w 3032912"/>
                <a:gd name="connsiteY6" fmla="*/ 2328815 h 2545451"/>
                <a:gd name="connsiteX7" fmla="*/ 696163 w 3032912"/>
                <a:gd name="connsiteY7" fmla="*/ 2328815 h 2545451"/>
                <a:gd name="connsiteX8" fmla="*/ 587845 w 3032912"/>
                <a:gd name="connsiteY8" fmla="*/ 2437133 h 2545451"/>
                <a:gd name="connsiteX9" fmla="*/ 696163 w 3032912"/>
                <a:gd name="connsiteY9" fmla="*/ 2545452 h 2545451"/>
                <a:gd name="connsiteX10" fmla="*/ 2336749 w 3032912"/>
                <a:gd name="connsiteY10" fmla="*/ 2545452 h 2545451"/>
                <a:gd name="connsiteX11" fmla="*/ 2445068 w 3032912"/>
                <a:gd name="connsiteY11" fmla="*/ 2437133 h 2545451"/>
                <a:gd name="connsiteX12" fmla="*/ 2336749 w 3032912"/>
                <a:gd name="connsiteY12" fmla="*/ 2328815 h 2545451"/>
                <a:gd name="connsiteX13" fmla="*/ 2030968 w 3032912"/>
                <a:gd name="connsiteY13" fmla="*/ 2328815 h 2545451"/>
                <a:gd name="connsiteX14" fmla="*/ 2030968 w 3032912"/>
                <a:gd name="connsiteY14" fmla="*/ 2058019 h 2545451"/>
                <a:gd name="connsiteX15" fmla="*/ 2681221 w 3032912"/>
                <a:gd name="connsiteY15" fmla="*/ 2058019 h 2545451"/>
                <a:gd name="connsiteX16" fmla="*/ 3032912 w 3032912"/>
                <a:gd name="connsiteY16" fmla="*/ 1706337 h 2545451"/>
                <a:gd name="connsiteX17" fmla="*/ 3032912 w 3032912"/>
                <a:gd name="connsiteY17" fmla="*/ 351682 h 2545451"/>
                <a:gd name="connsiteX18" fmla="*/ 2681221 w 3032912"/>
                <a:gd name="connsiteY18" fmla="*/ 0 h 2545451"/>
                <a:gd name="connsiteX19" fmla="*/ 1814322 w 3032912"/>
                <a:gd name="connsiteY19" fmla="*/ 2328834 h 2545451"/>
                <a:gd name="connsiteX20" fmla="*/ 1218571 w 3032912"/>
                <a:gd name="connsiteY20" fmla="*/ 2328834 h 2545451"/>
                <a:gd name="connsiteX21" fmla="*/ 1218571 w 3032912"/>
                <a:gd name="connsiteY21" fmla="*/ 2058038 h 2545451"/>
                <a:gd name="connsiteX22" fmla="*/ 1814322 w 3032912"/>
                <a:gd name="connsiteY22" fmla="*/ 2058038 h 2545451"/>
                <a:gd name="connsiteX23" fmla="*/ 1814322 w 3032912"/>
                <a:gd name="connsiteY23" fmla="*/ 2328834 h 2545451"/>
                <a:gd name="connsiteX24" fmla="*/ 2681221 w 3032912"/>
                <a:gd name="connsiteY24" fmla="*/ 1841402 h 2545451"/>
                <a:gd name="connsiteX25" fmla="*/ 351682 w 3032912"/>
                <a:gd name="connsiteY25" fmla="*/ 1841402 h 2545451"/>
                <a:gd name="connsiteX26" fmla="*/ 216627 w 3032912"/>
                <a:gd name="connsiteY26" fmla="*/ 1706347 h 2545451"/>
                <a:gd name="connsiteX27" fmla="*/ 216627 w 3032912"/>
                <a:gd name="connsiteY27" fmla="*/ 351682 h 2545451"/>
                <a:gd name="connsiteX28" fmla="*/ 351682 w 3032912"/>
                <a:gd name="connsiteY28" fmla="*/ 216627 h 2545451"/>
                <a:gd name="connsiteX29" fmla="*/ 2681202 w 3032912"/>
                <a:gd name="connsiteY29" fmla="*/ 216627 h 2545451"/>
                <a:gd name="connsiteX30" fmla="*/ 2816257 w 3032912"/>
                <a:gd name="connsiteY30" fmla="*/ 351682 h 2545451"/>
                <a:gd name="connsiteX31" fmla="*/ 2816257 w 3032912"/>
                <a:gd name="connsiteY31" fmla="*/ 1353969 h 2545451"/>
                <a:gd name="connsiteX32" fmla="*/ 1055884 w 3032912"/>
                <a:gd name="connsiteY32" fmla="*/ 1353969 h 2545451"/>
                <a:gd name="connsiteX33" fmla="*/ 947566 w 3032912"/>
                <a:gd name="connsiteY33" fmla="*/ 1462288 h 2545451"/>
                <a:gd name="connsiteX34" fmla="*/ 1055884 w 3032912"/>
                <a:gd name="connsiteY34" fmla="*/ 1570606 h 2545451"/>
                <a:gd name="connsiteX35" fmla="*/ 2816266 w 3032912"/>
                <a:gd name="connsiteY35" fmla="*/ 1570606 h 2545451"/>
                <a:gd name="connsiteX36" fmla="*/ 2816266 w 3032912"/>
                <a:gd name="connsiteY36" fmla="*/ 1706347 h 2545451"/>
                <a:gd name="connsiteX37" fmla="*/ 2681221 w 3032912"/>
                <a:gd name="connsiteY37" fmla="*/ 1841402 h 2545451"/>
                <a:gd name="connsiteX0" fmla="*/ 2681221 w 3032912"/>
                <a:gd name="connsiteY0" fmla="*/ 0 h 2545452"/>
                <a:gd name="connsiteX1" fmla="*/ 351682 w 3032912"/>
                <a:gd name="connsiteY1" fmla="*/ 0 h 2545452"/>
                <a:gd name="connsiteX2" fmla="*/ 0 w 3032912"/>
                <a:gd name="connsiteY2" fmla="*/ 351682 h 2545452"/>
                <a:gd name="connsiteX3" fmla="*/ 0 w 3032912"/>
                <a:gd name="connsiteY3" fmla="*/ 1706337 h 2545452"/>
                <a:gd name="connsiteX4" fmla="*/ 351682 w 3032912"/>
                <a:gd name="connsiteY4" fmla="*/ 2058019 h 2545452"/>
                <a:gd name="connsiteX5" fmla="*/ 1001935 w 3032912"/>
                <a:gd name="connsiteY5" fmla="*/ 2058019 h 2545452"/>
                <a:gd name="connsiteX6" fmla="*/ 1001935 w 3032912"/>
                <a:gd name="connsiteY6" fmla="*/ 2328815 h 2545452"/>
                <a:gd name="connsiteX7" fmla="*/ 696163 w 3032912"/>
                <a:gd name="connsiteY7" fmla="*/ 2328815 h 2545452"/>
                <a:gd name="connsiteX8" fmla="*/ 587845 w 3032912"/>
                <a:gd name="connsiteY8" fmla="*/ 2437133 h 2545452"/>
                <a:gd name="connsiteX9" fmla="*/ 696163 w 3032912"/>
                <a:gd name="connsiteY9" fmla="*/ 2545452 h 2545452"/>
                <a:gd name="connsiteX10" fmla="*/ 2336749 w 3032912"/>
                <a:gd name="connsiteY10" fmla="*/ 2545452 h 2545452"/>
                <a:gd name="connsiteX11" fmla="*/ 2445068 w 3032912"/>
                <a:gd name="connsiteY11" fmla="*/ 2437133 h 2545452"/>
                <a:gd name="connsiteX12" fmla="*/ 2336749 w 3032912"/>
                <a:gd name="connsiteY12" fmla="*/ 2328815 h 2545452"/>
                <a:gd name="connsiteX13" fmla="*/ 2030968 w 3032912"/>
                <a:gd name="connsiteY13" fmla="*/ 2328815 h 2545452"/>
                <a:gd name="connsiteX14" fmla="*/ 2030968 w 3032912"/>
                <a:gd name="connsiteY14" fmla="*/ 2058019 h 2545452"/>
                <a:gd name="connsiteX15" fmla="*/ 2681221 w 3032912"/>
                <a:gd name="connsiteY15" fmla="*/ 2058019 h 2545452"/>
                <a:gd name="connsiteX16" fmla="*/ 3032912 w 3032912"/>
                <a:gd name="connsiteY16" fmla="*/ 1706337 h 2545452"/>
                <a:gd name="connsiteX17" fmla="*/ 3032912 w 3032912"/>
                <a:gd name="connsiteY17" fmla="*/ 351682 h 2545452"/>
                <a:gd name="connsiteX18" fmla="*/ 2681221 w 3032912"/>
                <a:gd name="connsiteY18" fmla="*/ 0 h 2545452"/>
                <a:gd name="connsiteX19" fmla="*/ 1814322 w 3032912"/>
                <a:gd name="connsiteY19" fmla="*/ 2328834 h 2545452"/>
                <a:gd name="connsiteX20" fmla="*/ 1218571 w 3032912"/>
                <a:gd name="connsiteY20" fmla="*/ 2328834 h 2545452"/>
                <a:gd name="connsiteX21" fmla="*/ 1218571 w 3032912"/>
                <a:gd name="connsiteY21" fmla="*/ 2058038 h 2545452"/>
                <a:gd name="connsiteX22" fmla="*/ 1814322 w 3032912"/>
                <a:gd name="connsiteY22" fmla="*/ 2058038 h 2545452"/>
                <a:gd name="connsiteX23" fmla="*/ 1814322 w 3032912"/>
                <a:gd name="connsiteY23" fmla="*/ 2328834 h 2545452"/>
                <a:gd name="connsiteX24" fmla="*/ 2681221 w 3032912"/>
                <a:gd name="connsiteY24" fmla="*/ 1841402 h 2545452"/>
                <a:gd name="connsiteX25" fmla="*/ 351682 w 3032912"/>
                <a:gd name="connsiteY25" fmla="*/ 1841402 h 2545452"/>
                <a:gd name="connsiteX26" fmla="*/ 216627 w 3032912"/>
                <a:gd name="connsiteY26" fmla="*/ 1706347 h 2545452"/>
                <a:gd name="connsiteX27" fmla="*/ 216627 w 3032912"/>
                <a:gd name="connsiteY27" fmla="*/ 351682 h 2545452"/>
                <a:gd name="connsiteX28" fmla="*/ 351682 w 3032912"/>
                <a:gd name="connsiteY28" fmla="*/ 216627 h 2545452"/>
                <a:gd name="connsiteX29" fmla="*/ 2681202 w 3032912"/>
                <a:gd name="connsiteY29" fmla="*/ 216627 h 2545452"/>
                <a:gd name="connsiteX30" fmla="*/ 2816257 w 3032912"/>
                <a:gd name="connsiteY30" fmla="*/ 351682 h 2545452"/>
                <a:gd name="connsiteX31" fmla="*/ 2816257 w 3032912"/>
                <a:gd name="connsiteY31" fmla="*/ 1353969 h 2545452"/>
                <a:gd name="connsiteX32" fmla="*/ 1055884 w 3032912"/>
                <a:gd name="connsiteY32" fmla="*/ 1353969 h 2545452"/>
                <a:gd name="connsiteX33" fmla="*/ 1055884 w 3032912"/>
                <a:gd name="connsiteY33" fmla="*/ 1570606 h 2545452"/>
                <a:gd name="connsiteX34" fmla="*/ 2816266 w 3032912"/>
                <a:gd name="connsiteY34" fmla="*/ 1570606 h 2545452"/>
                <a:gd name="connsiteX35" fmla="*/ 2816266 w 3032912"/>
                <a:gd name="connsiteY35" fmla="*/ 1706347 h 2545452"/>
                <a:gd name="connsiteX36" fmla="*/ 2681221 w 3032912"/>
                <a:gd name="connsiteY36" fmla="*/ 1841402 h 2545452"/>
                <a:gd name="connsiteX0" fmla="*/ 2681221 w 3032912"/>
                <a:gd name="connsiteY0" fmla="*/ 0 h 2545452"/>
                <a:gd name="connsiteX1" fmla="*/ 351682 w 3032912"/>
                <a:gd name="connsiteY1" fmla="*/ 0 h 2545452"/>
                <a:gd name="connsiteX2" fmla="*/ 0 w 3032912"/>
                <a:gd name="connsiteY2" fmla="*/ 351682 h 2545452"/>
                <a:gd name="connsiteX3" fmla="*/ 0 w 3032912"/>
                <a:gd name="connsiteY3" fmla="*/ 1706337 h 2545452"/>
                <a:gd name="connsiteX4" fmla="*/ 351682 w 3032912"/>
                <a:gd name="connsiteY4" fmla="*/ 2058019 h 2545452"/>
                <a:gd name="connsiteX5" fmla="*/ 1001935 w 3032912"/>
                <a:gd name="connsiteY5" fmla="*/ 2058019 h 2545452"/>
                <a:gd name="connsiteX6" fmla="*/ 1001935 w 3032912"/>
                <a:gd name="connsiteY6" fmla="*/ 2328815 h 2545452"/>
                <a:gd name="connsiteX7" fmla="*/ 696163 w 3032912"/>
                <a:gd name="connsiteY7" fmla="*/ 2328815 h 2545452"/>
                <a:gd name="connsiteX8" fmla="*/ 587845 w 3032912"/>
                <a:gd name="connsiteY8" fmla="*/ 2437133 h 2545452"/>
                <a:gd name="connsiteX9" fmla="*/ 696163 w 3032912"/>
                <a:gd name="connsiteY9" fmla="*/ 2545452 h 2545452"/>
                <a:gd name="connsiteX10" fmla="*/ 2336749 w 3032912"/>
                <a:gd name="connsiteY10" fmla="*/ 2545452 h 2545452"/>
                <a:gd name="connsiteX11" fmla="*/ 2445068 w 3032912"/>
                <a:gd name="connsiteY11" fmla="*/ 2437133 h 2545452"/>
                <a:gd name="connsiteX12" fmla="*/ 2336749 w 3032912"/>
                <a:gd name="connsiteY12" fmla="*/ 2328815 h 2545452"/>
                <a:gd name="connsiteX13" fmla="*/ 2030968 w 3032912"/>
                <a:gd name="connsiteY13" fmla="*/ 2328815 h 2545452"/>
                <a:gd name="connsiteX14" fmla="*/ 2030968 w 3032912"/>
                <a:gd name="connsiteY14" fmla="*/ 2058019 h 2545452"/>
                <a:gd name="connsiteX15" fmla="*/ 2681221 w 3032912"/>
                <a:gd name="connsiteY15" fmla="*/ 2058019 h 2545452"/>
                <a:gd name="connsiteX16" fmla="*/ 3032912 w 3032912"/>
                <a:gd name="connsiteY16" fmla="*/ 1706337 h 2545452"/>
                <a:gd name="connsiteX17" fmla="*/ 3032912 w 3032912"/>
                <a:gd name="connsiteY17" fmla="*/ 351682 h 2545452"/>
                <a:gd name="connsiteX18" fmla="*/ 2681221 w 3032912"/>
                <a:gd name="connsiteY18" fmla="*/ 0 h 2545452"/>
                <a:gd name="connsiteX19" fmla="*/ 1814322 w 3032912"/>
                <a:gd name="connsiteY19" fmla="*/ 2328834 h 2545452"/>
                <a:gd name="connsiteX20" fmla="*/ 1218571 w 3032912"/>
                <a:gd name="connsiteY20" fmla="*/ 2328834 h 2545452"/>
                <a:gd name="connsiteX21" fmla="*/ 1218571 w 3032912"/>
                <a:gd name="connsiteY21" fmla="*/ 2058038 h 2545452"/>
                <a:gd name="connsiteX22" fmla="*/ 1814322 w 3032912"/>
                <a:gd name="connsiteY22" fmla="*/ 2058038 h 2545452"/>
                <a:gd name="connsiteX23" fmla="*/ 1814322 w 3032912"/>
                <a:gd name="connsiteY23" fmla="*/ 2328834 h 2545452"/>
                <a:gd name="connsiteX24" fmla="*/ 2681221 w 3032912"/>
                <a:gd name="connsiteY24" fmla="*/ 1841402 h 2545452"/>
                <a:gd name="connsiteX25" fmla="*/ 351682 w 3032912"/>
                <a:gd name="connsiteY25" fmla="*/ 1841402 h 2545452"/>
                <a:gd name="connsiteX26" fmla="*/ 216627 w 3032912"/>
                <a:gd name="connsiteY26" fmla="*/ 1706347 h 2545452"/>
                <a:gd name="connsiteX27" fmla="*/ 216627 w 3032912"/>
                <a:gd name="connsiteY27" fmla="*/ 351682 h 2545452"/>
                <a:gd name="connsiteX28" fmla="*/ 351682 w 3032912"/>
                <a:gd name="connsiteY28" fmla="*/ 216627 h 2545452"/>
                <a:gd name="connsiteX29" fmla="*/ 2681202 w 3032912"/>
                <a:gd name="connsiteY29" fmla="*/ 216627 h 2545452"/>
                <a:gd name="connsiteX30" fmla="*/ 2816257 w 3032912"/>
                <a:gd name="connsiteY30" fmla="*/ 351682 h 2545452"/>
                <a:gd name="connsiteX31" fmla="*/ 2816257 w 3032912"/>
                <a:gd name="connsiteY31" fmla="*/ 1353969 h 2545452"/>
                <a:gd name="connsiteX32" fmla="*/ 1055884 w 3032912"/>
                <a:gd name="connsiteY32" fmla="*/ 1353969 h 2545452"/>
                <a:gd name="connsiteX33" fmla="*/ 2816266 w 3032912"/>
                <a:gd name="connsiteY33" fmla="*/ 1570606 h 2545452"/>
                <a:gd name="connsiteX34" fmla="*/ 2816266 w 3032912"/>
                <a:gd name="connsiteY34" fmla="*/ 1706347 h 2545452"/>
                <a:gd name="connsiteX35" fmla="*/ 2681221 w 3032912"/>
                <a:gd name="connsiteY35" fmla="*/ 1841402 h 2545452"/>
                <a:gd name="connsiteX0" fmla="*/ 2681221 w 3032912"/>
                <a:gd name="connsiteY0" fmla="*/ 0 h 2545452"/>
                <a:gd name="connsiteX1" fmla="*/ 351682 w 3032912"/>
                <a:gd name="connsiteY1" fmla="*/ 0 h 2545452"/>
                <a:gd name="connsiteX2" fmla="*/ 0 w 3032912"/>
                <a:gd name="connsiteY2" fmla="*/ 351682 h 2545452"/>
                <a:gd name="connsiteX3" fmla="*/ 0 w 3032912"/>
                <a:gd name="connsiteY3" fmla="*/ 1706337 h 2545452"/>
                <a:gd name="connsiteX4" fmla="*/ 351682 w 3032912"/>
                <a:gd name="connsiteY4" fmla="*/ 2058019 h 2545452"/>
                <a:gd name="connsiteX5" fmla="*/ 1001935 w 3032912"/>
                <a:gd name="connsiteY5" fmla="*/ 2058019 h 2545452"/>
                <a:gd name="connsiteX6" fmla="*/ 1001935 w 3032912"/>
                <a:gd name="connsiteY6" fmla="*/ 2328815 h 2545452"/>
                <a:gd name="connsiteX7" fmla="*/ 696163 w 3032912"/>
                <a:gd name="connsiteY7" fmla="*/ 2328815 h 2545452"/>
                <a:gd name="connsiteX8" fmla="*/ 587845 w 3032912"/>
                <a:gd name="connsiteY8" fmla="*/ 2437133 h 2545452"/>
                <a:gd name="connsiteX9" fmla="*/ 696163 w 3032912"/>
                <a:gd name="connsiteY9" fmla="*/ 2545452 h 2545452"/>
                <a:gd name="connsiteX10" fmla="*/ 2336749 w 3032912"/>
                <a:gd name="connsiteY10" fmla="*/ 2545452 h 2545452"/>
                <a:gd name="connsiteX11" fmla="*/ 2445068 w 3032912"/>
                <a:gd name="connsiteY11" fmla="*/ 2437133 h 2545452"/>
                <a:gd name="connsiteX12" fmla="*/ 2336749 w 3032912"/>
                <a:gd name="connsiteY12" fmla="*/ 2328815 h 2545452"/>
                <a:gd name="connsiteX13" fmla="*/ 2030968 w 3032912"/>
                <a:gd name="connsiteY13" fmla="*/ 2328815 h 2545452"/>
                <a:gd name="connsiteX14" fmla="*/ 2030968 w 3032912"/>
                <a:gd name="connsiteY14" fmla="*/ 2058019 h 2545452"/>
                <a:gd name="connsiteX15" fmla="*/ 2681221 w 3032912"/>
                <a:gd name="connsiteY15" fmla="*/ 2058019 h 2545452"/>
                <a:gd name="connsiteX16" fmla="*/ 3032912 w 3032912"/>
                <a:gd name="connsiteY16" fmla="*/ 1706337 h 2545452"/>
                <a:gd name="connsiteX17" fmla="*/ 3032912 w 3032912"/>
                <a:gd name="connsiteY17" fmla="*/ 351682 h 2545452"/>
                <a:gd name="connsiteX18" fmla="*/ 2681221 w 3032912"/>
                <a:gd name="connsiteY18" fmla="*/ 0 h 2545452"/>
                <a:gd name="connsiteX19" fmla="*/ 1814322 w 3032912"/>
                <a:gd name="connsiteY19" fmla="*/ 2328834 h 2545452"/>
                <a:gd name="connsiteX20" fmla="*/ 1218571 w 3032912"/>
                <a:gd name="connsiteY20" fmla="*/ 2328834 h 2545452"/>
                <a:gd name="connsiteX21" fmla="*/ 1218571 w 3032912"/>
                <a:gd name="connsiteY21" fmla="*/ 2058038 h 2545452"/>
                <a:gd name="connsiteX22" fmla="*/ 1814322 w 3032912"/>
                <a:gd name="connsiteY22" fmla="*/ 2058038 h 2545452"/>
                <a:gd name="connsiteX23" fmla="*/ 1814322 w 3032912"/>
                <a:gd name="connsiteY23" fmla="*/ 2328834 h 2545452"/>
                <a:gd name="connsiteX24" fmla="*/ 2681221 w 3032912"/>
                <a:gd name="connsiteY24" fmla="*/ 1841402 h 2545452"/>
                <a:gd name="connsiteX25" fmla="*/ 351682 w 3032912"/>
                <a:gd name="connsiteY25" fmla="*/ 1841402 h 2545452"/>
                <a:gd name="connsiteX26" fmla="*/ 216627 w 3032912"/>
                <a:gd name="connsiteY26" fmla="*/ 1706347 h 2545452"/>
                <a:gd name="connsiteX27" fmla="*/ 216627 w 3032912"/>
                <a:gd name="connsiteY27" fmla="*/ 351682 h 2545452"/>
                <a:gd name="connsiteX28" fmla="*/ 351682 w 3032912"/>
                <a:gd name="connsiteY28" fmla="*/ 216627 h 2545452"/>
                <a:gd name="connsiteX29" fmla="*/ 2681202 w 3032912"/>
                <a:gd name="connsiteY29" fmla="*/ 216627 h 2545452"/>
                <a:gd name="connsiteX30" fmla="*/ 2816257 w 3032912"/>
                <a:gd name="connsiteY30" fmla="*/ 351682 h 2545452"/>
                <a:gd name="connsiteX31" fmla="*/ 2816257 w 3032912"/>
                <a:gd name="connsiteY31" fmla="*/ 1353969 h 2545452"/>
                <a:gd name="connsiteX32" fmla="*/ 2816266 w 3032912"/>
                <a:gd name="connsiteY32" fmla="*/ 1570606 h 2545452"/>
                <a:gd name="connsiteX33" fmla="*/ 2816266 w 3032912"/>
                <a:gd name="connsiteY33" fmla="*/ 1706347 h 2545452"/>
                <a:gd name="connsiteX34" fmla="*/ 2681221 w 3032912"/>
                <a:gd name="connsiteY34" fmla="*/ 1841402 h 2545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3032912" h="2545452">
                  <a:moveTo>
                    <a:pt x="2681221" y="0"/>
                  </a:moveTo>
                  <a:lnTo>
                    <a:pt x="351682" y="0"/>
                  </a:lnTo>
                  <a:cubicBezTo>
                    <a:pt x="157763" y="0"/>
                    <a:pt x="0" y="157763"/>
                    <a:pt x="0" y="351682"/>
                  </a:cubicBezTo>
                  <a:lnTo>
                    <a:pt x="0" y="1706337"/>
                  </a:lnTo>
                  <a:cubicBezTo>
                    <a:pt x="0" y="1900257"/>
                    <a:pt x="157763" y="2058019"/>
                    <a:pt x="351682" y="2058019"/>
                  </a:cubicBezTo>
                  <a:lnTo>
                    <a:pt x="1001935" y="2058019"/>
                  </a:lnTo>
                  <a:lnTo>
                    <a:pt x="1001935" y="2328815"/>
                  </a:lnTo>
                  <a:lnTo>
                    <a:pt x="696163" y="2328815"/>
                  </a:lnTo>
                  <a:cubicBezTo>
                    <a:pt x="636337" y="2328815"/>
                    <a:pt x="587845" y="2377307"/>
                    <a:pt x="587845" y="2437133"/>
                  </a:cubicBezTo>
                  <a:cubicBezTo>
                    <a:pt x="587845" y="2496960"/>
                    <a:pt x="636337" y="2545452"/>
                    <a:pt x="696163" y="2545452"/>
                  </a:cubicBezTo>
                  <a:lnTo>
                    <a:pt x="2336749" y="2545452"/>
                  </a:lnTo>
                  <a:cubicBezTo>
                    <a:pt x="2396576" y="2545452"/>
                    <a:pt x="2445068" y="2496960"/>
                    <a:pt x="2445068" y="2437133"/>
                  </a:cubicBezTo>
                  <a:cubicBezTo>
                    <a:pt x="2445068" y="2377307"/>
                    <a:pt x="2396576" y="2328815"/>
                    <a:pt x="2336749" y="2328815"/>
                  </a:cubicBezTo>
                  <a:lnTo>
                    <a:pt x="2030968" y="2328815"/>
                  </a:lnTo>
                  <a:lnTo>
                    <a:pt x="2030968" y="2058019"/>
                  </a:lnTo>
                  <a:lnTo>
                    <a:pt x="2681221" y="2058019"/>
                  </a:lnTo>
                  <a:cubicBezTo>
                    <a:pt x="2875140" y="2058019"/>
                    <a:pt x="3032912" y="1900257"/>
                    <a:pt x="3032912" y="1706337"/>
                  </a:cubicBezTo>
                  <a:lnTo>
                    <a:pt x="3032912" y="351682"/>
                  </a:lnTo>
                  <a:cubicBezTo>
                    <a:pt x="3032903" y="157763"/>
                    <a:pt x="2875140" y="0"/>
                    <a:pt x="2681221" y="0"/>
                  </a:cubicBezTo>
                  <a:close/>
                  <a:moveTo>
                    <a:pt x="1814322" y="2328834"/>
                  </a:moveTo>
                  <a:lnTo>
                    <a:pt x="1218571" y="2328834"/>
                  </a:lnTo>
                  <a:lnTo>
                    <a:pt x="1218571" y="2058038"/>
                  </a:lnTo>
                  <a:lnTo>
                    <a:pt x="1814322" y="2058038"/>
                  </a:lnTo>
                  <a:lnTo>
                    <a:pt x="1814322" y="2328834"/>
                  </a:lnTo>
                  <a:close/>
                  <a:moveTo>
                    <a:pt x="2681221" y="1841402"/>
                  </a:moveTo>
                  <a:lnTo>
                    <a:pt x="351682" y="1841402"/>
                  </a:lnTo>
                  <a:cubicBezTo>
                    <a:pt x="277216" y="1841402"/>
                    <a:pt x="216627" y="1780823"/>
                    <a:pt x="216627" y="1706347"/>
                  </a:cubicBezTo>
                  <a:lnTo>
                    <a:pt x="216627" y="351682"/>
                  </a:lnTo>
                  <a:cubicBezTo>
                    <a:pt x="216627" y="277216"/>
                    <a:pt x="277206" y="216627"/>
                    <a:pt x="351682" y="216627"/>
                  </a:cubicBezTo>
                  <a:lnTo>
                    <a:pt x="2681202" y="216627"/>
                  </a:lnTo>
                  <a:cubicBezTo>
                    <a:pt x="2755668" y="216627"/>
                    <a:pt x="2816257" y="277206"/>
                    <a:pt x="2816257" y="351682"/>
                  </a:cubicBezTo>
                  <a:lnTo>
                    <a:pt x="2816257" y="1353969"/>
                  </a:lnTo>
                  <a:cubicBezTo>
                    <a:pt x="2816260" y="1426181"/>
                    <a:pt x="2816263" y="1498394"/>
                    <a:pt x="2816266" y="1570606"/>
                  </a:cubicBezTo>
                  <a:lnTo>
                    <a:pt x="2816266" y="1706347"/>
                  </a:lnTo>
                  <a:cubicBezTo>
                    <a:pt x="2816266" y="1780823"/>
                    <a:pt x="2755687" y="1841402"/>
                    <a:pt x="2681221" y="1841402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846DDA57-CB01-29E7-E36B-47AFDF282635}"/>
              </a:ext>
            </a:extLst>
          </p:cNvPr>
          <p:cNvSpPr txBox="1"/>
          <p:nvPr/>
        </p:nvSpPr>
        <p:spPr>
          <a:xfrm>
            <a:off x="2321960" y="69864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E9587907-DD1B-76F5-EB0E-6F3398A3AE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83179" y="2330766"/>
            <a:ext cx="2025642" cy="202564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B58B991-6329-E117-254B-1D16403E7BC7}"/>
              </a:ext>
            </a:extLst>
          </p:cNvPr>
          <p:cNvSpPr txBox="1"/>
          <p:nvPr/>
        </p:nvSpPr>
        <p:spPr>
          <a:xfrm>
            <a:off x="935751" y="3579239"/>
            <a:ext cx="21339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b="1" i="1" dirty="0">
                <a:latin typeface="Arial" panose="020B0604020202020204" pitchFamily="34" charset="0"/>
                <a:cs typeface="Arial" panose="020B0604020202020204" pitchFamily="34" charset="0"/>
              </a:rPr>
              <a:t>“1 image please!”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62743B-402D-4FFB-7D8C-192927C915D3}"/>
              </a:ext>
            </a:extLst>
          </p:cNvPr>
          <p:cNvSpPr txBox="1"/>
          <p:nvPr/>
        </p:nvSpPr>
        <p:spPr>
          <a:xfrm>
            <a:off x="9284510" y="5043661"/>
            <a:ext cx="21339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b="1" i="1" dirty="0">
                <a:latin typeface="Arial" panose="020B0604020202020204" pitchFamily="34" charset="0"/>
                <a:cs typeface="Arial" panose="020B0604020202020204" pitchFamily="34" charset="0"/>
              </a:rPr>
              <a:t>“1 image please!”</a:t>
            </a:r>
          </a:p>
        </p:txBody>
      </p:sp>
    </p:spTree>
    <p:extLst>
      <p:ext uri="{BB962C8B-B14F-4D97-AF65-F5344CB8AC3E}">
        <p14:creationId xmlns:p14="http://schemas.microsoft.com/office/powerpoint/2010/main" val="16881940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EB16DA-B587-F6F1-4598-A3F76C8932E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anchor="ctr"/>
          <a:lstStyle/>
          <a:p>
            <a:r>
              <a:rPr lang="en-US" b="1" dirty="0"/>
              <a:t>What is Image Optimization?</a:t>
            </a:r>
          </a:p>
        </p:txBody>
      </p:sp>
      <p:graphicFrame>
        <p:nvGraphicFramePr>
          <p:cNvPr id="51" name="Table 50">
            <a:extLst>
              <a:ext uri="{FF2B5EF4-FFF2-40B4-BE49-F238E27FC236}">
                <a16:creationId xmlns:a16="http://schemas.microsoft.com/office/drawing/2014/main" id="{4B0345E3-DA65-D568-59FC-0A66CDA380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4157648"/>
              </p:ext>
            </p:extLst>
          </p:nvPr>
        </p:nvGraphicFramePr>
        <p:xfrm>
          <a:off x="1097280" y="2554622"/>
          <a:ext cx="9614017" cy="2388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4494">
                  <a:extLst>
                    <a:ext uri="{9D8B030D-6E8A-4147-A177-3AD203B41FA5}">
                      <a16:colId xmlns:a16="http://schemas.microsoft.com/office/drawing/2014/main" val="1786920759"/>
                    </a:ext>
                  </a:extLst>
                </a:gridCol>
                <a:gridCol w="4217166">
                  <a:extLst>
                    <a:ext uri="{9D8B030D-6E8A-4147-A177-3AD203B41FA5}">
                      <a16:colId xmlns:a16="http://schemas.microsoft.com/office/drawing/2014/main" val="3497598986"/>
                    </a:ext>
                  </a:extLst>
                </a:gridCol>
                <a:gridCol w="3882357">
                  <a:extLst>
                    <a:ext uri="{9D8B030D-6E8A-4147-A177-3AD203B41FA5}">
                      <a16:colId xmlns:a16="http://schemas.microsoft.com/office/drawing/2014/main" val="449023381"/>
                    </a:ext>
                  </a:extLst>
                </a:gridCol>
              </a:tblGrid>
              <a:tr h="46800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07193539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lang="en-US" b="1" dirty="0"/>
                        <a:t>Screen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Small, limited by portability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Large, typically stationary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69038107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lang="en-US" b="1" dirty="0"/>
                        <a:t>Networking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Highly variable, typically wireless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Reliable, wireless or wired connection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03877897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lang="en-US" b="1" dirty="0"/>
                        <a:t>Compute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Limited battery power, big.LITTLE CPUs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Efficient cooling for sustained load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92448705"/>
                  </a:ext>
                </a:extLst>
              </a:tr>
            </a:tbl>
          </a:graphicData>
        </a:graphic>
      </p:graphicFrame>
      <p:grpSp>
        <p:nvGrpSpPr>
          <p:cNvPr id="53" name="Group 52">
            <a:extLst>
              <a:ext uri="{FF2B5EF4-FFF2-40B4-BE49-F238E27FC236}">
                <a16:creationId xmlns:a16="http://schemas.microsoft.com/office/drawing/2014/main" id="{4804A0CF-53DF-F1F8-1DCC-D6604EAC7B55}"/>
              </a:ext>
            </a:extLst>
          </p:cNvPr>
          <p:cNvGrpSpPr>
            <a:grpSpLocks noChangeAspect="1"/>
          </p:cNvGrpSpPr>
          <p:nvPr/>
        </p:nvGrpSpPr>
        <p:grpSpPr>
          <a:xfrm>
            <a:off x="4262641" y="1289527"/>
            <a:ext cx="898360" cy="1502706"/>
            <a:chOff x="7795805" y="805069"/>
            <a:chExt cx="2915488" cy="4876800"/>
          </a:xfrm>
        </p:grpSpPr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8E29574F-3C0F-D145-A3F7-EAC177EC7231}"/>
                </a:ext>
              </a:extLst>
            </p:cNvPr>
            <p:cNvSpPr/>
            <p:nvPr/>
          </p:nvSpPr>
          <p:spPr>
            <a:xfrm>
              <a:off x="7901838" y="911082"/>
              <a:ext cx="2703423" cy="4664773"/>
            </a:xfrm>
            <a:custGeom>
              <a:avLst/>
              <a:gdLst>
                <a:gd name="connsiteX0" fmla="*/ 2448106 w 2703423"/>
                <a:gd name="connsiteY0" fmla="*/ 4664774 h 4664773"/>
                <a:gd name="connsiteX1" fmla="*/ 255318 w 2703423"/>
                <a:gd name="connsiteY1" fmla="*/ 4664774 h 4664773"/>
                <a:gd name="connsiteX2" fmla="*/ 0 w 2703423"/>
                <a:gd name="connsiteY2" fmla="*/ 4409456 h 4664773"/>
                <a:gd name="connsiteX3" fmla="*/ 0 w 2703423"/>
                <a:gd name="connsiteY3" fmla="*/ 255327 h 4664773"/>
                <a:gd name="connsiteX4" fmla="*/ 255318 w 2703423"/>
                <a:gd name="connsiteY4" fmla="*/ 0 h 4664773"/>
                <a:gd name="connsiteX5" fmla="*/ 2448106 w 2703423"/>
                <a:gd name="connsiteY5" fmla="*/ 0 h 4664773"/>
                <a:gd name="connsiteX6" fmla="*/ 2703424 w 2703423"/>
                <a:gd name="connsiteY6" fmla="*/ 255318 h 4664773"/>
                <a:gd name="connsiteX7" fmla="*/ 2703424 w 2703423"/>
                <a:gd name="connsiteY7" fmla="*/ 4409428 h 4664773"/>
                <a:gd name="connsiteX8" fmla="*/ 2448106 w 2703423"/>
                <a:gd name="connsiteY8" fmla="*/ 4664774 h 46647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703423" h="4664773">
                  <a:moveTo>
                    <a:pt x="2448106" y="4664774"/>
                  </a:moveTo>
                  <a:lnTo>
                    <a:pt x="255318" y="4664774"/>
                  </a:lnTo>
                  <a:cubicBezTo>
                    <a:pt x="114300" y="4664774"/>
                    <a:pt x="0" y="4550464"/>
                    <a:pt x="0" y="4409456"/>
                  </a:cubicBezTo>
                  <a:lnTo>
                    <a:pt x="0" y="255327"/>
                  </a:lnTo>
                  <a:cubicBezTo>
                    <a:pt x="-10" y="114310"/>
                    <a:pt x="114310" y="0"/>
                    <a:pt x="255318" y="0"/>
                  </a:cubicBezTo>
                  <a:lnTo>
                    <a:pt x="2448106" y="0"/>
                  </a:lnTo>
                  <a:cubicBezTo>
                    <a:pt x="2589124" y="0"/>
                    <a:pt x="2703424" y="114310"/>
                    <a:pt x="2703424" y="255318"/>
                  </a:cubicBezTo>
                  <a:lnTo>
                    <a:pt x="2703424" y="4409428"/>
                  </a:lnTo>
                  <a:cubicBezTo>
                    <a:pt x="2703433" y="4550464"/>
                    <a:pt x="2589124" y="4664774"/>
                    <a:pt x="2448106" y="4664774"/>
                  </a:cubicBezTo>
                  <a:close/>
                </a:path>
              </a:pathLst>
            </a:custGeom>
            <a:solidFill>
              <a:srgbClr val="9E9E9E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" name="Freeform 54">
              <a:extLst>
                <a:ext uri="{FF2B5EF4-FFF2-40B4-BE49-F238E27FC236}">
                  <a16:creationId xmlns:a16="http://schemas.microsoft.com/office/drawing/2014/main" id="{1BF9B3E2-BF89-3A16-8B44-8BE618884D3B}"/>
                </a:ext>
              </a:extLst>
            </p:cNvPr>
            <p:cNvSpPr/>
            <p:nvPr/>
          </p:nvSpPr>
          <p:spPr>
            <a:xfrm>
              <a:off x="7901828" y="1780429"/>
              <a:ext cx="2703442" cy="2968485"/>
            </a:xfrm>
            <a:custGeom>
              <a:avLst/>
              <a:gdLst>
                <a:gd name="connsiteX0" fmla="*/ 0 w 2703442"/>
                <a:gd name="connsiteY0" fmla="*/ 0 h 2968485"/>
                <a:gd name="connsiteX1" fmla="*/ 2703443 w 2703442"/>
                <a:gd name="connsiteY1" fmla="*/ 0 h 2968485"/>
                <a:gd name="connsiteX2" fmla="*/ 2703443 w 2703442"/>
                <a:gd name="connsiteY2" fmla="*/ 2968485 h 2968485"/>
                <a:gd name="connsiteX3" fmla="*/ 0 w 2703442"/>
                <a:gd name="connsiteY3" fmla="*/ 2968485 h 2968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03442" h="2968485">
                  <a:moveTo>
                    <a:pt x="0" y="0"/>
                  </a:moveTo>
                  <a:lnTo>
                    <a:pt x="2703443" y="0"/>
                  </a:lnTo>
                  <a:lnTo>
                    <a:pt x="2703443" y="2968485"/>
                  </a:lnTo>
                  <a:lnTo>
                    <a:pt x="0" y="2968485"/>
                  </a:lnTo>
                  <a:close/>
                </a:path>
              </a:pathLst>
            </a:custGeom>
            <a:solidFill>
              <a:srgbClr val="2196F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grpSp>
          <p:nvGrpSpPr>
            <p:cNvPr id="56" name="Graphic 21">
              <a:extLst>
                <a:ext uri="{FF2B5EF4-FFF2-40B4-BE49-F238E27FC236}">
                  <a16:creationId xmlns:a16="http://schemas.microsoft.com/office/drawing/2014/main" id="{E291F974-0747-9B1C-5413-787CC887A881}"/>
                </a:ext>
              </a:extLst>
            </p:cNvPr>
            <p:cNvGrpSpPr/>
            <p:nvPr/>
          </p:nvGrpSpPr>
          <p:grpSpPr>
            <a:xfrm>
              <a:off x="7795805" y="805069"/>
              <a:ext cx="2915488" cy="4876800"/>
              <a:chOff x="3952674" y="990600"/>
              <a:chExt cx="2915488" cy="4876800"/>
            </a:xfrm>
            <a:solidFill>
              <a:srgbClr val="231F20"/>
            </a:solidFill>
          </p:grpSpPr>
          <p:sp>
            <p:nvSpPr>
              <p:cNvPr id="57" name="Freeform 56">
                <a:extLst>
                  <a:ext uri="{FF2B5EF4-FFF2-40B4-BE49-F238E27FC236}">
                    <a16:creationId xmlns:a16="http://schemas.microsoft.com/office/drawing/2014/main" id="{6050D946-75E7-4548-0878-2A647FDAAE2F}"/>
                  </a:ext>
                </a:extLst>
              </p:cNvPr>
              <p:cNvSpPr/>
              <p:nvPr/>
            </p:nvSpPr>
            <p:spPr>
              <a:xfrm>
                <a:off x="5110038" y="1432350"/>
                <a:ext cx="600760" cy="212026"/>
              </a:xfrm>
              <a:custGeom>
                <a:avLst/>
                <a:gdLst>
                  <a:gd name="connsiteX0" fmla="*/ 106013 w 600760"/>
                  <a:gd name="connsiteY0" fmla="*/ 212027 h 212026"/>
                  <a:gd name="connsiteX1" fmla="*/ 494748 w 600760"/>
                  <a:gd name="connsiteY1" fmla="*/ 212027 h 212026"/>
                  <a:gd name="connsiteX2" fmla="*/ 600761 w 600760"/>
                  <a:gd name="connsiteY2" fmla="*/ 106013 h 212026"/>
                  <a:gd name="connsiteX3" fmla="*/ 494748 w 600760"/>
                  <a:gd name="connsiteY3" fmla="*/ 0 h 212026"/>
                  <a:gd name="connsiteX4" fmla="*/ 106013 w 600760"/>
                  <a:gd name="connsiteY4" fmla="*/ 0 h 212026"/>
                  <a:gd name="connsiteX5" fmla="*/ 0 w 600760"/>
                  <a:gd name="connsiteY5" fmla="*/ 106013 h 212026"/>
                  <a:gd name="connsiteX6" fmla="*/ 106013 w 600760"/>
                  <a:gd name="connsiteY6" fmla="*/ 212027 h 2120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600760" h="212026">
                    <a:moveTo>
                      <a:pt x="106013" y="212027"/>
                    </a:moveTo>
                    <a:lnTo>
                      <a:pt x="494748" y="212027"/>
                    </a:lnTo>
                    <a:cubicBezTo>
                      <a:pt x="553288" y="212027"/>
                      <a:pt x="600761" y="164554"/>
                      <a:pt x="600761" y="106013"/>
                    </a:cubicBezTo>
                    <a:cubicBezTo>
                      <a:pt x="600761" y="47473"/>
                      <a:pt x="553288" y="0"/>
                      <a:pt x="494748" y="0"/>
                    </a:cubicBezTo>
                    <a:lnTo>
                      <a:pt x="106013" y="0"/>
                    </a:lnTo>
                    <a:cubicBezTo>
                      <a:pt x="47473" y="0"/>
                      <a:pt x="0" y="47473"/>
                      <a:pt x="0" y="106013"/>
                    </a:cubicBezTo>
                    <a:cubicBezTo>
                      <a:pt x="0" y="164554"/>
                      <a:pt x="47463" y="212027"/>
                      <a:pt x="106013" y="212027"/>
                    </a:cubicBezTo>
                    <a:close/>
                  </a:path>
                </a:pathLst>
              </a:custGeom>
              <a:solidFill>
                <a:srgbClr val="231F2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8" name="Freeform 57">
                <a:extLst>
                  <a:ext uri="{FF2B5EF4-FFF2-40B4-BE49-F238E27FC236}">
                    <a16:creationId xmlns:a16="http://schemas.microsoft.com/office/drawing/2014/main" id="{8DB15049-2A40-5755-3711-27163C6E6785}"/>
                  </a:ext>
                </a:extLst>
              </p:cNvPr>
              <p:cNvSpPr/>
              <p:nvPr/>
            </p:nvSpPr>
            <p:spPr>
              <a:xfrm>
                <a:off x="5288499" y="5231292"/>
                <a:ext cx="243830" cy="212026"/>
              </a:xfrm>
              <a:custGeom>
                <a:avLst/>
                <a:gdLst>
                  <a:gd name="connsiteX0" fmla="*/ 137817 w 243830"/>
                  <a:gd name="connsiteY0" fmla="*/ 0 h 212026"/>
                  <a:gd name="connsiteX1" fmla="*/ 106013 w 243830"/>
                  <a:gd name="connsiteY1" fmla="*/ 0 h 212026"/>
                  <a:gd name="connsiteX2" fmla="*/ 0 w 243830"/>
                  <a:gd name="connsiteY2" fmla="*/ 106013 h 212026"/>
                  <a:gd name="connsiteX3" fmla="*/ 106013 w 243830"/>
                  <a:gd name="connsiteY3" fmla="*/ 212026 h 212026"/>
                  <a:gd name="connsiteX4" fmla="*/ 137817 w 243830"/>
                  <a:gd name="connsiteY4" fmla="*/ 212026 h 212026"/>
                  <a:gd name="connsiteX5" fmla="*/ 243830 w 243830"/>
                  <a:gd name="connsiteY5" fmla="*/ 106013 h 212026"/>
                  <a:gd name="connsiteX6" fmla="*/ 137817 w 243830"/>
                  <a:gd name="connsiteY6" fmla="*/ 0 h 2120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43830" h="212026">
                    <a:moveTo>
                      <a:pt x="137817" y="0"/>
                    </a:moveTo>
                    <a:lnTo>
                      <a:pt x="106013" y="0"/>
                    </a:lnTo>
                    <a:cubicBezTo>
                      <a:pt x="47473" y="0"/>
                      <a:pt x="0" y="47472"/>
                      <a:pt x="0" y="106013"/>
                    </a:cubicBezTo>
                    <a:cubicBezTo>
                      <a:pt x="0" y="164554"/>
                      <a:pt x="47473" y="212026"/>
                      <a:pt x="106013" y="212026"/>
                    </a:cubicBezTo>
                    <a:lnTo>
                      <a:pt x="137817" y="212026"/>
                    </a:lnTo>
                    <a:cubicBezTo>
                      <a:pt x="196358" y="212026"/>
                      <a:pt x="243830" y="164554"/>
                      <a:pt x="243830" y="106013"/>
                    </a:cubicBezTo>
                    <a:cubicBezTo>
                      <a:pt x="243830" y="47472"/>
                      <a:pt x="196377" y="0"/>
                      <a:pt x="137817" y="0"/>
                    </a:cubicBezTo>
                    <a:close/>
                  </a:path>
                </a:pathLst>
              </a:custGeom>
              <a:solidFill>
                <a:srgbClr val="231F2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9" name="Freeform 58">
                <a:extLst>
                  <a:ext uri="{FF2B5EF4-FFF2-40B4-BE49-F238E27FC236}">
                    <a16:creationId xmlns:a16="http://schemas.microsoft.com/office/drawing/2014/main" id="{F74F36AB-1190-036F-EE82-156F253B0E5C}"/>
                  </a:ext>
                </a:extLst>
              </p:cNvPr>
              <p:cNvSpPr/>
              <p:nvPr/>
            </p:nvSpPr>
            <p:spPr>
              <a:xfrm>
                <a:off x="3952674" y="990600"/>
                <a:ext cx="2915488" cy="4876800"/>
              </a:xfrm>
              <a:custGeom>
                <a:avLst/>
                <a:gdLst>
                  <a:gd name="connsiteX0" fmla="*/ 4180628 w 4286640"/>
                  <a:gd name="connsiteY0" fmla="*/ 1743989 h 4876800"/>
                  <a:gd name="connsiteX1" fmla="*/ 2915479 w 4286640"/>
                  <a:gd name="connsiteY1" fmla="*/ 1743989 h 4876800"/>
                  <a:gd name="connsiteX2" fmla="*/ 2915479 w 4286640"/>
                  <a:gd name="connsiteY2" fmla="*/ 361340 h 4876800"/>
                  <a:gd name="connsiteX3" fmla="*/ 2554138 w 4286640"/>
                  <a:gd name="connsiteY3" fmla="*/ 0 h 4876800"/>
                  <a:gd name="connsiteX4" fmla="*/ 361350 w 4286640"/>
                  <a:gd name="connsiteY4" fmla="*/ 0 h 4876800"/>
                  <a:gd name="connsiteX5" fmla="*/ 0 w 4286640"/>
                  <a:gd name="connsiteY5" fmla="*/ 361340 h 4876800"/>
                  <a:gd name="connsiteX6" fmla="*/ 0 w 4286640"/>
                  <a:gd name="connsiteY6" fmla="*/ 4515460 h 4876800"/>
                  <a:gd name="connsiteX7" fmla="*/ 361340 w 4286640"/>
                  <a:gd name="connsiteY7" fmla="*/ 4876800 h 4876800"/>
                  <a:gd name="connsiteX8" fmla="*/ 2554138 w 4286640"/>
                  <a:gd name="connsiteY8" fmla="*/ 4876800 h 4876800"/>
                  <a:gd name="connsiteX9" fmla="*/ 2915488 w 4286640"/>
                  <a:gd name="connsiteY9" fmla="*/ 4515460 h 4876800"/>
                  <a:gd name="connsiteX10" fmla="*/ 2915488 w 4286640"/>
                  <a:gd name="connsiteY10" fmla="*/ 3175225 h 4876800"/>
                  <a:gd name="connsiteX11" fmla="*/ 4180628 w 4286640"/>
                  <a:gd name="connsiteY11" fmla="*/ 3175225 h 4876800"/>
                  <a:gd name="connsiteX12" fmla="*/ 4286641 w 4286640"/>
                  <a:gd name="connsiteY12" fmla="*/ 3069212 h 4876800"/>
                  <a:gd name="connsiteX13" fmla="*/ 4286641 w 4286640"/>
                  <a:gd name="connsiteY13" fmla="*/ 1850012 h 4876800"/>
                  <a:gd name="connsiteX14" fmla="*/ 4180628 w 4286640"/>
                  <a:gd name="connsiteY14" fmla="*/ 1743989 h 4876800"/>
                  <a:gd name="connsiteX15" fmla="*/ 361350 w 4286640"/>
                  <a:gd name="connsiteY15" fmla="*/ 212036 h 4876800"/>
                  <a:gd name="connsiteX16" fmla="*/ 2554138 w 4286640"/>
                  <a:gd name="connsiteY16" fmla="*/ 212036 h 4876800"/>
                  <a:gd name="connsiteX17" fmla="*/ 2703452 w 4286640"/>
                  <a:gd name="connsiteY17" fmla="*/ 361340 h 4876800"/>
                  <a:gd name="connsiteX18" fmla="*/ 2703452 w 4286640"/>
                  <a:gd name="connsiteY18" fmla="*/ 869347 h 4876800"/>
                  <a:gd name="connsiteX19" fmla="*/ 212046 w 4286640"/>
                  <a:gd name="connsiteY19" fmla="*/ 869347 h 4876800"/>
                  <a:gd name="connsiteX20" fmla="*/ 212046 w 4286640"/>
                  <a:gd name="connsiteY20" fmla="*/ 361340 h 4876800"/>
                  <a:gd name="connsiteX21" fmla="*/ 361350 w 4286640"/>
                  <a:gd name="connsiteY21" fmla="*/ 212036 h 4876800"/>
                  <a:gd name="connsiteX22" fmla="*/ 2554138 w 4286640"/>
                  <a:gd name="connsiteY22" fmla="*/ 4664764 h 4876800"/>
                  <a:gd name="connsiteX23" fmla="*/ 361350 w 4286640"/>
                  <a:gd name="connsiteY23" fmla="*/ 4664764 h 4876800"/>
                  <a:gd name="connsiteX24" fmla="*/ 212046 w 4286640"/>
                  <a:gd name="connsiteY24" fmla="*/ 4515460 h 4876800"/>
                  <a:gd name="connsiteX25" fmla="*/ 212046 w 4286640"/>
                  <a:gd name="connsiteY25" fmla="*/ 4049859 h 4876800"/>
                  <a:gd name="connsiteX26" fmla="*/ 2703452 w 4286640"/>
                  <a:gd name="connsiteY26" fmla="*/ 4049859 h 4876800"/>
                  <a:gd name="connsiteX27" fmla="*/ 2703452 w 4286640"/>
                  <a:gd name="connsiteY27" fmla="*/ 4515460 h 4876800"/>
                  <a:gd name="connsiteX28" fmla="*/ 2554138 w 4286640"/>
                  <a:gd name="connsiteY28" fmla="*/ 4664764 h 4876800"/>
                  <a:gd name="connsiteX29" fmla="*/ 2703443 w 4286640"/>
                  <a:gd name="connsiteY29" fmla="*/ 3837832 h 4876800"/>
                  <a:gd name="connsiteX30" fmla="*/ 212036 w 4286640"/>
                  <a:gd name="connsiteY30" fmla="*/ 3837832 h 4876800"/>
                  <a:gd name="connsiteX31" fmla="*/ 212036 w 4286640"/>
                  <a:gd name="connsiteY31" fmla="*/ 1081373 h 4876800"/>
                  <a:gd name="connsiteX32" fmla="*/ 524789 w 4286640"/>
                  <a:gd name="connsiteY32" fmla="*/ 1081373 h 4876800"/>
                  <a:gd name="connsiteX33" fmla="*/ 524789 w 4286640"/>
                  <a:gd name="connsiteY33" fmla="*/ 1823495 h 4876800"/>
                  <a:gd name="connsiteX34" fmla="*/ 630803 w 4286640"/>
                  <a:gd name="connsiteY34" fmla="*/ 1929508 h 4876800"/>
                  <a:gd name="connsiteX35" fmla="*/ 736816 w 4286640"/>
                  <a:gd name="connsiteY35" fmla="*/ 1823495 h 4876800"/>
                  <a:gd name="connsiteX36" fmla="*/ 736816 w 4286640"/>
                  <a:gd name="connsiteY36" fmla="*/ 1081373 h 4876800"/>
                  <a:gd name="connsiteX37" fmla="*/ 2703443 w 4286640"/>
                  <a:gd name="connsiteY37" fmla="*/ 1081373 h 4876800"/>
                  <a:gd name="connsiteX38" fmla="*/ 2703443 w 4286640"/>
                  <a:gd name="connsiteY38" fmla="*/ 1743980 h 4876800"/>
                  <a:gd name="connsiteX39" fmla="*/ 2166280 w 4286640"/>
                  <a:gd name="connsiteY39" fmla="*/ 1743980 h 4876800"/>
                  <a:gd name="connsiteX40" fmla="*/ 2166280 w 4286640"/>
                  <a:gd name="connsiteY40" fmla="*/ 1399423 h 4876800"/>
                  <a:gd name="connsiteX41" fmla="*/ 2097138 w 4286640"/>
                  <a:gd name="connsiteY41" fmla="*/ 1300020 h 4876800"/>
                  <a:gd name="connsiteX42" fmla="*/ 1979886 w 4286640"/>
                  <a:gd name="connsiteY42" fmla="*/ 1330290 h 4876800"/>
                  <a:gd name="connsiteX43" fmla="*/ 1068143 w 4286640"/>
                  <a:gd name="connsiteY43" fmla="*/ 2390470 h 4876800"/>
                  <a:gd name="connsiteX44" fmla="*/ 1068143 w 4286640"/>
                  <a:gd name="connsiteY44" fmla="*/ 2528726 h 4876800"/>
                  <a:gd name="connsiteX45" fmla="*/ 1979895 w 4286640"/>
                  <a:gd name="connsiteY45" fmla="*/ 3588896 h 4876800"/>
                  <a:gd name="connsiteX46" fmla="*/ 2060296 w 4286640"/>
                  <a:gd name="connsiteY46" fmla="*/ 3625777 h 4876800"/>
                  <a:gd name="connsiteX47" fmla="*/ 2097148 w 4286640"/>
                  <a:gd name="connsiteY47" fmla="*/ 3619157 h 4876800"/>
                  <a:gd name="connsiteX48" fmla="*/ 2166290 w 4286640"/>
                  <a:gd name="connsiteY48" fmla="*/ 3519754 h 4876800"/>
                  <a:gd name="connsiteX49" fmla="*/ 2166290 w 4286640"/>
                  <a:gd name="connsiteY49" fmla="*/ 3175197 h 4876800"/>
                  <a:gd name="connsiteX50" fmla="*/ 2703452 w 4286640"/>
                  <a:gd name="connsiteY50" fmla="*/ 3175197 h 4876800"/>
                  <a:gd name="connsiteX51" fmla="*/ 2703452 w 4286640"/>
                  <a:gd name="connsiteY51" fmla="*/ 3837832 h 4876800"/>
                  <a:gd name="connsiteX52" fmla="*/ 4074614 w 4286640"/>
                  <a:gd name="connsiteY52" fmla="*/ 2963190 h 4876800"/>
                  <a:gd name="connsiteX53" fmla="*/ 2060286 w 4286640"/>
                  <a:gd name="connsiteY53" fmla="*/ 2963190 h 4876800"/>
                  <a:gd name="connsiteX54" fmla="*/ 1954273 w 4286640"/>
                  <a:gd name="connsiteY54" fmla="*/ 3069203 h 4876800"/>
                  <a:gd name="connsiteX55" fmla="*/ 1954273 w 4286640"/>
                  <a:gd name="connsiteY55" fmla="*/ 3233900 h 4876800"/>
                  <a:gd name="connsiteX56" fmla="*/ 1288371 w 4286640"/>
                  <a:gd name="connsiteY56" fmla="*/ 2459603 h 4876800"/>
                  <a:gd name="connsiteX57" fmla="*/ 1954273 w 4286640"/>
                  <a:gd name="connsiteY57" fmla="*/ 1685306 h 4876800"/>
                  <a:gd name="connsiteX58" fmla="*/ 1954273 w 4286640"/>
                  <a:gd name="connsiteY58" fmla="*/ 1850003 h 4876800"/>
                  <a:gd name="connsiteX59" fmla="*/ 2060286 w 4286640"/>
                  <a:gd name="connsiteY59" fmla="*/ 1956016 h 4876800"/>
                  <a:gd name="connsiteX60" fmla="*/ 4074614 w 4286640"/>
                  <a:gd name="connsiteY60" fmla="*/ 1956016 h 4876800"/>
                  <a:gd name="connsiteX61" fmla="*/ 4074614 w 4286640"/>
                  <a:gd name="connsiteY61" fmla="*/ 2963190 h 4876800"/>
                  <a:gd name="connsiteX0" fmla="*/ 4180628 w 4286641"/>
                  <a:gd name="connsiteY0" fmla="*/ 1743989 h 4876800"/>
                  <a:gd name="connsiteX1" fmla="*/ 2915479 w 4286641"/>
                  <a:gd name="connsiteY1" fmla="*/ 1743989 h 4876800"/>
                  <a:gd name="connsiteX2" fmla="*/ 2915479 w 4286641"/>
                  <a:gd name="connsiteY2" fmla="*/ 361340 h 4876800"/>
                  <a:gd name="connsiteX3" fmla="*/ 2554138 w 4286641"/>
                  <a:gd name="connsiteY3" fmla="*/ 0 h 4876800"/>
                  <a:gd name="connsiteX4" fmla="*/ 361350 w 4286641"/>
                  <a:gd name="connsiteY4" fmla="*/ 0 h 4876800"/>
                  <a:gd name="connsiteX5" fmla="*/ 0 w 4286641"/>
                  <a:gd name="connsiteY5" fmla="*/ 361340 h 4876800"/>
                  <a:gd name="connsiteX6" fmla="*/ 0 w 4286641"/>
                  <a:gd name="connsiteY6" fmla="*/ 4515460 h 4876800"/>
                  <a:gd name="connsiteX7" fmla="*/ 361340 w 4286641"/>
                  <a:gd name="connsiteY7" fmla="*/ 4876800 h 4876800"/>
                  <a:gd name="connsiteX8" fmla="*/ 2554138 w 4286641"/>
                  <a:gd name="connsiteY8" fmla="*/ 4876800 h 4876800"/>
                  <a:gd name="connsiteX9" fmla="*/ 2915488 w 4286641"/>
                  <a:gd name="connsiteY9" fmla="*/ 4515460 h 4876800"/>
                  <a:gd name="connsiteX10" fmla="*/ 2915488 w 4286641"/>
                  <a:gd name="connsiteY10" fmla="*/ 3175225 h 4876800"/>
                  <a:gd name="connsiteX11" fmla="*/ 4180628 w 4286641"/>
                  <a:gd name="connsiteY11" fmla="*/ 3175225 h 4876800"/>
                  <a:gd name="connsiteX12" fmla="*/ 4286641 w 4286641"/>
                  <a:gd name="connsiteY12" fmla="*/ 3069212 h 4876800"/>
                  <a:gd name="connsiteX13" fmla="*/ 4286641 w 4286641"/>
                  <a:gd name="connsiteY13" fmla="*/ 1850012 h 4876800"/>
                  <a:gd name="connsiteX14" fmla="*/ 4180628 w 4286641"/>
                  <a:gd name="connsiteY14" fmla="*/ 1743989 h 4876800"/>
                  <a:gd name="connsiteX15" fmla="*/ 361350 w 4286641"/>
                  <a:gd name="connsiteY15" fmla="*/ 212036 h 4876800"/>
                  <a:gd name="connsiteX16" fmla="*/ 2554138 w 4286641"/>
                  <a:gd name="connsiteY16" fmla="*/ 212036 h 4876800"/>
                  <a:gd name="connsiteX17" fmla="*/ 2703452 w 4286641"/>
                  <a:gd name="connsiteY17" fmla="*/ 361340 h 4876800"/>
                  <a:gd name="connsiteX18" fmla="*/ 2703452 w 4286641"/>
                  <a:gd name="connsiteY18" fmla="*/ 869347 h 4876800"/>
                  <a:gd name="connsiteX19" fmla="*/ 212046 w 4286641"/>
                  <a:gd name="connsiteY19" fmla="*/ 869347 h 4876800"/>
                  <a:gd name="connsiteX20" fmla="*/ 212046 w 4286641"/>
                  <a:gd name="connsiteY20" fmla="*/ 361340 h 4876800"/>
                  <a:gd name="connsiteX21" fmla="*/ 361350 w 4286641"/>
                  <a:gd name="connsiteY21" fmla="*/ 212036 h 4876800"/>
                  <a:gd name="connsiteX22" fmla="*/ 2554138 w 4286641"/>
                  <a:gd name="connsiteY22" fmla="*/ 4664764 h 4876800"/>
                  <a:gd name="connsiteX23" fmla="*/ 361350 w 4286641"/>
                  <a:gd name="connsiteY23" fmla="*/ 4664764 h 4876800"/>
                  <a:gd name="connsiteX24" fmla="*/ 212046 w 4286641"/>
                  <a:gd name="connsiteY24" fmla="*/ 4515460 h 4876800"/>
                  <a:gd name="connsiteX25" fmla="*/ 212046 w 4286641"/>
                  <a:gd name="connsiteY25" fmla="*/ 4049859 h 4876800"/>
                  <a:gd name="connsiteX26" fmla="*/ 2703452 w 4286641"/>
                  <a:gd name="connsiteY26" fmla="*/ 4049859 h 4876800"/>
                  <a:gd name="connsiteX27" fmla="*/ 2703452 w 4286641"/>
                  <a:gd name="connsiteY27" fmla="*/ 4515460 h 4876800"/>
                  <a:gd name="connsiteX28" fmla="*/ 2554138 w 4286641"/>
                  <a:gd name="connsiteY28" fmla="*/ 4664764 h 4876800"/>
                  <a:gd name="connsiteX29" fmla="*/ 2703443 w 4286641"/>
                  <a:gd name="connsiteY29" fmla="*/ 3837832 h 4876800"/>
                  <a:gd name="connsiteX30" fmla="*/ 212036 w 4286641"/>
                  <a:gd name="connsiteY30" fmla="*/ 3837832 h 4876800"/>
                  <a:gd name="connsiteX31" fmla="*/ 212036 w 4286641"/>
                  <a:gd name="connsiteY31" fmla="*/ 1081373 h 4876800"/>
                  <a:gd name="connsiteX32" fmla="*/ 524789 w 4286641"/>
                  <a:gd name="connsiteY32" fmla="*/ 1081373 h 4876800"/>
                  <a:gd name="connsiteX33" fmla="*/ 524789 w 4286641"/>
                  <a:gd name="connsiteY33" fmla="*/ 1823495 h 4876800"/>
                  <a:gd name="connsiteX34" fmla="*/ 736816 w 4286641"/>
                  <a:gd name="connsiteY34" fmla="*/ 1823495 h 4876800"/>
                  <a:gd name="connsiteX35" fmla="*/ 736816 w 4286641"/>
                  <a:gd name="connsiteY35" fmla="*/ 1081373 h 4876800"/>
                  <a:gd name="connsiteX36" fmla="*/ 2703443 w 4286641"/>
                  <a:gd name="connsiteY36" fmla="*/ 1081373 h 4876800"/>
                  <a:gd name="connsiteX37" fmla="*/ 2703443 w 4286641"/>
                  <a:gd name="connsiteY37" fmla="*/ 1743980 h 4876800"/>
                  <a:gd name="connsiteX38" fmla="*/ 2166280 w 4286641"/>
                  <a:gd name="connsiteY38" fmla="*/ 1743980 h 4876800"/>
                  <a:gd name="connsiteX39" fmla="*/ 2166280 w 4286641"/>
                  <a:gd name="connsiteY39" fmla="*/ 1399423 h 4876800"/>
                  <a:gd name="connsiteX40" fmla="*/ 2097138 w 4286641"/>
                  <a:gd name="connsiteY40" fmla="*/ 1300020 h 4876800"/>
                  <a:gd name="connsiteX41" fmla="*/ 1979886 w 4286641"/>
                  <a:gd name="connsiteY41" fmla="*/ 1330290 h 4876800"/>
                  <a:gd name="connsiteX42" fmla="*/ 1068143 w 4286641"/>
                  <a:gd name="connsiteY42" fmla="*/ 2390470 h 4876800"/>
                  <a:gd name="connsiteX43" fmla="*/ 1068143 w 4286641"/>
                  <a:gd name="connsiteY43" fmla="*/ 2528726 h 4876800"/>
                  <a:gd name="connsiteX44" fmla="*/ 1979895 w 4286641"/>
                  <a:gd name="connsiteY44" fmla="*/ 3588896 h 4876800"/>
                  <a:gd name="connsiteX45" fmla="*/ 2060296 w 4286641"/>
                  <a:gd name="connsiteY45" fmla="*/ 3625777 h 4876800"/>
                  <a:gd name="connsiteX46" fmla="*/ 2097148 w 4286641"/>
                  <a:gd name="connsiteY46" fmla="*/ 3619157 h 4876800"/>
                  <a:gd name="connsiteX47" fmla="*/ 2166290 w 4286641"/>
                  <a:gd name="connsiteY47" fmla="*/ 3519754 h 4876800"/>
                  <a:gd name="connsiteX48" fmla="*/ 2166290 w 4286641"/>
                  <a:gd name="connsiteY48" fmla="*/ 3175197 h 4876800"/>
                  <a:gd name="connsiteX49" fmla="*/ 2703452 w 4286641"/>
                  <a:gd name="connsiteY49" fmla="*/ 3175197 h 4876800"/>
                  <a:gd name="connsiteX50" fmla="*/ 2703452 w 4286641"/>
                  <a:gd name="connsiteY50" fmla="*/ 3837832 h 4876800"/>
                  <a:gd name="connsiteX51" fmla="*/ 2703443 w 4286641"/>
                  <a:gd name="connsiteY51" fmla="*/ 3837832 h 4876800"/>
                  <a:gd name="connsiteX52" fmla="*/ 4074614 w 4286641"/>
                  <a:gd name="connsiteY52" fmla="*/ 2963190 h 4876800"/>
                  <a:gd name="connsiteX53" fmla="*/ 2060286 w 4286641"/>
                  <a:gd name="connsiteY53" fmla="*/ 2963190 h 4876800"/>
                  <a:gd name="connsiteX54" fmla="*/ 1954273 w 4286641"/>
                  <a:gd name="connsiteY54" fmla="*/ 3069203 h 4876800"/>
                  <a:gd name="connsiteX55" fmla="*/ 1954273 w 4286641"/>
                  <a:gd name="connsiteY55" fmla="*/ 3233900 h 4876800"/>
                  <a:gd name="connsiteX56" fmla="*/ 1288371 w 4286641"/>
                  <a:gd name="connsiteY56" fmla="*/ 2459603 h 4876800"/>
                  <a:gd name="connsiteX57" fmla="*/ 1954273 w 4286641"/>
                  <a:gd name="connsiteY57" fmla="*/ 1685306 h 4876800"/>
                  <a:gd name="connsiteX58" fmla="*/ 1954273 w 4286641"/>
                  <a:gd name="connsiteY58" fmla="*/ 1850003 h 4876800"/>
                  <a:gd name="connsiteX59" fmla="*/ 2060286 w 4286641"/>
                  <a:gd name="connsiteY59" fmla="*/ 1956016 h 4876800"/>
                  <a:gd name="connsiteX60" fmla="*/ 4074614 w 4286641"/>
                  <a:gd name="connsiteY60" fmla="*/ 1956016 h 4876800"/>
                  <a:gd name="connsiteX61" fmla="*/ 4074614 w 4286641"/>
                  <a:gd name="connsiteY61" fmla="*/ 2963190 h 4876800"/>
                  <a:gd name="connsiteX0" fmla="*/ 4180628 w 4286641"/>
                  <a:gd name="connsiteY0" fmla="*/ 1743989 h 4876800"/>
                  <a:gd name="connsiteX1" fmla="*/ 2915479 w 4286641"/>
                  <a:gd name="connsiteY1" fmla="*/ 1743989 h 4876800"/>
                  <a:gd name="connsiteX2" fmla="*/ 2915479 w 4286641"/>
                  <a:gd name="connsiteY2" fmla="*/ 361340 h 4876800"/>
                  <a:gd name="connsiteX3" fmla="*/ 2554138 w 4286641"/>
                  <a:gd name="connsiteY3" fmla="*/ 0 h 4876800"/>
                  <a:gd name="connsiteX4" fmla="*/ 361350 w 4286641"/>
                  <a:gd name="connsiteY4" fmla="*/ 0 h 4876800"/>
                  <a:gd name="connsiteX5" fmla="*/ 0 w 4286641"/>
                  <a:gd name="connsiteY5" fmla="*/ 361340 h 4876800"/>
                  <a:gd name="connsiteX6" fmla="*/ 0 w 4286641"/>
                  <a:gd name="connsiteY6" fmla="*/ 4515460 h 4876800"/>
                  <a:gd name="connsiteX7" fmla="*/ 361340 w 4286641"/>
                  <a:gd name="connsiteY7" fmla="*/ 4876800 h 4876800"/>
                  <a:gd name="connsiteX8" fmla="*/ 2554138 w 4286641"/>
                  <a:gd name="connsiteY8" fmla="*/ 4876800 h 4876800"/>
                  <a:gd name="connsiteX9" fmla="*/ 2915488 w 4286641"/>
                  <a:gd name="connsiteY9" fmla="*/ 4515460 h 4876800"/>
                  <a:gd name="connsiteX10" fmla="*/ 2915488 w 4286641"/>
                  <a:gd name="connsiteY10" fmla="*/ 3175225 h 4876800"/>
                  <a:gd name="connsiteX11" fmla="*/ 4180628 w 4286641"/>
                  <a:gd name="connsiteY11" fmla="*/ 3175225 h 4876800"/>
                  <a:gd name="connsiteX12" fmla="*/ 4286641 w 4286641"/>
                  <a:gd name="connsiteY12" fmla="*/ 3069212 h 4876800"/>
                  <a:gd name="connsiteX13" fmla="*/ 4286641 w 4286641"/>
                  <a:gd name="connsiteY13" fmla="*/ 1850012 h 4876800"/>
                  <a:gd name="connsiteX14" fmla="*/ 4180628 w 4286641"/>
                  <a:gd name="connsiteY14" fmla="*/ 1743989 h 4876800"/>
                  <a:gd name="connsiteX15" fmla="*/ 361350 w 4286641"/>
                  <a:gd name="connsiteY15" fmla="*/ 212036 h 4876800"/>
                  <a:gd name="connsiteX16" fmla="*/ 2554138 w 4286641"/>
                  <a:gd name="connsiteY16" fmla="*/ 212036 h 4876800"/>
                  <a:gd name="connsiteX17" fmla="*/ 2703452 w 4286641"/>
                  <a:gd name="connsiteY17" fmla="*/ 361340 h 4876800"/>
                  <a:gd name="connsiteX18" fmla="*/ 2703452 w 4286641"/>
                  <a:gd name="connsiteY18" fmla="*/ 869347 h 4876800"/>
                  <a:gd name="connsiteX19" fmla="*/ 212046 w 4286641"/>
                  <a:gd name="connsiteY19" fmla="*/ 869347 h 4876800"/>
                  <a:gd name="connsiteX20" fmla="*/ 212046 w 4286641"/>
                  <a:gd name="connsiteY20" fmla="*/ 361340 h 4876800"/>
                  <a:gd name="connsiteX21" fmla="*/ 361350 w 4286641"/>
                  <a:gd name="connsiteY21" fmla="*/ 212036 h 4876800"/>
                  <a:gd name="connsiteX22" fmla="*/ 2554138 w 4286641"/>
                  <a:gd name="connsiteY22" fmla="*/ 4664764 h 4876800"/>
                  <a:gd name="connsiteX23" fmla="*/ 361350 w 4286641"/>
                  <a:gd name="connsiteY23" fmla="*/ 4664764 h 4876800"/>
                  <a:gd name="connsiteX24" fmla="*/ 212046 w 4286641"/>
                  <a:gd name="connsiteY24" fmla="*/ 4515460 h 4876800"/>
                  <a:gd name="connsiteX25" fmla="*/ 212046 w 4286641"/>
                  <a:gd name="connsiteY25" fmla="*/ 4049859 h 4876800"/>
                  <a:gd name="connsiteX26" fmla="*/ 2703452 w 4286641"/>
                  <a:gd name="connsiteY26" fmla="*/ 4049859 h 4876800"/>
                  <a:gd name="connsiteX27" fmla="*/ 2703452 w 4286641"/>
                  <a:gd name="connsiteY27" fmla="*/ 4515460 h 4876800"/>
                  <a:gd name="connsiteX28" fmla="*/ 2554138 w 4286641"/>
                  <a:gd name="connsiteY28" fmla="*/ 4664764 h 4876800"/>
                  <a:gd name="connsiteX29" fmla="*/ 2703443 w 4286641"/>
                  <a:gd name="connsiteY29" fmla="*/ 3837832 h 4876800"/>
                  <a:gd name="connsiteX30" fmla="*/ 212036 w 4286641"/>
                  <a:gd name="connsiteY30" fmla="*/ 3837832 h 4876800"/>
                  <a:gd name="connsiteX31" fmla="*/ 212036 w 4286641"/>
                  <a:gd name="connsiteY31" fmla="*/ 1081373 h 4876800"/>
                  <a:gd name="connsiteX32" fmla="*/ 524789 w 4286641"/>
                  <a:gd name="connsiteY32" fmla="*/ 1081373 h 4876800"/>
                  <a:gd name="connsiteX33" fmla="*/ 524789 w 4286641"/>
                  <a:gd name="connsiteY33" fmla="*/ 1823495 h 4876800"/>
                  <a:gd name="connsiteX34" fmla="*/ 736816 w 4286641"/>
                  <a:gd name="connsiteY34" fmla="*/ 1081373 h 4876800"/>
                  <a:gd name="connsiteX35" fmla="*/ 2703443 w 4286641"/>
                  <a:gd name="connsiteY35" fmla="*/ 1081373 h 4876800"/>
                  <a:gd name="connsiteX36" fmla="*/ 2703443 w 4286641"/>
                  <a:gd name="connsiteY36" fmla="*/ 1743980 h 4876800"/>
                  <a:gd name="connsiteX37" fmla="*/ 2166280 w 4286641"/>
                  <a:gd name="connsiteY37" fmla="*/ 1743980 h 4876800"/>
                  <a:gd name="connsiteX38" fmla="*/ 2166280 w 4286641"/>
                  <a:gd name="connsiteY38" fmla="*/ 1399423 h 4876800"/>
                  <a:gd name="connsiteX39" fmla="*/ 2097138 w 4286641"/>
                  <a:gd name="connsiteY39" fmla="*/ 1300020 h 4876800"/>
                  <a:gd name="connsiteX40" fmla="*/ 1979886 w 4286641"/>
                  <a:gd name="connsiteY40" fmla="*/ 1330290 h 4876800"/>
                  <a:gd name="connsiteX41" fmla="*/ 1068143 w 4286641"/>
                  <a:gd name="connsiteY41" fmla="*/ 2390470 h 4876800"/>
                  <a:gd name="connsiteX42" fmla="*/ 1068143 w 4286641"/>
                  <a:gd name="connsiteY42" fmla="*/ 2528726 h 4876800"/>
                  <a:gd name="connsiteX43" fmla="*/ 1979895 w 4286641"/>
                  <a:gd name="connsiteY43" fmla="*/ 3588896 h 4876800"/>
                  <a:gd name="connsiteX44" fmla="*/ 2060296 w 4286641"/>
                  <a:gd name="connsiteY44" fmla="*/ 3625777 h 4876800"/>
                  <a:gd name="connsiteX45" fmla="*/ 2097148 w 4286641"/>
                  <a:gd name="connsiteY45" fmla="*/ 3619157 h 4876800"/>
                  <a:gd name="connsiteX46" fmla="*/ 2166290 w 4286641"/>
                  <a:gd name="connsiteY46" fmla="*/ 3519754 h 4876800"/>
                  <a:gd name="connsiteX47" fmla="*/ 2166290 w 4286641"/>
                  <a:gd name="connsiteY47" fmla="*/ 3175197 h 4876800"/>
                  <a:gd name="connsiteX48" fmla="*/ 2703452 w 4286641"/>
                  <a:gd name="connsiteY48" fmla="*/ 3175197 h 4876800"/>
                  <a:gd name="connsiteX49" fmla="*/ 2703452 w 4286641"/>
                  <a:gd name="connsiteY49" fmla="*/ 3837832 h 4876800"/>
                  <a:gd name="connsiteX50" fmla="*/ 2703443 w 4286641"/>
                  <a:gd name="connsiteY50" fmla="*/ 3837832 h 4876800"/>
                  <a:gd name="connsiteX51" fmla="*/ 4074614 w 4286641"/>
                  <a:gd name="connsiteY51" fmla="*/ 2963190 h 4876800"/>
                  <a:gd name="connsiteX52" fmla="*/ 2060286 w 4286641"/>
                  <a:gd name="connsiteY52" fmla="*/ 2963190 h 4876800"/>
                  <a:gd name="connsiteX53" fmla="*/ 1954273 w 4286641"/>
                  <a:gd name="connsiteY53" fmla="*/ 3069203 h 4876800"/>
                  <a:gd name="connsiteX54" fmla="*/ 1954273 w 4286641"/>
                  <a:gd name="connsiteY54" fmla="*/ 3233900 h 4876800"/>
                  <a:gd name="connsiteX55" fmla="*/ 1288371 w 4286641"/>
                  <a:gd name="connsiteY55" fmla="*/ 2459603 h 4876800"/>
                  <a:gd name="connsiteX56" fmla="*/ 1954273 w 4286641"/>
                  <a:gd name="connsiteY56" fmla="*/ 1685306 h 4876800"/>
                  <a:gd name="connsiteX57" fmla="*/ 1954273 w 4286641"/>
                  <a:gd name="connsiteY57" fmla="*/ 1850003 h 4876800"/>
                  <a:gd name="connsiteX58" fmla="*/ 2060286 w 4286641"/>
                  <a:gd name="connsiteY58" fmla="*/ 1956016 h 4876800"/>
                  <a:gd name="connsiteX59" fmla="*/ 4074614 w 4286641"/>
                  <a:gd name="connsiteY59" fmla="*/ 1956016 h 4876800"/>
                  <a:gd name="connsiteX60" fmla="*/ 4074614 w 4286641"/>
                  <a:gd name="connsiteY60" fmla="*/ 2963190 h 4876800"/>
                  <a:gd name="connsiteX0" fmla="*/ 4180628 w 4286641"/>
                  <a:gd name="connsiteY0" fmla="*/ 1743989 h 4876800"/>
                  <a:gd name="connsiteX1" fmla="*/ 2915479 w 4286641"/>
                  <a:gd name="connsiteY1" fmla="*/ 1743989 h 4876800"/>
                  <a:gd name="connsiteX2" fmla="*/ 2915479 w 4286641"/>
                  <a:gd name="connsiteY2" fmla="*/ 361340 h 4876800"/>
                  <a:gd name="connsiteX3" fmla="*/ 2554138 w 4286641"/>
                  <a:gd name="connsiteY3" fmla="*/ 0 h 4876800"/>
                  <a:gd name="connsiteX4" fmla="*/ 361350 w 4286641"/>
                  <a:gd name="connsiteY4" fmla="*/ 0 h 4876800"/>
                  <a:gd name="connsiteX5" fmla="*/ 0 w 4286641"/>
                  <a:gd name="connsiteY5" fmla="*/ 361340 h 4876800"/>
                  <a:gd name="connsiteX6" fmla="*/ 0 w 4286641"/>
                  <a:gd name="connsiteY6" fmla="*/ 4515460 h 4876800"/>
                  <a:gd name="connsiteX7" fmla="*/ 361340 w 4286641"/>
                  <a:gd name="connsiteY7" fmla="*/ 4876800 h 4876800"/>
                  <a:gd name="connsiteX8" fmla="*/ 2554138 w 4286641"/>
                  <a:gd name="connsiteY8" fmla="*/ 4876800 h 4876800"/>
                  <a:gd name="connsiteX9" fmla="*/ 2915488 w 4286641"/>
                  <a:gd name="connsiteY9" fmla="*/ 4515460 h 4876800"/>
                  <a:gd name="connsiteX10" fmla="*/ 2915488 w 4286641"/>
                  <a:gd name="connsiteY10" fmla="*/ 3175225 h 4876800"/>
                  <a:gd name="connsiteX11" fmla="*/ 4180628 w 4286641"/>
                  <a:gd name="connsiteY11" fmla="*/ 3175225 h 4876800"/>
                  <a:gd name="connsiteX12" fmla="*/ 4286641 w 4286641"/>
                  <a:gd name="connsiteY12" fmla="*/ 3069212 h 4876800"/>
                  <a:gd name="connsiteX13" fmla="*/ 4286641 w 4286641"/>
                  <a:gd name="connsiteY13" fmla="*/ 1850012 h 4876800"/>
                  <a:gd name="connsiteX14" fmla="*/ 4180628 w 4286641"/>
                  <a:gd name="connsiteY14" fmla="*/ 1743989 h 4876800"/>
                  <a:gd name="connsiteX15" fmla="*/ 361350 w 4286641"/>
                  <a:gd name="connsiteY15" fmla="*/ 212036 h 4876800"/>
                  <a:gd name="connsiteX16" fmla="*/ 2554138 w 4286641"/>
                  <a:gd name="connsiteY16" fmla="*/ 212036 h 4876800"/>
                  <a:gd name="connsiteX17" fmla="*/ 2703452 w 4286641"/>
                  <a:gd name="connsiteY17" fmla="*/ 361340 h 4876800"/>
                  <a:gd name="connsiteX18" fmla="*/ 2703452 w 4286641"/>
                  <a:gd name="connsiteY18" fmla="*/ 869347 h 4876800"/>
                  <a:gd name="connsiteX19" fmla="*/ 212046 w 4286641"/>
                  <a:gd name="connsiteY19" fmla="*/ 869347 h 4876800"/>
                  <a:gd name="connsiteX20" fmla="*/ 212046 w 4286641"/>
                  <a:gd name="connsiteY20" fmla="*/ 361340 h 4876800"/>
                  <a:gd name="connsiteX21" fmla="*/ 361350 w 4286641"/>
                  <a:gd name="connsiteY21" fmla="*/ 212036 h 4876800"/>
                  <a:gd name="connsiteX22" fmla="*/ 2554138 w 4286641"/>
                  <a:gd name="connsiteY22" fmla="*/ 4664764 h 4876800"/>
                  <a:gd name="connsiteX23" fmla="*/ 361350 w 4286641"/>
                  <a:gd name="connsiteY23" fmla="*/ 4664764 h 4876800"/>
                  <a:gd name="connsiteX24" fmla="*/ 212046 w 4286641"/>
                  <a:gd name="connsiteY24" fmla="*/ 4515460 h 4876800"/>
                  <a:gd name="connsiteX25" fmla="*/ 212046 w 4286641"/>
                  <a:gd name="connsiteY25" fmla="*/ 4049859 h 4876800"/>
                  <a:gd name="connsiteX26" fmla="*/ 2703452 w 4286641"/>
                  <a:gd name="connsiteY26" fmla="*/ 4049859 h 4876800"/>
                  <a:gd name="connsiteX27" fmla="*/ 2703452 w 4286641"/>
                  <a:gd name="connsiteY27" fmla="*/ 4515460 h 4876800"/>
                  <a:gd name="connsiteX28" fmla="*/ 2554138 w 4286641"/>
                  <a:gd name="connsiteY28" fmla="*/ 4664764 h 4876800"/>
                  <a:gd name="connsiteX29" fmla="*/ 2703443 w 4286641"/>
                  <a:gd name="connsiteY29" fmla="*/ 3837832 h 4876800"/>
                  <a:gd name="connsiteX30" fmla="*/ 212036 w 4286641"/>
                  <a:gd name="connsiteY30" fmla="*/ 3837832 h 4876800"/>
                  <a:gd name="connsiteX31" fmla="*/ 212036 w 4286641"/>
                  <a:gd name="connsiteY31" fmla="*/ 1081373 h 4876800"/>
                  <a:gd name="connsiteX32" fmla="*/ 524789 w 4286641"/>
                  <a:gd name="connsiteY32" fmla="*/ 1081373 h 4876800"/>
                  <a:gd name="connsiteX33" fmla="*/ 736816 w 4286641"/>
                  <a:gd name="connsiteY33" fmla="*/ 1081373 h 4876800"/>
                  <a:gd name="connsiteX34" fmla="*/ 2703443 w 4286641"/>
                  <a:gd name="connsiteY34" fmla="*/ 1081373 h 4876800"/>
                  <a:gd name="connsiteX35" fmla="*/ 2703443 w 4286641"/>
                  <a:gd name="connsiteY35" fmla="*/ 1743980 h 4876800"/>
                  <a:gd name="connsiteX36" fmla="*/ 2166280 w 4286641"/>
                  <a:gd name="connsiteY36" fmla="*/ 1743980 h 4876800"/>
                  <a:gd name="connsiteX37" fmla="*/ 2166280 w 4286641"/>
                  <a:gd name="connsiteY37" fmla="*/ 1399423 h 4876800"/>
                  <a:gd name="connsiteX38" fmla="*/ 2097138 w 4286641"/>
                  <a:gd name="connsiteY38" fmla="*/ 1300020 h 4876800"/>
                  <a:gd name="connsiteX39" fmla="*/ 1979886 w 4286641"/>
                  <a:gd name="connsiteY39" fmla="*/ 1330290 h 4876800"/>
                  <a:gd name="connsiteX40" fmla="*/ 1068143 w 4286641"/>
                  <a:gd name="connsiteY40" fmla="*/ 2390470 h 4876800"/>
                  <a:gd name="connsiteX41" fmla="*/ 1068143 w 4286641"/>
                  <a:gd name="connsiteY41" fmla="*/ 2528726 h 4876800"/>
                  <a:gd name="connsiteX42" fmla="*/ 1979895 w 4286641"/>
                  <a:gd name="connsiteY42" fmla="*/ 3588896 h 4876800"/>
                  <a:gd name="connsiteX43" fmla="*/ 2060296 w 4286641"/>
                  <a:gd name="connsiteY43" fmla="*/ 3625777 h 4876800"/>
                  <a:gd name="connsiteX44" fmla="*/ 2097148 w 4286641"/>
                  <a:gd name="connsiteY44" fmla="*/ 3619157 h 4876800"/>
                  <a:gd name="connsiteX45" fmla="*/ 2166290 w 4286641"/>
                  <a:gd name="connsiteY45" fmla="*/ 3519754 h 4876800"/>
                  <a:gd name="connsiteX46" fmla="*/ 2166290 w 4286641"/>
                  <a:gd name="connsiteY46" fmla="*/ 3175197 h 4876800"/>
                  <a:gd name="connsiteX47" fmla="*/ 2703452 w 4286641"/>
                  <a:gd name="connsiteY47" fmla="*/ 3175197 h 4876800"/>
                  <a:gd name="connsiteX48" fmla="*/ 2703452 w 4286641"/>
                  <a:gd name="connsiteY48" fmla="*/ 3837832 h 4876800"/>
                  <a:gd name="connsiteX49" fmla="*/ 2703443 w 4286641"/>
                  <a:gd name="connsiteY49" fmla="*/ 3837832 h 4876800"/>
                  <a:gd name="connsiteX50" fmla="*/ 4074614 w 4286641"/>
                  <a:gd name="connsiteY50" fmla="*/ 2963190 h 4876800"/>
                  <a:gd name="connsiteX51" fmla="*/ 2060286 w 4286641"/>
                  <a:gd name="connsiteY51" fmla="*/ 2963190 h 4876800"/>
                  <a:gd name="connsiteX52" fmla="*/ 1954273 w 4286641"/>
                  <a:gd name="connsiteY52" fmla="*/ 3069203 h 4876800"/>
                  <a:gd name="connsiteX53" fmla="*/ 1954273 w 4286641"/>
                  <a:gd name="connsiteY53" fmla="*/ 3233900 h 4876800"/>
                  <a:gd name="connsiteX54" fmla="*/ 1288371 w 4286641"/>
                  <a:gd name="connsiteY54" fmla="*/ 2459603 h 4876800"/>
                  <a:gd name="connsiteX55" fmla="*/ 1954273 w 4286641"/>
                  <a:gd name="connsiteY55" fmla="*/ 1685306 h 4876800"/>
                  <a:gd name="connsiteX56" fmla="*/ 1954273 w 4286641"/>
                  <a:gd name="connsiteY56" fmla="*/ 1850003 h 4876800"/>
                  <a:gd name="connsiteX57" fmla="*/ 2060286 w 4286641"/>
                  <a:gd name="connsiteY57" fmla="*/ 1956016 h 4876800"/>
                  <a:gd name="connsiteX58" fmla="*/ 4074614 w 4286641"/>
                  <a:gd name="connsiteY58" fmla="*/ 1956016 h 4876800"/>
                  <a:gd name="connsiteX59" fmla="*/ 4074614 w 4286641"/>
                  <a:gd name="connsiteY59" fmla="*/ 2963190 h 4876800"/>
                  <a:gd name="connsiteX0" fmla="*/ 4180628 w 4286641"/>
                  <a:gd name="connsiteY0" fmla="*/ 1743989 h 4876800"/>
                  <a:gd name="connsiteX1" fmla="*/ 2915479 w 4286641"/>
                  <a:gd name="connsiteY1" fmla="*/ 1743989 h 4876800"/>
                  <a:gd name="connsiteX2" fmla="*/ 2915479 w 4286641"/>
                  <a:gd name="connsiteY2" fmla="*/ 361340 h 4876800"/>
                  <a:gd name="connsiteX3" fmla="*/ 2554138 w 4286641"/>
                  <a:gd name="connsiteY3" fmla="*/ 0 h 4876800"/>
                  <a:gd name="connsiteX4" fmla="*/ 361350 w 4286641"/>
                  <a:gd name="connsiteY4" fmla="*/ 0 h 4876800"/>
                  <a:gd name="connsiteX5" fmla="*/ 0 w 4286641"/>
                  <a:gd name="connsiteY5" fmla="*/ 361340 h 4876800"/>
                  <a:gd name="connsiteX6" fmla="*/ 0 w 4286641"/>
                  <a:gd name="connsiteY6" fmla="*/ 4515460 h 4876800"/>
                  <a:gd name="connsiteX7" fmla="*/ 361340 w 4286641"/>
                  <a:gd name="connsiteY7" fmla="*/ 4876800 h 4876800"/>
                  <a:gd name="connsiteX8" fmla="*/ 2554138 w 4286641"/>
                  <a:gd name="connsiteY8" fmla="*/ 4876800 h 4876800"/>
                  <a:gd name="connsiteX9" fmla="*/ 2915488 w 4286641"/>
                  <a:gd name="connsiteY9" fmla="*/ 4515460 h 4876800"/>
                  <a:gd name="connsiteX10" fmla="*/ 2915488 w 4286641"/>
                  <a:gd name="connsiteY10" fmla="*/ 3175225 h 4876800"/>
                  <a:gd name="connsiteX11" fmla="*/ 4180628 w 4286641"/>
                  <a:gd name="connsiteY11" fmla="*/ 3175225 h 4876800"/>
                  <a:gd name="connsiteX12" fmla="*/ 4286641 w 4286641"/>
                  <a:gd name="connsiteY12" fmla="*/ 3069212 h 4876800"/>
                  <a:gd name="connsiteX13" fmla="*/ 4286641 w 4286641"/>
                  <a:gd name="connsiteY13" fmla="*/ 1850012 h 4876800"/>
                  <a:gd name="connsiteX14" fmla="*/ 4180628 w 4286641"/>
                  <a:gd name="connsiteY14" fmla="*/ 1743989 h 4876800"/>
                  <a:gd name="connsiteX15" fmla="*/ 361350 w 4286641"/>
                  <a:gd name="connsiteY15" fmla="*/ 212036 h 4876800"/>
                  <a:gd name="connsiteX16" fmla="*/ 2554138 w 4286641"/>
                  <a:gd name="connsiteY16" fmla="*/ 212036 h 4876800"/>
                  <a:gd name="connsiteX17" fmla="*/ 2703452 w 4286641"/>
                  <a:gd name="connsiteY17" fmla="*/ 361340 h 4876800"/>
                  <a:gd name="connsiteX18" fmla="*/ 2703452 w 4286641"/>
                  <a:gd name="connsiteY18" fmla="*/ 869347 h 4876800"/>
                  <a:gd name="connsiteX19" fmla="*/ 212046 w 4286641"/>
                  <a:gd name="connsiteY19" fmla="*/ 869347 h 4876800"/>
                  <a:gd name="connsiteX20" fmla="*/ 212046 w 4286641"/>
                  <a:gd name="connsiteY20" fmla="*/ 361340 h 4876800"/>
                  <a:gd name="connsiteX21" fmla="*/ 361350 w 4286641"/>
                  <a:gd name="connsiteY21" fmla="*/ 212036 h 4876800"/>
                  <a:gd name="connsiteX22" fmla="*/ 2554138 w 4286641"/>
                  <a:gd name="connsiteY22" fmla="*/ 4664764 h 4876800"/>
                  <a:gd name="connsiteX23" fmla="*/ 361350 w 4286641"/>
                  <a:gd name="connsiteY23" fmla="*/ 4664764 h 4876800"/>
                  <a:gd name="connsiteX24" fmla="*/ 212046 w 4286641"/>
                  <a:gd name="connsiteY24" fmla="*/ 4515460 h 4876800"/>
                  <a:gd name="connsiteX25" fmla="*/ 212046 w 4286641"/>
                  <a:gd name="connsiteY25" fmla="*/ 4049859 h 4876800"/>
                  <a:gd name="connsiteX26" fmla="*/ 2703452 w 4286641"/>
                  <a:gd name="connsiteY26" fmla="*/ 4049859 h 4876800"/>
                  <a:gd name="connsiteX27" fmla="*/ 2703452 w 4286641"/>
                  <a:gd name="connsiteY27" fmla="*/ 4515460 h 4876800"/>
                  <a:gd name="connsiteX28" fmla="*/ 2554138 w 4286641"/>
                  <a:gd name="connsiteY28" fmla="*/ 4664764 h 4876800"/>
                  <a:gd name="connsiteX29" fmla="*/ 2703443 w 4286641"/>
                  <a:gd name="connsiteY29" fmla="*/ 3837832 h 4876800"/>
                  <a:gd name="connsiteX30" fmla="*/ 212036 w 4286641"/>
                  <a:gd name="connsiteY30" fmla="*/ 3837832 h 4876800"/>
                  <a:gd name="connsiteX31" fmla="*/ 212036 w 4286641"/>
                  <a:gd name="connsiteY31" fmla="*/ 1081373 h 4876800"/>
                  <a:gd name="connsiteX32" fmla="*/ 524789 w 4286641"/>
                  <a:gd name="connsiteY32" fmla="*/ 1081373 h 4876800"/>
                  <a:gd name="connsiteX33" fmla="*/ 736816 w 4286641"/>
                  <a:gd name="connsiteY33" fmla="*/ 1081373 h 4876800"/>
                  <a:gd name="connsiteX34" fmla="*/ 2703443 w 4286641"/>
                  <a:gd name="connsiteY34" fmla="*/ 1081373 h 4876800"/>
                  <a:gd name="connsiteX35" fmla="*/ 2703443 w 4286641"/>
                  <a:gd name="connsiteY35" fmla="*/ 1743980 h 4876800"/>
                  <a:gd name="connsiteX36" fmla="*/ 2166280 w 4286641"/>
                  <a:gd name="connsiteY36" fmla="*/ 1743980 h 4876800"/>
                  <a:gd name="connsiteX37" fmla="*/ 2166280 w 4286641"/>
                  <a:gd name="connsiteY37" fmla="*/ 1399423 h 4876800"/>
                  <a:gd name="connsiteX38" fmla="*/ 2097138 w 4286641"/>
                  <a:gd name="connsiteY38" fmla="*/ 1300020 h 4876800"/>
                  <a:gd name="connsiteX39" fmla="*/ 1979886 w 4286641"/>
                  <a:gd name="connsiteY39" fmla="*/ 1330290 h 4876800"/>
                  <a:gd name="connsiteX40" fmla="*/ 1068143 w 4286641"/>
                  <a:gd name="connsiteY40" fmla="*/ 2528726 h 4876800"/>
                  <a:gd name="connsiteX41" fmla="*/ 1979895 w 4286641"/>
                  <a:gd name="connsiteY41" fmla="*/ 3588896 h 4876800"/>
                  <a:gd name="connsiteX42" fmla="*/ 2060296 w 4286641"/>
                  <a:gd name="connsiteY42" fmla="*/ 3625777 h 4876800"/>
                  <a:gd name="connsiteX43" fmla="*/ 2097148 w 4286641"/>
                  <a:gd name="connsiteY43" fmla="*/ 3619157 h 4876800"/>
                  <a:gd name="connsiteX44" fmla="*/ 2166290 w 4286641"/>
                  <a:gd name="connsiteY44" fmla="*/ 3519754 h 4876800"/>
                  <a:gd name="connsiteX45" fmla="*/ 2166290 w 4286641"/>
                  <a:gd name="connsiteY45" fmla="*/ 3175197 h 4876800"/>
                  <a:gd name="connsiteX46" fmla="*/ 2703452 w 4286641"/>
                  <a:gd name="connsiteY46" fmla="*/ 3175197 h 4876800"/>
                  <a:gd name="connsiteX47" fmla="*/ 2703452 w 4286641"/>
                  <a:gd name="connsiteY47" fmla="*/ 3837832 h 4876800"/>
                  <a:gd name="connsiteX48" fmla="*/ 2703443 w 4286641"/>
                  <a:gd name="connsiteY48" fmla="*/ 3837832 h 4876800"/>
                  <a:gd name="connsiteX49" fmla="*/ 4074614 w 4286641"/>
                  <a:gd name="connsiteY49" fmla="*/ 2963190 h 4876800"/>
                  <a:gd name="connsiteX50" fmla="*/ 2060286 w 4286641"/>
                  <a:gd name="connsiteY50" fmla="*/ 2963190 h 4876800"/>
                  <a:gd name="connsiteX51" fmla="*/ 1954273 w 4286641"/>
                  <a:gd name="connsiteY51" fmla="*/ 3069203 h 4876800"/>
                  <a:gd name="connsiteX52" fmla="*/ 1954273 w 4286641"/>
                  <a:gd name="connsiteY52" fmla="*/ 3233900 h 4876800"/>
                  <a:gd name="connsiteX53" fmla="*/ 1288371 w 4286641"/>
                  <a:gd name="connsiteY53" fmla="*/ 2459603 h 4876800"/>
                  <a:gd name="connsiteX54" fmla="*/ 1954273 w 4286641"/>
                  <a:gd name="connsiteY54" fmla="*/ 1685306 h 4876800"/>
                  <a:gd name="connsiteX55" fmla="*/ 1954273 w 4286641"/>
                  <a:gd name="connsiteY55" fmla="*/ 1850003 h 4876800"/>
                  <a:gd name="connsiteX56" fmla="*/ 2060286 w 4286641"/>
                  <a:gd name="connsiteY56" fmla="*/ 1956016 h 4876800"/>
                  <a:gd name="connsiteX57" fmla="*/ 4074614 w 4286641"/>
                  <a:gd name="connsiteY57" fmla="*/ 1956016 h 4876800"/>
                  <a:gd name="connsiteX58" fmla="*/ 4074614 w 4286641"/>
                  <a:gd name="connsiteY58" fmla="*/ 2963190 h 4876800"/>
                  <a:gd name="connsiteX0" fmla="*/ 4180628 w 4286641"/>
                  <a:gd name="connsiteY0" fmla="*/ 1743989 h 4876800"/>
                  <a:gd name="connsiteX1" fmla="*/ 2915479 w 4286641"/>
                  <a:gd name="connsiteY1" fmla="*/ 1743989 h 4876800"/>
                  <a:gd name="connsiteX2" fmla="*/ 2915479 w 4286641"/>
                  <a:gd name="connsiteY2" fmla="*/ 361340 h 4876800"/>
                  <a:gd name="connsiteX3" fmla="*/ 2554138 w 4286641"/>
                  <a:gd name="connsiteY3" fmla="*/ 0 h 4876800"/>
                  <a:gd name="connsiteX4" fmla="*/ 361350 w 4286641"/>
                  <a:gd name="connsiteY4" fmla="*/ 0 h 4876800"/>
                  <a:gd name="connsiteX5" fmla="*/ 0 w 4286641"/>
                  <a:gd name="connsiteY5" fmla="*/ 361340 h 4876800"/>
                  <a:gd name="connsiteX6" fmla="*/ 0 w 4286641"/>
                  <a:gd name="connsiteY6" fmla="*/ 4515460 h 4876800"/>
                  <a:gd name="connsiteX7" fmla="*/ 361340 w 4286641"/>
                  <a:gd name="connsiteY7" fmla="*/ 4876800 h 4876800"/>
                  <a:gd name="connsiteX8" fmla="*/ 2554138 w 4286641"/>
                  <a:gd name="connsiteY8" fmla="*/ 4876800 h 4876800"/>
                  <a:gd name="connsiteX9" fmla="*/ 2915488 w 4286641"/>
                  <a:gd name="connsiteY9" fmla="*/ 4515460 h 4876800"/>
                  <a:gd name="connsiteX10" fmla="*/ 2915488 w 4286641"/>
                  <a:gd name="connsiteY10" fmla="*/ 3175225 h 4876800"/>
                  <a:gd name="connsiteX11" fmla="*/ 4180628 w 4286641"/>
                  <a:gd name="connsiteY11" fmla="*/ 3175225 h 4876800"/>
                  <a:gd name="connsiteX12" fmla="*/ 4286641 w 4286641"/>
                  <a:gd name="connsiteY12" fmla="*/ 3069212 h 4876800"/>
                  <a:gd name="connsiteX13" fmla="*/ 4286641 w 4286641"/>
                  <a:gd name="connsiteY13" fmla="*/ 1850012 h 4876800"/>
                  <a:gd name="connsiteX14" fmla="*/ 4180628 w 4286641"/>
                  <a:gd name="connsiteY14" fmla="*/ 1743989 h 4876800"/>
                  <a:gd name="connsiteX15" fmla="*/ 361350 w 4286641"/>
                  <a:gd name="connsiteY15" fmla="*/ 212036 h 4876800"/>
                  <a:gd name="connsiteX16" fmla="*/ 2554138 w 4286641"/>
                  <a:gd name="connsiteY16" fmla="*/ 212036 h 4876800"/>
                  <a:gd name="connsiteX17" fmla="*/ 2703452 w 4286641"/>
                  <a:gd name="connsiteY17" fmla="*/ 361340 h 4876800"/>
                  <a:gd name="connsiteX18" fmla="*/ 2703452 w 4286641"/>
                  <a:gd name="connsiteY18" fmla="*/ 869347 h 4876800"/>
                  <a:gd name="connsiteX19" fmla="*/ 212046 w 4286641"/>
                  <a:gd name="connsiteY19" fmla="*/ 869347 h 4876800"/>
                  <a:gd name="connsiteX20" fmla="*/ 212046 w 4286641"/>
                  <a:gd name="connsiteY20" fmla="*/ 361340 h 4876800"/>
                  <a:gd name="connsiteX21" fmla="*/ 361350 w 4286641"/>
                  <a:gd name="connsiteY21" fmla="*/ 212036 h 4876800"/>
                  <a:gd name="connsiteX22" fmla="*/ 2554138 w 4286641"/>
                  <a:gd name="connsiteY22" fmla="*/ 4664764 h 4876800"/>
                  <a:gd name="connsiteX23" fmla="*/ 361350 w 4286641"/>
                  <a:gd name="connsiteY23" fmla="*/ 4664764 h 4876800"/>
                  <a:gd name="connsiteX24" fmla="*/ 212046 w 4286641"/>
                  <a:gd name="connsiteY24" fmla="*/ 4515460 h 4876800"/>
                  <a:gd name="connsiteX25" fmla="*/ 212046 w 4286641"/>
                  <a:gd name="connsiteY25" fmla="*/ 4049859 h 4876800"/>
                  <a:gd name="connsiteX26" fmla="*/ 2703452 w 4286641"/>
                  <a:gd name="connsiteY26" fmla="*/ 4049859 h 4876800"/>
                  <a:gd name="connsiteX27" fmla="*/ 2703452 w 4286641"/>
                  <a:gd name="connsiteY27" fmla="*/ 4515460 h 4876800"/>
                  <a:gd name="connsiteX28" fmla="*/ 2554138 w 4286641"/>
                  <a:gd name="connsiteY28" fmla="*/ 4664764 h 4876800"/>
                  <a:gd name="connsiteX29" fmla="*/ 2703443 w 4286641"/>
                  <a:gd name="connsiteY29" fmla="*/ 3837832 h 4876800"/>
                  <a:gd name="connsiteX30" fmla="*/ 212036 w 4286641"/>
                  <a:gd name="connsiteY30" fmla="*/ 3837832 h 4876800"/>
                  <a:gd name="connsiteX31" fmla="*/ 212036 w 4286641"/>
                  <a:gd name="connsiteY31" fmla="*/ 1081373 h 4876800"/>
                  <a:gd name="connsiteX32" fmla="*/ 524789 w 4286641"/>
                  <a:gd name="connsiteY32" fmla="*/ 1081373 h 4876800"/>
                  <a:gd name="connsiteX33" fmla="*/ 736816 w 4286641"/>
                  <a:gd name="connsiteY33" fmla="*/ 1081373 h 4876800"/>
                  <a:gd name="connsiteX34" fmla="*/ 2703443 w 4286641"/>
                  <a:gd name="connsiteY34" fmla="*/ 1081373 h 4876800"/>
                  <a:gd name="connsiteX35" fmla="*/ 2703443 w 4286641"/>
                  <a:gd name="connsiteY35" fmla="*/ 1743980 h 4876800"/>
                  <a:gd name="connsiteX36" fmla="*/ 2166280 w 4286641"/>
                  <a:gd name="connsiteY36" fmla="*/ 1743980 h 4876800"/>
                  <a:gd name="connsiteX37" fmla="*/ 2166280 w 4286641"/>
                  <a:gd name="connsiteY37" fmla="*/ 1399423 h 4876800"/>
                  <a:gd name="connsiteX38" fmla="*/ 2097138 w 4286641"/>
                  <a:gd name="connsiteY38" fmla="*/ 1300020 h 4876800"/>
                  <a:gd name="connsiteX39" fmla="*/ 1979886 w 4286641"/>
                  <a:gd name="connsiteY39" fmla="*/ 1330290 h 4876800"/>
                  <a:gd name="connsiteX40" fmla="*/ 1068143 w 4286641"/>
                  <a:gd name="connsiteY40" fmla="*/ 2528726 h 4876800"/>
                  <a:gd name="connsiteX41" fmla="*/ 1979895 w 4286641"/>
                  <a:gd name="connsiteY41" fmla="*/ 3588896 h 4876800"/>
                  <a:gd name="connsiteX42" fmla="*/ 2060296 w 4286641"/>
                  <a:gd name="connsiteY42" fmla="*/ 3625777 h 4876800"/>
                  <a:gd name="connsiteX43" fmla="*/ 2097148 w 4286641"/>
                  <a:gd name="connsiteY43" fmla="*/ 3619157 h 4876800"/>
                  <a:gd name="connsiteX44" fmla="*/ 2166290 w 4286641"/>
                  <a:gd name="connsiteY44" fmla="*/ 3519754 h 4876800"/>
                  <a:gd name="connsiteX45" fmla="*/ 2166290 w 4286641"/>
                  <a:gd name="connsiteY45" fmla="*/ 3175197 h 4876800"/>
                  <a:gd name="connsiteX46" fmla="*/ 2703452 w 4286641"/>
                  <a:gd name="connsiteY46" fmla="*/ 3175197 h 4876800"/>
                  <a:gd name="connsiteX47" fmla="*/ 2703452 w 4286641"/>
                  <a:gd name="connsiteY47" fmla="*/ 3837832 h 4876800"/>
                  <a:gd name="connsiteX48" fmla="*/ 2703443 w 4286641"/>
                  <a:gd name="connsiteY48" fmla="*/ 3837832 h 4876800"/>
                  <a:gd name="connsiteX49" fmla="*/ 4074614 w 4286641"/>
                  <a:gd name="connsiteY49" fmla="*/ 2963190 h 4876800"/>
                  <a:gd name="connsiteX50" fmla="*/ 2060286 w 4286641"/>
                  <a:gd name="connsiteY50" fmla="*/ 2963190 h 4876800"/>
                  <a:gd name="connsiteX51" fmla="*/ 1954273 w 4286641"/>
                  <a:gd name="connsiteY51" fmla="*/ 3069203 h 4876800"/>
                  <a:gd name="connsiteX52" fmla="*/ 1954273 w 4286641"/>
                  <a:gd name="connsiteY52" fmla="*/ 3233900 h 4876800"/>
                  <a:gd name="connsiteX53" fmla="*/ 1954273 w 4286641"/>
                  <a:gd name="connsiteY53" fmla="*/ 1685306 h 4876800"/>
                  <a:gd name="connsiteX54" fmla="*/ 1954273 w 4286641"/>
                  <a:gd name="connsiteY54" fmla="*/ 1850003 h 4876800"/>
                  <a:gd name="connsiteX55" fmla="*/ 2060286 w 4286641"/>
                  <a:gd name="connsiteY55" fmla="*/ 1956016 h 4876800"/>
                  <a:gd name="connsiteX56" fmla="*/ 4074614 w 4286641"/>
                  <a:gd name="connsiteY56" fmla="*/ 1956016 h 4876800"/>
                  <a:gd name="connsiteX57" fmla="*/ 4074614 w 4286641"/>
                  <a:gd name="connsiteY57" fmla="*/ 2963190 h 4876800"/>
                  <a:gd name="connsiteX0" fmla="*/ 4180628 w 4286641"/>
                  <a:gd name="connsiteY0" fmla="*/ 1743989 h 4876800"/>
                  <a:gd name="connsiteX1" fmla="*/ 2915479 w 4286641"/>
                  <a:gd name="connsiteY1" fmla="*/ 1743989 h 4876800"/>
                  <a:gd name="connsiteX2" fmla="*/ 2915479 w 4286641"/>
                  <a:gd name="connsiteY2" fmla="*/ 361340 h 4876800"/>
                  <a:gd name="connsiteX3" fmla="*/ 2554138 w 4286641"/>
                  <a:gd name="connsiteY3" fmla="*/ 0 h 4876800"/>
                  <a:gd name="connsiteX4" fmla="*/ 361350 w 4286641"/>
                  <a:gd name="connsiteY4" fmla="*/ 0 h 4876800"/>
                  <a:gd name="connsiteX5" fmla="*/ 0 w 4286641"/>
                  <a:gd name="connsiteY5" fmla="*/ 361340 h 4876800"/>
                  <a:gd name="connsiteX6" fmla="*/ 0 w 4286641"/>
                  <a:gd name="connsiteY6" fmla="*/ 4515460 h 4876800"/>
                  <a:gd name="connsiteX7" fmla="*/ 361340 w 4286641"/>
                  <a:gd name="connsiteY7" fmla="*/ 4876800 h 4876800"/>
                  <a:gd name="connsiteX8" fmla="*/ 2554138 w 4286641"/>
                  <a:gd name="connsiteY8" fmla="*/ 4876800 h 4876800"/>
                  <a:gd name="connsiteX9" fmla="*/ 2915488 w 4286641"/>
                  <a:gd name="connsiteY9" fmla="*/ 4515460 h 4876800"/>
                  <a:gd name="connsiteX10" fmla="*/ 2915488 w 4286641"/>
                  <a:gd name="connsiteY10" fmla="*/ 3175225 h 4876800"/>
                  <a:gd name="connsiteX11" fmla="*/ 4180628 w 4286641"/>
                  <a:gd name="connsiteY11" fmla="*/ 3175225 h 4876800"/>
                  <a:gd name="connsiteX12" fmla="*/ 4286641 w 4286641"/>
                  <a:gd name="connsiteY12" fmla="*/ 3069212 h 4876800"/>
                  <a:gd name="connsiteX13" fmla="*/ 4286641 w 4286641"/>
                  <a:gd name="connsiteY13" fmla="*/ 1850012 h 4876800"/>
                  <a:gd name="connsiteX14" fmla="*/ 4180628 w 4286641"/>
                  <a:gd name="connsiteY14" fmla="*/ 1743989 h 4876800"/>
                  <a:gd name="connsiteX15" fmla="*/ 361350 w 4286641"/>
                  <a:gd name="connsiteY15" fmla="*/ 212036 h 4876800"/>
                  <a:gd name="connsiteX16" fmla="*/ 2554138 w 4286641"/>
                  <a:gd name="connsiteY16" fmla="*/ 212036 h 4876800"/>
                  <a:gd name="connsiteX17" fmla="*/ 2703452 w 4286641"/>
                  <a:gd name="connsiteY17" fmla="*/ 361340 h 4876800"/>
                  <a:gd name="connsiteX18" fmla="*/ 2703452 w 4286641"/>
                  <a:gd name="connsiteY18" fmla="*/ 869347 h 4876800"/>
                  <a:gd name="connsiteX19" fmla="*/ 212046 w 4286641"/>
                  <a:gd name="connsiteY19" fmla="*/ 869347 h 4876800"/>
                  <a:gd name="connsiteX20" fmla="*/ 212046 w 4286641"/>
                  <a:gd name="connsiteY20" fmla="*/ 361340 h 4876800"/>
                  <a:gd name="connsiteX21" fmla="*/ 361350 w 4286641"/>
                  <a:gd name="connsiteY21" fmla="*/ 212036 h 4876800"/>
                  <a:gd name="connsiteX22" fmla="*/ 2554138 w 4286641"/>
                  <a:gd name="connsiteY22" fmla="*/ 4664764 h 4876800"/>
                  <a:gd name="connsiteX23" fmla="*/ 361350 w 4286641"/>
                  <a:gd name="connsiteY23" fmla="*/ 4664764 h 4876800"/>
                  <a:gd name="connsiteX24" fmla="*/ 212046 w 4286641"/>
                  <a:gd name="connsiteY24" fmla="*/ 4515460 h 4876800"/>
                  <a:gd name="connsiteX25" fmla="*/ 212046 w 4286641"/>
                  <a:gd name="connsiteY25" fmla="*/ 4049859 h 4876800"/>
                  <a:gd name="connsiteX26" fmla="*/ 2703452 w 4286641"/>
                  <a:gd name="connsiteY26" fmla="*/ 4049859 h 4876800"/>
                  <a:gd name="connsiteX27" fmla="*/ 2703452 w 4286641"/>
                  <a:gd name="connsiteY27" fmla="*/ 4515460 h 4876800"/>
                  <a:gd name="connsiteX28" fmla="*/ 2554138 w 4286641"/>
                  <a:gd name="connsiteY28" fmla="*/ 4664764 h 4876800"/>
                  <a:gd name="connsiteX29" fmla="*/ 2703443 w 4286641"/>
                  <a:gd name="connsiteY29" fmla="*/ 3837832 h 4876800"/>
                  <a:gd name="connsiteX30" fmla="*/ 212036 w 4286641"/>
                  <a:gd name="connsiteY30" fmla="*/ 3837832 h 4876800"/>
                  <a:gd name="connsiteX31" fmla="*/ 212036 w 4286641"/>
                  <a:gd name="connsiteY31" fmla="*/ 1081373 h 4876800"/>
                  <a:gd name="connsiteX32" fmla="*/ 524789 w 4286641"/>
                  <a:gd name="connsiteY32" fmla="*/ 1081373 h 4876800"/>
                  <a:gd name="connsiteX33" fmla="*/ 736816 w 4286641"/>
                  <a:gd name="connsiteY33" fmla="*/ 1081373 h 4876800"/>
                  <a:gd name="connsiteX34" fmla="*/ 2703443 w 4286641"/>
                  <a:gd name="connsiteY34" fmla="*/ 1081373 h 4876800"/>
                  <a:gd name="connsiteX35" fmla="*/ 2703443 w 4286641"/>
                  <a:gd name="connsiteY35" fmla="*/ 1743980 h 4876800"/>
                  <a:gd name="connsiteX36" fmla="*/ 2166280 w 4286641"/>
                  <a:gd name="connsiteY36" fmla="*/ 1743980 h 4876800"/>
                  <a:gd name="connsiteX37" fmla="*/ 2166280 w 4286641"/>
                  <a:gd name="connsiteY37" fmla="*/ 1399423 h 4876800"/>
                  <a:gd name="connsiteX38" fmla="*/ 2097138 w 4286641"/>
                  <a:gd name="connsiteY38" fmla="*/ 1300020 h 4876800"/>
                  <a:gd name="connsiteX39" fmla="*/ 1979886 w 4286641"/>
                  <a:gd name="connsiteY39" fmla="*/ 1330290 h 4876800"/>
                  <a:gd name="connsiteX40" fmla="*/ 1068143 w 4286641"/>
                  <a:gd name="connsiteY40" fmla="*/ 2528726 h 4876800"/>
                  <a:gd name="connsiteX41" fmla="*/ 1979895 w 4286641"/>
                  <a:gd name="connsiteY41" fmla="*/ 3588896 h 4876800"/>
                  <a:gd name="connsiteX42" fmla="*/ 2060296 w 4286641"/>
                  <a:gd name="connsiteY42" fmla="*/ 3625777 h 4876800"/>
                  <a:gd name="connsiteX43" fmla="*/ 2097148 w 4286641"/>
                  <a:gd name="connsiteY43" fmla="*/ 3619157 h 4876800"/>
                  <a:gd name="connsiteX44" fmla="*/ 2166290 w 4286641"/>
                  <a:gd name="connsiteY44" fmla="*/ 3519754 h 4876800"/>
                  <a:gd name="connsiteX45" fmla="*/ 2166290 w 4286641"/>
                  <a:gd name="connsiteY45" fmla="*/ 3175197 h 4876800"/>
                  <a:gd name="connsiteX46" fmla="*/ 2703452 w 4286641"/>
                  <a:gd name="connsiteY46" fmla="*/ 3175197 h 4876800"/>
                  <a:gd name="connsiteX47" fmla="*/ 2703452 w 4286641"/>
                  <a:gd name="connsiteY47" fmla="*/ 3837832 h 4876800"/>
                  <a:gd name="connsiteX48" fmla="*/ 2703443 w 4286641"/>
                  <a:gd name="connsiteY48" fmla="*/ 3837832 h 4876800"/>
                  <a:gd name="connsiteX49" fmla="*/ 4074614 w 4286641"/>
                  <a:gd name="connsiteY49" fmla="*/ 2963190 h 4876800"/>
                  <a:gd name="connsiteX50" fmla="*/ 2060286 w 4286641"/>
                  <a:gd name="connsiteY50" fmla="*/ 2963190 h 4876800"/>
                  <a:gd name="connsiteX51" fmla="*/ 1954273 w 4286641"/>
                  <a:gd name="connsiteY51" fmla="*/ 3069203 h 4876800"/>
                  <a:gd name="connsiteX52" fmla="*/ 1954273 w 4286641"/>
                  <a:gd name="connsiteY52" fmla="*/ 3233900 h 4876800"/>
                  <a:gd name="connsiteX53" fmla="*/ 1954273 w 4286641"/>
                  <a:gd name="connsiteY53" fmla="*/ 1685306 h 4876800"/>
                  <a:gd name="connsiteX54" fmla="*/ 2060286 w 4286641"/>
                  <a:gd name="connsiteY54" fmla="*/ 1956016 h 4876800"/>
                  <a:gd name="connsiteX55" fmla="*/ 4074614 w 4286641"/>
                  <a:gd name="connsiteY55" fmla="*/ 1956016 h 4876800"/>
                  <a:gd name="connsiteX56" fmla="*/ 4074614 w 4286641"/>
                  <a:gd name="connsiteY56" fmla="*/ 2963190 h 4876800"/>
                  <a:gd name="connsiteX0" fmla="*/ 4180628 w 4286641"/>
                  <a:gd name="connsiteY0" fmla="*/ 1743989 h 4876800"/>
                  <a:gd name="connsiteX1" fmla="*/ 2915479 w 4286641"/>
                  <a:gd name="connsiteY1" fmla="*/ 1743989 h 4876800"/>
                  <a:gd name="connsiteX2" fmla="*/ 2915479 w 4286641"/>
                  <a:gd name="connsiteY2" fmla="*/ 361340 h 4876800"/>
                  <a:gd name="connsiteX3" fmla="*/ 2554138 w 4286641"/>
                  <a:gd name="connsiteY3" fmla="*/ 0 h 4876800"/>
                  <a:gd name="connsiteX4" fmla="*/ 361350 w 4286641"/>
                  <a:gd name="connsiteY4" fmla="*/ 0 h 4876800"/>
                  <a:gd name="connsiteX5" fmla="*/ 0 w 4286641"/>
                  <a:gd name="connsiteY5" fmla="*/ 361340 h 4876800"/>
                  <a:gd name="connsiteX6" fmla="*/ 0 w 4286641"/>
                  <a:gd name="connsiteY6" fmla="*/ 4515460 h 4876800"/>
                  <a:gd name="connsiteX7" fmla="*/ 361340 w 4286641"/>
                  <a:gd name="connsiteY7" fmla="*/ 4876800 h 4876800"/>
                  <a:gd name="connsiteX8" fmla="*/ 2554138 w 4286641"/>
                  <a:gd name="connsiteY8" fmla="*/ 4876800 h 4876800"/>
                  <a:gd name="connsiteX9" fmla="*/ 2915488 w 4286641"/>
                  <a:gd name="connsiteY9" fmla="*/ 4515460 h 4876800"/>
                  <a:gd name="connsiteX10" fmla="*/ 2915488 w 4286641"/>
                  <a:gd name="connsiteY10" fmla="*/ 3175225 h 4876800"/>
                  <a:gd name="connsiteX11" fmla="*/ 4180628 w 4286641"/>
                  <a:gd name="connsiteY11" fmla="*/ 3175225 h 4876800"/>
                  <a:gd name="connsiteX12" fmla="*/ 4286641 w 4286641"/>
                  <a:gd name="connsiteY12" fmla="*/ 3069212 h 4876800"/>
                  <a:gd name="connsiteX13" fmla="*/ 4286641 w 4286641"/>
                  <a:gd name="connsiteY13" fmla="*/ 1850012 h 4876800"/>
                  <a:gd name="connsiteX14" fmla="*/ 4180628 w 4286641"/>
                  <a:gd name="connsiteY14" fmla="*/ 1743989 h 4876800"/>
                  <a:gd name="connsiteX15" fmla="*/ 361350 w 4286641"/>
                  <a:gd name="connsiteY15" fmla="*/ 212036 h 4876800"/>
                  <a:gd name="connsiteX16" fmla="*/ 2554138 w 4286641"/>
                  <a:gd name="connsiteY16" fmla="*/ 212036 h 4876800"/>
                  <a:gd name="connsiteX17" fmla="*/ 2703452 w 4286641"/>
                  <a:gd name="connsiteY17" fmla="*/ 361340 h 4876800"/>
                  <a:gd name="connsiteX18" fmla="*/ 2703452 w 4286641"/>
                  <a:gd name="connsiteY18" fmla="*/ 869347 h 4876800"/>
                  <a:gd name="connsiteX19" fmla="*/ 212046 w 4286641"/>
                  <a:gd name="connsiteY19" fmla="*/ 869347 h 4876800"/>
                  <a:gd name="connsiteX20" fmla="*/ 212046 w 4286641"/>
                  <a:gd name="connsiteY20" fmla="*/ 361340 h 4876800"/>
                  <a:gd name="connsiteX21" fmla="*/ 361350 w 4286641"/>
                  <a:gd name="connsiteY21" fmla="*/ 212036 h 4876800"/>
                  <a:gd name="connsiteX22" fmla="*/ 2554138 w 4286641"/>
                  <a:gd name="connsiteY22" fmla="*/ 4664764 h 4876800"/>
                  <a:gd name="connsiteX23" fmla="*/ 361350 w 4286641"/>
                  <a:gd name="connsiteY23" fmla="*/ 4664764 h 4876800"/>
                  <a:gd name="connsiteX24" fmla="*/ 212046 w 4286641"/>
                  <a:gd name="connsiteY24" fmla="*/ 4515460 h 4876800"/>
                  <a:gd name="connsiteX25" fmla="*/ 212046 w 4286641"/>
                  <a:gd name="connsiteY25" fmla="*/ 4049859 h 4876800"/>
                  <a:gd name="connsiteX26" fmla="*/ 2703452 w 4286641"/>
                  <a:gd name="connsiteY26" fmla="*/ 4049859 h 4876800"/>
                  <a:gd name="connsiteX27" fmla="*/ 2703452 w 4286641"/>
                  <a:gd name="connsiteY27" fmla="*/ 4515460 h 4876800"/>
                  <a:gd name="connsiteX28" fmla="*/ 2554138 w 4286641"/>
                  <a:gd name="connsiteY28" fmla="*/ 4664764 h 4876800"/>
                  <a:gd name="connsiteX29" fmla="*/ 2703443 w 4286641"/>
                  <a:gd name="connsiteY29" fmla="*/ 3837832 h 4876800"/>
                  <a:gd name="connsiteX30" fmla="*/ 212036 w 4286641"/>
                  <a:gd name="connsiteY30" fmla="*/ 3837832 h 4876800"/>
                  <a:gd name="connsiteX31" fmla="*/ 212036 w 4286641"/>
                  <a:gd name="connsiteY31" fmla="*/ 1081373 h 4876800"/>
                  <a:gd name="connsiteX32" fmla="*/ 524789 w 4286641"/>
                  <a:gd name="connsiteY32" fmla="*/ 1081373 h 4876800"/>
                  <a:gd name="connsiteX33" fmla="*/ 736816 w 4286641"/>
                  <a:gd name="connsiteY33" fmla="*/ 1081373 h 4876800"/>
                  <a:gd name="connsiteX34" fmla="*/ 2703443 w 4286641"/>
                  <a:gd name="connsiteY34" fmla="*/ 1081373 h 4876800"/>
                  <a:gd name="connsiteX35" fmla="*/ 2703443 w 4286641"/>
                  <a:gd name="connsiteY35" fmla="*/ 1743980 h 4876800"/>
                  <a:gd name="connsiteX36" fmla="*/ 2166280 w 4286641"/>
                  <a:gd name="connsiteY36" fmla="*/ 1743980 h 4876800"/>
                  <a:gd name="connsiteX37" fmla="*/ 2166280 w 4286641"/>
                  <a:gd name="connsiteY37" fmla="*/ 1399423 h 4876800"/>
                  <a:gd name="connsiteX38" fmla="*/ 2097138 w 4286641"/>
                  <a:gd name="connsiteY38" fmla="*/ 1300020 h 4876800"/>
                  <a:gd name="connsiteX39" fmla="*/ 1979886 w 4286641"/>
                  <a:gd name="connsiteY39" fmla="*/ 1330290 h 4876800"/>
                  <a:gd name="connsiteX40" fmla="*/ 1068143 w 4286641"/>
                  <a:gd name="connsiteY40" fmla="*/ 2528726 h 4876800"/>
                  <a:gd name="connsiteX41" fmla="*/ 1979895 w 4286641"/>
                  <a:gd name="connsiteY41" fmla="*/ 3588896 h 4876800"/>
                  <a:gd name="connsiteX42" fmla="*/ 2060296 w 4286641"/>
                  <a:gd name="connsiteY42" fmla="*/ 3625777 h 4876800"/>
                  <a:gd name="connsiteX43" fmla="*/ 2097148 w 4286641"/>
                  <a:gd name="connsiteY43" fmla="*/ 3619157 h 4876800"/>
                  <a:gd name="connsiteX44" fmla="*/ 2166290 w 4286641"/>
                  <a:gd name="connsiteY44" fmla="*/ 3519754 h 4876800"/>
                  <a:gd name="connsiteX45" fmla="*/ 2166290 w 4286641"/>
                  <a:gd name="connsiteY45" fmla="*/ 3175197 h 4876800"/>
                  <a:gd name="connsiteX46" fmla="*/ 2703452 w 4286641"/>
                  <a:gd name="connsiteY46" fmla="*/ 3175197 h 4876800"/>
                  <a:gd name="connsiteX47" fmla="*/ 2703452 w 4286641"/>
                  <a:gd name="connsiteY47" fmla="*/ 3837832 h 4876800"/>
                  <a:gd name="connsiteX48" fmla="*/ 2703443 w 4286641"/>
                  <a:gd name="connsiteY48" fmla="*/ 3837832 h 4876800"/>
                  <a:gd name="connsiteX49" fmla="*/ 4074614 w 4286641"/>
                  <a:gd name="connsiteY49" fmla="*/ 2963190 h 4876800"/>
                  <a:gd name="connsiteX50" fmla="*/ 2060286 w 4286641"/>
                  <a:gd name="connsiteY50" fmla="*/ 2963190 h 4876800"/>
                  <a:gd name="connsiteX51" fmla="*/ 1954273 w 4286641"/>
                  <a:gd name="connsiteY51" fmla="*/ 3069203 h 4876800"/>
                  <a:gd name="connsiteX52" fmla="*/ 1954273 w 4286641"/>
                  <a:gd name="connsiteY52" fmla="*/ 3233900 h 4876800"/>
                  <a:gd name="connsiteX53" fmla="*/ 1954273 w 4286641"/>
                  <a:gd name="connsiteY53" fmla="*/ 1685306 h 4876800"/>
                  <a:gd name="connsiteX54" fmla="*/ 4074614 w 4286641"/>
                  <a:gd name="connsiteY54" fmla="*/ 1956016 h 4876800"/>
                  <a:gd name="connsiteX55" fmla="*/ 4074614 w 4286641"/>
                  <a:gd name="connsiteY55" fmla="*/ 2963190 h 4876800"/>
                  <a:gd name="connsiteX0" fmla="*/ 4180628 w 4286641"/>
                  <a:gd name="connsiteY0" fmla="*/ 1743989 h 4876800"/>
                  <a:gd name="connsiteX1" fmla="*/ 2915479 w 4286641"/>
                  <a:gd name="connsiteY1" fmla="*/ 1743989 h 4876800"/>
                  <a:gd name="connsiteX2" fmla="*/ 2915479 w 4286641"/>
                  <a:gd name="connsiteY2" fmla="*/ 361340 h 4876800"/>
                  <a:gd name="connsiteX3" fmla="*/ 2554138 w 4286641"/>
                  <a:gd name="connsiteY3" fmla="*/ 0 h 4876800"/>
                  <a:gd name="connsiteX4" fmla="*/ 361350 w 4286641"/>
                  <a:gd name="connsiteY4" fmla="*/ 0 h 4876800"/>
                  <a:gd name="connsiteX5" fmla="*/ 0 w 4286641"/>
                  <a:gd name="connsiteY5" fmla="*/ 361340 h 4876800"/>
                  <a:gd name="connsiteX6" fmla="*/ 0 w 4286641"/>
                  <a:gd name="connsiteY6" fmla="*/ 4515460 h 4876800"/>
                  <a:gd name="connsiteX7" fmla="*/ 361340 w 4286641"/>
                  <a:gd name="connsiteY7" fmla="*/ 4876800 h 4876800"/>
                  <a:gd name="connsiteX8" fmla="*/ 2554138 w 4286641"/>
                  <a:gd name="connsiteY8" fmla="*/ 4876800 h 4876800"/>
                  <a:gd name="connsiteX9" fmla="*/ 2915488 w 4286641"/>
                  <a:gd name="connsiteY9" fmla="*/ 4515460 h 4876800"/>
                  <a:gd name="connsiteX10" fmla="*/ 2915488 w 4286641"/>
                  <a:gd name="connsiteY10" fmla="*/ 3175225 h 4876800"/>
                  <a:gd name="connsiteX11" fmla="*/ 4180628 w 4286641"/>
                  <a:gd name="connsiteY11" fmla="*/ 3175225 h 4876800"/>
                  <a:gd name="connsiteX12" fmla="*/ 4286641 w 4286641"/>
                  <a:gd name="connsiteY12" fmla="*/ 3069212 h 4876800"/>
                  <a:gd name="connsiteX13" fmla="*/ 4286641 w 4286641"/>
                  <a:gd name="connsiteY13" fmla="*/ 1850012 h 4876800"/>
                  <a:gd name="connsiteX14" fmla="*/ 4180628 w 4286641"/>
                  <a:gd name="connsiteY14" fmla="*/ 1743989 h 4876800"/>
                  <a:gd name="connsiteX15" fmla="*/ 361350 w 4286641"/>
                  <a:gd name="connsiteY15" fmla="*/ 212036 h 4876800"/>
                  <a:gd name="connsiteX16" fmla="*/ 2554138 w 4286641"/>
                  <a:gd name="connsiteY16" fmla="*/ 212036 h 4876800"/>
                  <a:gd name="connsiteX17" fmla="*/ 2703452 w 4286641"/>
                  <a:gd name="connsiteY17" fmla="*/ 361340 h 4876800"/>
                  <a:gd name="connsiteX18" fmla="*/ 2703452 w 4286641"/>
                  <a:gd name="connsiteY18" fmla="*/ 869347 h 4876800"/>
                  <a:gd name="connsiteX19" fmla="*/ 212046 w 4286641"/>
                  <a:gd name="connsiteY19" fmla="*/ 869347 h 4876800"/>
                  <a:gd name="connsiteX20" fmla="*/ 212046 w 4286641"/>
                  <a:gd name="connsiteY20" fmla="*/ 361340 h 4876800"/>
                  <a:gd name="connsiteX21" fmla="*/ 361350 w 4286641"/>
                  <a:gd name="connsiteY21" fmla="*/ 212036 h 4876800"/>
                  <a:gd name="connsiteX22" fmla="*/ 2554138 w 4286641"/>
                  <a:gd name="connsiteY22" fmla="*/ 4664764 h 4876800"/>
                  <a:gd name="connsiteX23" fmla="*/ 361350 w 4286641"/>
                  <a:gd name="connsiteY23" fmla="*/ 4664764 h 4876800"/>
                  <a:gd name="connsiteX24" fmla="*/ 212046 w 4286641"/>
                  <a:gd name="connsiteY24" fmla="*/ 4515460 h 4876800"/>
                  <a:gd name="connsiteX25" fmla="*/ 212046 w 4286641"/>
                  <a:gd name="connsiteY25" fmla="*/ 4049859 h 4876800"/>
                  <a:gd name="connsiteX26" fmla="*/ 2703452 w 4286641"/>
                  <a:gd name="connsiteY26" fmla="*/ 4049859 h 4876800"/>
                  <a:gd name="connsiteX27" fmla="*/ 2703452 w 4286641"/>
                  <a:gd name="connsiteY27" fmla="*/ 4515460 h 4876800"/>
                  <a:gd name="connsiteX28" fmla="*/ 2554138 w 4286641"/>
                  <a:gd name="connsiteY28" fmla="*/ 4664764 h 4876800"/>
                  <a:gd name="connsiteX29" fmla="*/ 2703443 w 4286641"/>
                  <a:gd name="connsiteY29" fmla="*/ 3837832 h 4876800"/>
                  <a:gd name="connsiteX30" fmla="*/ 212036 w 4286641"/>
                  <a:gd name="connsiteY30" fmla="*/ 3837832 h 4876800"/>
                  <a:gd name="connsiteX31" fmla="*/ 212036 w 4286641"/>
                  <a:gd name="connsiteY31" fmla="*/ 1081373 h 4876800"/>
                  <a:gd name="connsiteX32" fmla="*/ 524789 w 4286641"/>
                  <a:gd name="connsiteY32" fmla="*/ 1081373 h 4876800"/>
                  <a:gd name="connsiteX33" fmla="*/ 736816 w 4286641"/>
                  <a:gd name="connsiteY33" fmla="*/ 1081373 h 4876800"/>
                  <a:gd name="connsiteX34" fmla="*/ 2703443 w 4286641"/>
                  <a:gd name="connsiteY34" fmla="*/ 1081373 h 4876800"/>
                  <a:gd name="connsiteX35" fmla="*/ 2703443 w 4286641"/>
                  <a:gd name="connsiteY35" fmla="*/ 1743980 h 4876800"/>
                  <a:gd name="connsiteX36" fmla="*/ 2166280 w 4286641"/>
                  <a:gd name="connsiteY36" fmla="*/ 1743980 h 4876800"/>
                  <a:gd name="connsiteX37" fmla="*/ 2166280 w 4286641"/>
                  <a:gd name="connsiteY37" fmla="*/ 1399423 h 4876800"/>
                  <a:gd name="connsiteX38" fmla="*/ 2097138 w 4286641"/>
                  <a:gd name="connsiteY38" fmla="*/ 1300020 h 4876800"/>
                  <a:gd name="connsiteX39" fmla="*/ 1979886 w 4286641"/>
                  <a:gd name="connsiteY39" fmla="*/ 1330290 h 4876800"/>
                  <a:gd name="connsiteX40" fmla="*/ 1068143 w 4286641"/>
                  <a:gd name="connsiteY40" fmla="*/ 2528726 h 4876800"/>
                  <a:gd name="connsiteX41" fmla="*/ 1979895 w 4286641"/>
                  <a:gd name="connsiteY41" fmla="*/ 3588896 h 4876800"/>
                  <a:gd name="connsiteX42" fmla="*/ 2060296 w 4286641"/>
                  <a:gd name="connsiteY42" fmla="*/ 3625777 h 4876800"/>
                  <a:gd name="connsiteX43" fmla="*/ 2097148 w 4286641"/>
                  <a:gd name="connsiteY43" fmla="*/ 3619157 h 4876800"/>
                  <a:gd name="connsiteX44" fmla="*/ 2166290 w 4286641"/>
                  <a:gd name="connsiteY44" fmla="*/ 3519754 h 4876800"/>
                  <a:gd name="connsiteX45" fmla="*/ 2166290 w 4286641"/>
                  <a:gd name="connsiteY45" fmla="*/ 3175197 h 4876800"/>
                  <a:gd name="connsiteX46" fmla="*/ 2703452 w 4286641"/>
                  <a:gd name="connsiteY46" fmla="*/ 3175197 h 4876800"/>
                  <a:gd name="connsiteX47" fmla="*/ 2703452 w 4286641"/>
                  <a:gd name="connsiteY47" fmla="*/ 3837832 h 4876800"/>
                  <a:gd name="connsiteX48" fmla="*/ 2703443 w 4286641"/>
                  <a:gd name="connsiteY48" fmla="*/ 3837832 h 4876800"/>
                  <a:gd name="connsiteX49" fmla="*/ 4074614 w 4286641"/>
                  <a:gd name="connsiteY49" fmla="*/ 2963190 h 4876800"/>
                  <a:gd name="connsiteX50" fmla="*/ 2060286 w 4286641"/>
                  <a:gd name="connsiteY50" fmla="*/ 2963190 h 4876800"/>
                  <a:gd name="connsiteX51" fmla="*/ 1954273 w 4286641"/>
                  <a:gd name="connsiteY51" fmla="*/ 3233900 h 4876800"/>
                  <a:gd name="connsiteX52" fmla="*/ 1954273 w 4286641"/>
                  <a:gd name="connsiteY52" fmla="*/ 1685306 h 4876800"/>
                  <a:gd name="connsiteX53" fmla="*/ 4074614 w 4286641"/>
                  <a:gd name="connsiteY53" fmla="*/ 1956016 h 4876800"/>
                  <a:gd name="connsiteX54" fmla="*/ 4074614 w 4286641"/>
                  <a:gd name="connsiteY54" fmla="*/ 2963190 h 4876800"/>
                  <a:gd name="connsiteX0" fmla="*/ 4180628 w 4286641"/>
                  <a:gd name="connsiteY0" fmla="*/ 1743989 h 4876800"/>
                  <a:gd name="connsiteX1" fmla="*/ 2915479 w 4286641"/>
                  <a:gd name="connsiteY1" fmla="*/ 1743989 h 4876800"/>
                  <a:gd name="connsiteX2" fmla="*/ 2915479 w 4286641"/>
                  <a:gd name="connsiteY2" fmla="*/ 361340 h 4876800"/>
                  <a:gd name="connsiteX3" fmla="*/ 2554138 w 4286641"/>
                  <a:gd name="connsiteY3" fmla="*/ 0 h 4876800"/>
                  <a:gd name="connsiteX4" fmla="*/ 361350 w 4286641"/>
                  <a:gd name="connsiteY4" fmla="*/ 0 h 4876800"/>
                  <a:gd name="connsiteX5" fmla="*/ 0 w 4286641"/>
                  <a:gd name="connsiteY5" fmla="*/ 361340 h 4876800"/>
                  <a:gd name="connsiteX6" fmla="*/ 0 w 4286641"/>
                  <a:gd name="connsiteY6" fmla="*/ 4515460 h 4876800"/>
                  <a:gd name="connsiteX7" fmla="*/ 361340 w 4286641"/>
                  <a:gd name="connsiteY7" fmla="*/ 4876800 h 4876800"/>
                  <a:gd name="connsiteX8" fmla="*/ 2554138 w 4286641"/>
                  <a:gd name="connsiteY8" fmla="*/ 4876800 h 4876800"/>
                  <a:gd name="connsiteX9" fmla="*/ 2915488 w 4286641"/>
                  <a:gd name="connsiteY9" fmla="*/ 4515460 h 4876800"/>
                  <a:gd name="connsiteX10" fmla="*/ 2915488 w 4286641"/>
                  <a:gd name="connsiteY10" fmla="*/ 3175225 h 4876800"/>
                  <a:gd name="connsiteX11" fmla="*/ 4180628 w 4286641"/>
                  <a:gd name="connsiteY11" fmla="*/ 3175225 h 4876800"/>
                  <a:gd name="connsiteX12" fmla="*/ 4286641 w 4286641"/>
                  <a:gd name="connsiteY12" fmla="*/ 3069212 h 4876800"/>
                  <a:gd name="connsiteX13" fmla="*/ 4286641 w 4286641"/>
                  <a:gd name="connsiteY13" fmla="*/ 1850012 h 4876800"/>
                  <a:gd name="connsiteX14" fmla="*/ 4180628 w 4286641"/>
                  <a:gd name="connsiteY14" fmla="*/ 1743989 h 4876800"/>
                  <a:gd name="connsiteX15" fmla="*/ 361350 w 4286641"/>
                  <a:gd name="connsiteY15" fmla="*/ 212036 h 4876800"/>
                  <a:gd name="connsiteX16" fmla="*/ 2554138 w 4286641"/>
                  <a:gd name="connsiteY16" fmla="*/ 212036 h 4876800"/>
                  <a:gd name="connsiteX17" fmla="*/ 2703452 w 4286641"/>
                  <a:gd name="connsiteY17" fmla="*/ 361340 h 4876800"/>
                  <a:gd name="connsiteX18" fmla="*/ 2703452 w 4286641"/>
                  <a:gd name="connsiteY18" fmla="*/ 869347 h 4876800"/>
                  <a:gd name="connsiteX19" fmla="*/ 212046 w 4286641"/>
                  <a:gd name="connsiteY19" fmla="*/ 869347 h 4876800"/>
                  <a:gd name="connsiteX20" fmla="*/ 212046 w 4286641"/>
                  <a:gd name="connsiteY20" fmla="*/ 361340 h 4876800"/>
                  <a:gd name="connsiteX21" fmla="*/ 361350 w 4286641"/>
                  <a:gd name="connsiteY21" fmla="*/ 212036 h 4876800"/>
                  <a:gd name="connsiteX22" fmla="*/ 2554138 w 4286641"/>
                  <a:gd name="connsiteY22" fmla="*/ 4664764 h 4876800"/>
                  <a:gd name="connsiteX23" fmla="*/ 361350 w 4286641"/>
                  <a:gd name="connsiteY23" fmla="*/ 4664764 h 4876800"/>
                  <a:gd name="connsiteX24" fmla="*/ 212046 w 4286641"/>
                  <a:gd name="connsiteY24" fmla="*/ 4515460 h 4876800"/>
                  <a:gd name="connsiteX25" fmla="*/ 212046 w 4286641"/>
                  <a:gd name="connsiteY25" fmla="*/ 4049859 h 4876800"/>
                  <a:gd name="connsiteX26" fmla="*/ 2703452 w 4286641"/>
                  <a:gd name="connsiteY26" fmla="*/ 4049859 h 4876800"/>
                  <a:gd name="connsiteX27" fmla="*/ 2703452 w 4286641"/>
                  <a:gd name="connsiteY27" fmla="*/ 4515460 h 4876800"/>
                  <a:gd name="connsiteX28" fmla="*/ 2554138 w 4286641"/>
                  <a:gd name="connsiteY28" fmla="*/ 4664764 h 4876800"/>
                  <a:gd name="connsiteX29" fmla="*/ 2703443 w 4286641"/>
                  <a:gd name="connsiteY29" fmla="*/ 3837832 h 4876800"/>
                  <a:gd name="connsiteX30" fmla="*/ 212036 w 4286641"/>
                  <a:gd name="connsiteY30" fmla="*/ 3837832 h 4876800"/>
                  <a:gd name="connsiteX31" fmla="*/ 212036 w 4286641"/>
                  <a:gd name="connsiteY31" fmla="*/ 1081373 h 4876800"/>
                  <a:gd name="connsiteX32" fmla="*/ 524789 w 4286641"/>
                  <a:gd name="connsiteY32" fmla="*/ 1081373 h 4876800"/>
                  <a:gd name="connsiteX33" fmla="*/ 736816 w 4286641"/>
                  <a:gd name="connsiteY33" fmla="*/ 1081373 h 4876800"/>
                  <a:gd name="connsiteX34" fmla="*/ 2703443 w 4286641"/>
                  <a:gd name="connsiteY34" fmla="*/ 1081373 h 4876800"/>
                  <a:gd name="connsiteX35" fmla="*/ 2703443 w 4286641"/>
                  <a:gd name="connsiteY35" fmla="*/ 1743980 h 4876800"/>
                  <a:gd name="connsiteX36" fmla="*/ 2166280 w 4286641"/>
                  <a:gd name="connsiteY36" fmla="*/ 1743980 h 4876800"/>
                  <a:gd name="connsiteX37" fmla="*/ 2166280 w 4286641"/>
                  <a:gd name="connsiteY37" fmla="*/ 1399423 h 4876800"/>
                  <a:gd name="connsiteX38" fmla="*/ 2097138 w 4286641"/>
                  <a:gd name="connsiteY38" fmla="*/ 1300020 h 4876800"/>
                  <a:gd name="connsiteX39" fmla="*/ 1979886 w 4286641"/>
                  <a:gd name="connsiteY39" fmla="*/ 1330290 h 4876800"/>
                  <a:gd name="connsiteX40" fmla="*/ 1068143 w 4286641"/>
                  <a:gd name="connsiteY40" fmla="*/ 2528726 h 4876800"/>
                  <a:gd name="connsiteX41" fmla="*/ 1979895 w 4286641"/>
                  <a:gd name="connsiteY41" fmla="*/ 3588896 h 4876800"/>
                  <a:gd name="connsiteX42" fmla="*/ 2060296 w 4286641"/>
                  <a:gd name="connsiteY42" fmla="*/ 3625777 h 4876800"/>
                  <a:gd name="connsiteX43" fmla="*/ 2097148 w 4286641"/>
                  <a:gd name="connsiteY43" fmla="*/ 3619157 h 4876800"/>
                  <a:gd name="connsiteX44" fmla="*/ 2166290 w 4286641"/>
                  <a:gd name="connsiteY44" fmla="*/ 3519754 h 4876800"/>
                  <a:gd name="connsiteX45" fmla="*/ 2166290 w 4286641"/>
                  <a:gd name="connsiteY45" fmla="*/ 3175197 h 4876800"/>
                  <a:gd name="connsiteX46" fmla="*/ 2703452 w 4286641"/>
                  <a:gd name="connsiteY46" fmla="*/ 3175197 h 4876800"/>
                  <a:gd name="connsiteX47" fmla="*/ 2703452 w 4286641"/>
                  <a:gd name="connsiteY47" fmla="*/ 3837832 h 4876800"/>
                  <a:gd name="connsiteX48" fmla="*/ 2703443 w 4286641"/>
                  <a:gd name="connsiteY48" fmla="*/ 3837832 h 4876800"/>
                  <a:gd name="connsiteX49" fmla="*/ 4074614 w 4286641"/>
                  <a:gd name="connsiteY49" fmla="*/ 2963190 h 4876800"/>
                  <a:gd name="connsiteX50" fmla="*/ 2060286 w 4286641"/>
                  <a:gd name="connsiteY50" fmla="*/ 2963190 h 4876800"/>
                  <a:gd name="connsiteX51" fmla="*/ 1954273 w 4286641"/>
                  <a:gd name="connsiteY51" fmla="*/ 1685306 h 4876800"/>
                  <a:gd name="connsiteX52" fmla="*/ 4074614 w 4286641"/>
                  <a:gd name="connsiteY52" fmla="*/ 1956016 h 4876800"/>
                  <a:gd name="connsiteX53" fmla="*/ 4074614 w 4286641"/>
                  <a:gd name="connsiteY53" fmla="*/ 2963190 h 4876800"/>
                  <a:gd name="connsiteX0" fmla="*/ 4180628 w 4286641"/>
                  <a:gd name="connsiteY0" fmla="*/ 1743989 h 4876800"/>
                  <a:gd name="connsiteX1" fmla="*/ 2915479 w 4286641"/>
                  <a:gd name="connsiteY1" fmla="*/ 1743989 h 4876800"/>
                  <a:gd name="connsiteX2" fmla="*/ 2915479 w 4286641"/>
                  <a:gd name="connsiteY2" fmla="*/ 361340 h 4876800"/>
                  <a:gd name="connsiteX3" fmla="*/ 2554138 w 4286641"/>
                  <a:gd name="connsiteY3" fmla="*/ 0 h 4876800"/>
                  <a:gd name="connsiteX4" fmla="*/ 361350 w 4286641"/>
                  <a:gd name="connsiteY4" fmla="*/ 0 h 4876800"/>
                  <a:gd name="connsiteX5" fmla="*/ 0 w 4286641"/>
                  <a:gd name="connsiteY5" fmla="*/ 361340 h 4876800"/>
                  <a:gd name="connsiteX6" fmla="*/ 0 w 4286641"/>
                  <a:gd name="connsiteY6" fmla="*/ 4515460 h 4876800"/>
                  <a:gd name="connsiteX7" fmla="*/ 361340 w 4286641"/>
                  <a:gd name="connsiteY7" fmla="*/ 4876800 h 4876800"/>
                  <a:gd name="connsiteX8" fmla="*/ 2554138 w 4286641"/>
                  <a:gd name="connsiteY8" fmla="*/ 4876800 h 4876800"/>
                  <a:gd name="connsiteX9" fmla="*/ 2915488 w 4286641"/>
                  <a:gd name="connsiteY9" fmla="*/ 4515460 h 4876800"/>
                  <a:gd name="connsiteX10" fmla="*/ 2915488 w 4286641"/>
                  <a:gd name="connsiteY10" fmla="*/ 3175225 h 4876800"/>
                  <a:gd name="connsiteX11" fmla="*/ 4180628 w 4286641"/>
                  <a:gd name="connsiteY11" fmla="*/ 3175225 h 4876800"/>
                  <a:gd name="connsiteX12" fmla="*/ 4286641 w 4286641"/>
                  <a:gd name="connsiteY12" fmla="*/ 3069212 h 4876800"/>
                  <a:gd name="connsiteX13" fmla="*/ 4286641 w 4286641"/>
                  <a:gd name="connsiteY13" fmla="*/ 1850012 h 4876800"/>
                  <a:gd name="connsiteX14" fmla="*/ 4180628 w 4286641"/>
                  <a:gd name="connsiteY14" fmla="*/ 1743989 h 4876800"/>
                  <a:gd name="connsiteX15" fmla="*/ 361350 w 4286641"/>
                  <a:gd name="connsiteY15" fmla="*/ 212036 h 4876800"/>
                  <a:gd name="connsiteX16" fmla="*/ 2554138 w 4286641"/>
                  <a:gd name="connsiteY16" fmla="*/ 212036 h 4876800"/>
                  <a:gd name="connsiteX17" fmla="*/ 2703452 w 4286641"/>
                  <a:gd name="connsiteY17" fmla="*/ 361340 h 4876800"/>
                  <a:gd name="connsiteX18" fmla="*/ 2703452 w 4286641"/>
                  <a:gd name="connsiteY18" fmla="*/ 869347 h 4876800"/>
                  <a:gd name="connsiteX19" fmla="*/ 212046 w 4286641"/>
                  <a:gd name="connsiteY19" fmla="*/ 869347 h 4876800"/>
                  <a:gd name="connsiteX20" fmla="*/ 212046 w 4286641"/>
                  <a:gd name="connsiteY20" fmla="*/ 361340 h 4876800"/>
                  <a:gd name="connsiteX21" fmla="*/ 361350 w 4286641"/>
                  <a:gd name="connsiteY21" fmla="*/ 212036 h 4876800"/>
                  <a:gd name="connsiteX22" fmla="*/ 2554138 w 4286641"/>
                  <a:gd name="connsiteY22" fmla="*/ 4664764 h 4876800"/>
                  <a:gd name="connsiteX23" fmla="*/ 361350 w 4286641"/>
                  <a:gd name="connsiteY23" fmla="*/ 4664764 h 4876800"/>
                  <a:gd name="connsiteX24" fmla="*/ 212046 w 4286641"/>
                  <a:gd name="connsiteY24" fmla="*/ 4515460 h 4876800"/>
                  <a:gd name="connsiteX25" fmla="*/ 212046 w 4286641"/>
                  <a:gd name="connsiteY25" fmla="*/ 4049859 h 4876800"/>
                  <a:gd name="connsiteX26" fmla="*/ 2703452 w 4286641"/>
                  <a:gd name="connsiteY26" fmla="*/ 4049859 h 4876800"/>
                  <a:gd name="connsiteX27" fmla="*/ 2703452 w 4286641"/>
                  <a:gd name="connsiteY27" fmla="*/ 4515460 h 4876800"/>
                  <a:gd name="connsiteX28" fmla="*/ 2554138 w 4286641"/>
                  <a:gd name="connsiteY28" fmla="*/ 4664764 h 4876800"/>
                  <a:gd name="connsiteX29" fmla="*/ 2703443 w 4286641"/>
                  <a:gd name="connsiteY29" fmla="*/ 3837832 h 4876800"/>
                  <a:gd name="connsiteX30" fmla="*/ 212036 w 4286641"/>
                  <a:gd name="connsiteY30" fmla="*/ 3837832 h 4876800"/>
                  <a:gd name="connsiteX31" fmla="*/ 212036 w 4286641"/>
                  <a:gd name="connsiteY31" fmla="*/ 1081373 h 4876800"/>
                  <a:gd name="connsiteX32" fmla="*/ 524789 w 4286641"/>
                  <a:gd name="connsiteY32" fmla="*/ 1081373 h 4876800"/>
                  <a:gd name="connsiteX33" fmla="*/ 736816 w 4286641"/>
                  <a:gd name="connsiteY33" fmla="*/ 1081373 h 4876800"/>
                  <a:gd name="connsiteX34" fmla="*/ 2703443 w 4286641"/>
                  <a:gd name="connsiteY34" fmla="*/ 1081373 h 4876800"/>
                  <a:gd name="connsiteX35" fmla="*/ 2703443 w 4286641"/>
                  <a:gd name="connsiteY35" fmla="*/ 1743980 h 4876800"/>
                  <a:gd name="connsiteX36" fmla="*/ 2166280 w 4286641"/>
                  <a:gd name="connsiteY36" fmla="*/ 1743980 h 4876800"/>
                  <a:gd name="connsiteX37" fmla="*/ 2166280 w 4286641"/>
                  <a:gd name="connsiteY37" fmla="*/ 1399423 h 4876800"/>
                  <a:gd name="connsiteX38" fmla="*/ 2097138 w 4286641"/>
                  <a:gd name="connsiteY38" fmla="*/ 1300020 h 4876800"/>
                  <a:gd name="connsiteX39" fmla="*/ 1979886 w 4286641"/>
                  <a:gd name="connsiteY39" fmla="*/ 1330290 h 4876800"/>
                  <a:gd name="connsiteX40" fmla="*/ 1068143 w 4286641"/>
                  <a:gd name="connsiteY40" fmla="*/ 2528726 h 4876800"/>
                  <a:gd name="connsiteX41" fmla="*/ 1979895 w 4286641"/>
                  <a:gd name="connsiteY41" fmla="*/ 3588896 h 4876800"/>
                  <a:gd name="connsiteX42" fmla="*/ 2060296 w 4286641"/>
                  <a:gd name="connsiteY42" fmla="*/ 3625777 h 4876800"/>
                  <a:gd name="connsiteX43" fmla="*/ 2097148 w 4286641"/>
                  <a:gd name="connsiteY43" fmla="*/ 3619157 h 4876800"/>
                  <a:gd name="connsiteX44" fmla="*/ 2166290 w 4286641"/>
                  <a:gd name="connsiteY44" fmla="*/ 3519754 h 4876800"/>
                  <a:gd name="connsiteX45" fmla="*/ 2166290 w 4286641"/>
                  <a:gd name="connsiteY45" fmla="*/ 3175197 h 4876800"/>
                  <a:gd name="connsiteX46" fmla="*/ 2703452 w 4286641"/>
                  <a:gd name="connsiteY46" fmla="*/ 3175197 h 4876800"/>
                  <a:gd name="connsiteX47" fmla="*/ 2703452 w 4286641"/>
                  <a:gd name="connsiteY47" fmla="*/ 3837832 h 4876800"/>
                  <a:gd name="connsiteX48" fmla="*/ 2703443 w 4286641"/>
                  <a:gd name="connsiteY48" fmla="*/ 3837832 h 4876800"/>
                  <a:gd name="connsiteX49" fmla="*/ 4074614 w 4286641"/>
                  <a:gd name="connsiteY49" fmla="*/ 2963190 h 4876800"/>
                  <a:gd name="connsiteX50" fmla="*/ 1954273 w 4286641"/>
                  <a:gd name="connsiteY50" fmla="*/ 1685306 h 4876800"/>
                  <a:gd name="connsiteX51" fmla="*/ 4074614 w 4286641"/>
                  <a:gd name="connsiteY51" fmla="*/ 1956016 h 4876800"/>
                  <a:gd name="connsiteX52" fmla="*/ 4074614 w 4286641"/>
                  <a:gd name="connsiteY52" fmla="*/ 2963190 h 4876800"/>
                  <a:gd name="connsiteX0" fmla="*/ 4180628 w 4286641"/>
                  <a:gd name="connsiteY0" fmla="*/ 1743989 h 4876800"/>
                  <a:gd name="connsiteX1" fmla="*/ 2915479 w 4286641"/>
                  <a:gd name="connsiteY1" fmla="*/ 1743989 h 4876800"/>
                  <a:gd name="connsiteX2" fmla="*/ 2915479 w 4286641"/>
                  <a:gd name="connsiteY2" fmla="*/ 361340 h 4876800"/>
                  <a:gd name="connsiteX3" fmla="*/ 2554138 w 4286641"/>
                  <a:gd name="connsiteY3" fmla="*/ 0 h 4876800"/>
                  <a:gd name="connsiteX4" fmla="*/ 361350 w 4286641"/>
                  <a:gd name="connsiteY4" fmla="*/ 0 h 4876800"/>
                  <a:gd name="connsiteX5" fmla="*/ 0 w 4286641"/>
                  <a:gd name="connsiteY5" fmla="*/ 361340 h 4876800"/>
                  <a:gd name="connsiteX6" fmla="*/ 0 w 4286641"/>
                  <a:gd name="connsiteY6" fmla="*/ 4515460 h 4876800"/>
                  <a:gd name="connsiteX7" fmla="*/ 361340 w 4286641"/>
                  <a:gd name="connsiteY7" fmla="*/ 4876800 h 4876800"/>
                  <a:gd name="connsiteX8" fmla="*/ 2554138 w 4286641"/>
                  <a:gd name="connsiteY8" fmla="*/ 4876800 h 4876800"/>
                  <a:gd name="connsiteX9" fmla="*/ 2915488 w 4286641"/>
                  <a:gd name="connsiteY9" fmla="*/ 4515460 h 4876800"/>
                  <a:gd name="connsiteX10" fmla="*/ 2915488 w 4286641"/>
                  <a:gd name="connsiteY10" fmla="*/ 3175225 h 4876800"/>
                  <a:gd name="connsiteX11" fmla="*/ 4180628 w 4286641"/>
                  <a:gd name="connsiteY11" fmla="*/ 3175225 h 4876800"/>
                  <a:gd name="connsiteX12" fmla="*/ 4286641 w 4286641"/>
                  <a:gd name="connsiteY12" fmla="*/ 3069212 h 4876800"/>
                  <a:gd name="connsiteX13" fmla="*/ 4286641 w 4286641"/>
                  <a:gd name="connsiteY13" fmla="*/ 1850012 h 4876800"/>
                  <a:gd name="connsiteX14" fmla="*/ 4180628 w 4286641"/>
                  <a:gd name="connsiteY14" fmla="*/ 1743989 h 4876800"/>
                  <a:gd name="connsiteX15" fmla="*/ 361350 w 4286641"/>
                  <a:gd name="connsiteY15" fmla="*/ 212036 h 4876800"/>
                  <a:gd name="connsiteX16" fmla="*/ 2554138 w 4286641"/>
                  <a:gd name="connsiteY16" fmla="*/ 212036 h 4876800"/>
                  <a:gd name="connsiteX17" fmla="*/ 2703452 w 4286641"/>
                  <a:gd name="connsiteY17" fmla="*/ 361340 h 4876800"/>
                  <a:gd name="connsiteX18" fmla="*/ 2703452 w 4286641"/>
                  <a:gd name="connsiteY18" fmla="*/ 869347 h 4876800"/>
                  <a:gd name="connsiteX19" fmla="*/ 212046 w 4286641"/>
                  <a:gd name="connsiteY19" fmla="*/ 869347 h 4876800"/>
                  <a:gd name="connsiteX20" fmla="*/ 212046 w 4286641"/>
                  <a:gd name="connsiteY20" fmla="*/ 361340 h 4876800"/>
                  <a:gd name="connsiteX21" fmla="*/ 361350 w 4286641"/>
                  <a:gd name="connsiteY21" fmla="*/ 212036 h 4876800"/>
                  <a:gd name="connsiteX22" fmla="*/ 2554138 w 4286641"/>
                  <a:gd name="connsiteY22" fmla="*/ 4664764 h 4876800"/>
                  <a:gd name="connsiteX23" fmla="*/ 361350 w 4286641"/>
                  <a:gd name="connsiteY23" fmla="*/ 4664764 h 4876800"/>
                  <a:gd name="connsiteX24" fmla="*/ 212046 w 4286641"/>
                  <a:gd name="connsiteY24" fmla="*/ 4515460 h 4876800"/>
                  <a:gd name="connsiteX25" fmla="*/ 212046 w 4286641"/>
                  <a:gd name="connsiteY25" fmla="*/ 4049859 h 4876800"/>
                  <a:gd name="connsiteX26" fmla="*/ 2703452 w 4286641"/>
                  <a:gd name="connsiteY26" fmla="*/ 4049859 h 4876800"/>
                  <a:gd name="connsiteX27" fmla="*/ 2703452 w 4286641"/>
                  <a:gd name="connsiteY27" fmla="*/ 4515460 h 4876800"/>
                  <a:gd name="connsiteX28" fmla="*/ 2554138 w 4286641"/>
                  <a:gd name="connsiteY28" fmla="*/ 4664764 h 4876800"/>
                  <a:gd name="connsiteX29" fmla="*/ 2703443 w 4286641"/>
                  <a:gd name="connsiteY29" fmla="*/ 3837832 h 4876800"/>
                  <a:gd name="connsiteX30" fmla="*/ 212036 w 4286641"/>
                  <a:gd name="connsiteY30" fmla="*/ 3837832 h 4876800"/>
                  <a:gd name="connsiteX31" fmla="*/ 212036 w 4286641"/>
                  <a:gd name="connsiteY31" fmla="*/ 1081373 h 4876800"/>
                  <a:gd name="connsiteX32" fmla="*/ 524789 w 4286641"/>
                  <a:gd name="connsiteY32" fmla="*/ 1081373 h 4876800"/>
                  <a:gd name="connsiteX33" fmla="*/ 736816 w 4286641"/>
                  <a:gd name="connsiteY33" fmla="*/ 1081373 h 4876800"/>
                  <a:gd name="connsiteX34" fmla="*/ 2703443 w 4286641"/>
                  <a:gd name="connsiteY34" fmla="*/ 1081373 h 4876800"/>
                  <a:gd name="connsiteX35" fmla="*/ 2703443 w 4286641"/>
                  <a:gd name="connsiteY35" fmla="*/ 1743980 h 4876800"/>
                  <a:gd name="connsiteX36" fmla="*/ 2166280 w 4286641"/>
                  <a:gd name="connsiteY36" fmla="*/ 1743980 h 4876800"/>
                  <a:gd name="connsiteX37" fmla="*/ 2166280 w 4286641"/>
                  <a:gd name="connsiteY37" fmla="*/ 1399423 h 4876800"/>
                  <a:gd name="connsiteX38" fmla="*/ 2097138 w 4286641"/>
                  <a:gd name="connsiteY38" fmla="*/ 1300020 h 4876800"/>
                  <a:gd name="connsiteX39" fmla="*/ 1979886 w 4286641"/>
                  <a:gd name="connsiteY39" fmla="*/ 1330290 h 4876800"/>
                  <a:gd name="connsiteX40" fmla="*/ 1979895 w 4286641"/>
                  <a:gd name="connsiteY40" fmla="*/ 3588896 h 4876800"/>
                  <a:gd name="connsiteX41" fmla="*/ 2060296 w 4286641"/>
                  <a:gd name="connsiteY41" fmla="*/ 3625777 h 4876800"/>
                  <a:gd name="connsiteX42" fmla="*/ 2097148 w 4286641"/>
                  <a:gd name="connsiteY42" fmla="*/ 3619157 h 4876800"/>
                  <a:gd name="connsiteX43" fmla="*/ 2166290 w 4286641"/>
                  <a:gd name="connsiteY43" fmla="*/ 3519754 h 4876800"/>
                  <a:gd name="connsiteX44" fmla="*/ 2166290 w 4286641"/>
                  <a:gd name="connsiteY44" fmla="*/ 3175197 h 4876800"/>
                  <a:gd name="connsiteX45" fmla="*/ 2703452 w 4286641"/>
                  <a:gd name="connsiteY45" fmla="*/ 3175197 h 4876800"/>
                  <a:gd name="connsiteX46" fmla="*/ 2703452 w 4286641"/>
                  <a:gd name="connsiteY46" fmla="*/ 3837832 h 4876800"/>
                  <a:gd name="connsiteX47" fmla="*/ 2703443 w 4286641"/>
                  <a:gd name="connsiteY47" fmla="*/ 3837832 h 4876800"/>
                  <a:gd name="connsiteX48" fmla="*/ 4074614 w 4286641"/>
                  <a:gd name="connsiteY48" fmla="*/ 2963190 h 4876800"/>
                  <a:gd name="connsiteX49" fmla="*/ 1954273 w 4286641"/>
                  <a:gd name="connsiteY49" fmla="*/ 1685306 h 4876800"/>
                  <a:gd name="connsiteX50" fmla="*/ 4074614 w 4286641"/>
                  <a:gd name="connsiteY50" fmla="*/ 1956016 h 4876800"/>
                  <a:gd name="connsiteX51" fmla="*/ 4074614 w 4286641"/>
                  <a:gd name="connsiteY51" fmla="*/ 2963190 h 4876800"/>
                  <a:gd name="connsiteX0" fmla="*/ 4180628 w 4286641"/>
                  <a:gd name="connsiteY0" fmla="*/ 1743989 h 4876800"/>
                  <a:gd name="connsiteX1" fmla="*/ 2915479 w 4286641"/>
                  <a:gd name="connsiteY1" fmla="*/ 1743989 h 4876800"/>
                  <a:gd name="connsiteX2" fmla="*/ 2915479 w 4286641"/>
                  <a:gd name="connsiteY2" fmla="*/ 361340 h 4876800"/>
                  <a:gd name="connsiteX3" fmla="*/ 2554138 w 4286641"/>
                  <a:gd name="connsiteY3" fmla="*/ 0 h 4876800"/>
                  <a:gd name="connsiteX4" fmla="*/ 361350 w 4286641"/>
                  <a:gd name="connsiteY4" fmla="*/ 0 h 4876800"/>
                  <a:gd name="connsiteX5" fmla="*/ 0 w 4286641"/>
                  <a:gd name="connsiteY5" fmla="*/ 361340 h 4876800"/>
                  <a:gd name="connsiteX6" fmla="*/ 0 w 4286641"/>
                  <a:gd name="connsiteY6" fmla="*/ 4515460 h 4876800"/>
                  <a:gd name="connsiteX7" fmla="*/ 361340 w 4286641"/>
                  <a:gd name="connsiteY7" fmla="*/ 4876800 h 4876800"/>
                  <a:gd name="connsiteX8" fmla="*/ 2554138 w 4286641"/>
                  <a:gd name="connsiteY8" fmla="*/ 4876800 h 4876800"/>
                  <a:gd name="connsiteX9" fmla="*/ 2915488 w 4286641"/>
                  <a:gd name="connsiteY9" fmla="*/ 4515460 h 4876800"/>
                  <a:gd name="connsiteX10" fmla="*/ 2915488 w 4286641"/>
                  <a:gd name="connsiteY10" fmla="*/ 3175225 h 4876800"/>
                  <a:gd name="connsiteX11" fmla="*/ 4180628 w 4286641"/>
                  <a:gd name="connsiteY11" fmla="*/ 3175225 h 4876800"/>
                  <a:gd name="connsiteX12" fmla="*/ 4286641 w 4286641"/>
                  <a:gd name="connsiteY12" fmla="*/ 3069212 h 4876800"/>
                  <a:gd name="connsiteX13" fmla="*/ 4286641 w 4286641"/>
                  <a:gd name="connsiteY13" fmla="*/ 1850012 h 4876800"/>
                  <a:gd name="connsiteX14" fmla="*/ 4180628 w 4286641"/>
                  <a:gd name="connsiteY14" fmla="*/ 1743989 h 4876800"/>
                  <a:gd name="connsiteX15" fmla="*/ 361350 w 4286641"/>
                  <a:gd name="connsiteY15" fmla="*/ 212036 h 4876800"/>
                  <a:gd name="connsiteX16" fmla="*/ 2554138 w 4286641"/>
                  <a:gd name="connsiteY16" fmla="*/ 212036 h 4876800"/>
                  <a:gd name="connsiteX17" fmla="*/ 2703452 w 4286641"/>
                  <a:gd name="connsiteY17" fmla="*/ 361340 h 4876800"/>
                  <a:gd name="connsiteX18" fmla="*/ 2703452 w 4286641"/>
                  <a:gd name="connsiteY18" fmla="*/ 869347 h 4876800"/>
                  <a:gd name="connsiteX19" fmla="*/ 212046 w 4286641"/>
                  <a:gd name="connsiteY19" fmla="*/ 869347 h 4876800"/>
                  <a:gd name="connsiteX20" fmla="*/ 212046 w 4286641"/>
                  <a:gd name="connsiteY20" fmla="*/ 361340 h 4876800"/>
                  <a:gd name="connsiteX21" fmla="*/ 361350 w 4286641"/>
                  <a:gd name="connsiteY21" fmla="*/ 212036 h 4876800"/>
                  <a:gd name="connsiteX22" fmla="*/ 2554138 w 4286641"/>
                  <a:gd name="connsiteY22" fmla="*/ 4664764 h 4876800"/>
                  <a:gd name="connsiteX23" fmla="*/ 361350 w 4286641"/>
                  <a:gd name="connsiteY23" fmla="*/ 4664764 h 4876800"/>
                  <a:gd name="connsiteX24" fmla="*/ 212046 w 4286641"/>
                  <a:gd name="connsiteY24" fmla="*/ 4515460 h 4876800"/>
                  <a:gd name="connsiteX25" fmla="*/ 212046 w 4286641"/>
                  <a:gd name="connsiteY25" fmla="*/ 4049859 h 4876800"/>
                  <a:gd name="connsiteX26" fmla="*/ 2703452 w 4286641"/>
                  <a:gd name="connsiteY26" fmla="*/ 4049859 h 4876800"/>
                  <a:gd name="connsiteX27" fmla="*/ 2703452 w 4286641"/>
                  <a:gd name="connsiteY27" fmla="*/ 4515460 h 4876800"/>
                  <a:gd name="connsiteX28" fmla="*/ 2554138 w 4286641"/>
                  <a:gd name="connsiteY28" fmla="*/ 4664764 h 4876800"/>
                  <a:gd name="connsiteX29" fmla="*/ 2703443 w 4286641"/>
                  <a:gd name="connsiteY29" fmla="*/ 3837832 h 4876800"/>
                  <a:gd name="connsiteX30" fmla="*/ 212036 w 4286641"/>
                  <a:gd name="connsiteY30" fmla="*/ 3837832 h 4876800"/>
                  <a:gd name="connsiteX31" fmla="*/ 212036 w 4286641"/>
                  <a:gd name="connsiteY31" fmla="*/ 1081373 h 4876800"/>
                  <a:gd name="connsiteX32" fmla="*/ 524789 w 4286641"/>
                  <a:gd name="connsiteY32" fmla="*/ 1081373 h 4876800"/>
                  <a:gd name="connsiteX33" fmla="*/ 736816 w 4286641"/>
                  <a:gd name="connsiteY33" fmla="*/ 1081373 h 4876800"/>
                  <a:gd name="connsiteX34" fmla="*/ 2703443 w 4286641"/>
                  <a:gd name="connsiteY34" fmla="*/ 1081373 h 4876800"/>
                  <a:gd name="connsiteX35" fmla="*/ 2703443 w 4286641"/>
                  <a:gd name="connsiteY35" fmla="*/ 1743980 h 4876800"/>
                  <a:gd name="connsiteX36" fmla="*/ 2166280 w 4286641"/>
                  <a:gd name="connsiteY36" fmla="*/ 1743980 h 4876800"/>
                  <a:gd name="connsiteX37" fmla="*/ 2166280 w 4286641"/>
                  <a:gd name="connsiteY37" fmla="*/ 1399423 h 4876800"/>
                  <a:gd name="connsiteX38" fmla="*/ 2097138 w 4286641"/>
                  <a:gd name="connsiteY38" fmla="*/ 1300020 h 4876800"/>
                  <a:gd name="connsiteX39" fmla="*/ 1979886 w 4286641"/>
                  <a:gd name="connsiteY39" fmla="*/ 1330290 h 4876800"/>
                  <a:gd name="connsiteX40" fmla="*/ 1979895 w 4286641"/>
                  <a:gd name="connsiteY40" fmla="*/ 3588896 h 4876800"/>
                  <a:gd name="connsiteX41" fmla="*/ 2060296 w 4286641"/>
                  <a:gd name="connsiteY41" fmla="*/ 3625777 h 4876800"/>
                  <a:gd name="connsiteX42" fmla="*/ 2097148 w 4286641"/>
                  <a:gd name="connsiteY42" fmla="*/ 3619157 h 4876800"/>
                  <a:gd name="connsiteX43" fmla="*/ 2166290 w 4286641"/>
                  <a:gd name="connsiteY43" fmla="*/ 3519754 h 4876800"/>
                  <a:gd name="connsiteX44" fmla="*/ 2166290 w 4286641"/>
                  <a:gd name="connsiteY44" fmla="*/ 3175197 h 4876800"/>
                  <a:gd name="connsiteX45" fmla="*/ 2703452 w 4286641"/>
                  <a:gd name="connsiteY45" fmla="*/ 3175197 h 4876800"/>
                  <a:gd name="connsiteX46" fmla="*/ 2703452 w 4286641"/>
                  <a:gd name="connsiteY46" fmla="*/ 3837832 h 4876800"/>
                  <a:gd name="connsiteX47" fmla="*/ 2703443 w 4286641"/>
                  <a:gd name="connsiteY47" fmla="*/ 3837832 h 4876800"/>
                  <a:gd name="connsiteX48" fmla="*/ 4074614 w 4286641"/>
                  <a:gd name="connsiteY48" fmla="*/ 1956016 h 4876800"/>
                  <a:gd name="connsiteX49" fmla="*/ 1954273 w 4286641"/>
                  <a:gd name="connsiteY49" fmla="*/ 1685306 h 4876800"/>
                  <a:gd name="connsiteX50" fmla="*/ 4074614 w 4286641"/>
                  <a:gd name="connsiteY50" fmla="*/ 1956016 h 4876800"/>
                  <a:gd name="connsiteX0" fmla="*/ 4180628 w 4286641"/>
                  <a:gd name="connsiteY0" fmla="*/ 1743989 h 4876800"/>
                  <a:gd name="connsiteX1" fmla="*/ 2915479 w 4286641"/>
                  <a:gd name="connsiteY1" fmla="*/ 1743989 h 4876800"/>
                  <a:gd name="connsiteX2" fmla="*/ 2915479 w 4286641"/>
                  <a:gd name="connsiteY2" fmla="*/ 361340 h 4876800"/>
                  <a:gd name="connsiteX3" fmla="*/ 2554138 w 4286641"/>
                  <a:gd name="connsiteY3" fmla="*/ 0 h 4876800"/>
                  <a:gd name="connsiteX4" fmla="*/ 361350 w 4286641"/>
                  <a:gd name="connsiteY4" fmla="*/ 0 h 4876800"/>
                  <a:gd name="connsiteX5" fmla="*/ 0 w 4286641"/>
                  <a:gd name="connsiteY5" fmla="*/ 361340 h 4876800"/>
                  <a:gd name="connsiteX6" fmla="*/ 0 w 4286641"/>
                  <a:gd name="connsiteY6" fmla="*/ 4515460 h 4876800"/>
                  <a:gd name="connsiteX7" fmla="*/ 361340 w 4286641"/>
                  <a:gd name="connsiteY7" fmla="*/ 4876800 h 4876800"/>
                  <a:gd name="connsiteX8" fmla="*/ 2554138 w 4286641"/>
                  <a:gd name="connsiteY8" fmla="*/ 4876800 h 4876800"/>
                  <a:gd name="connsiteX9" fmla="*/ 2915488 w 4286641"/>
                  <a:gd name="connsiteY9" fmla="*/ 4515460 h 4876800"/>
                  <a:gd name="connsiteX10" fmla="*/ 2915488 w 4286641"/>
                  <a:gd name="connsiteY10" fmla="*/ 3175225 h 4876800"/>
                  <a:gd name="connsiteX11" fmla="*/ 4180628 w 4286641"/>
                  <a:gd name="connsiteY11" fmla="*/ 3175225 h 4876800"/>
                  <a:gd name="connsiteX12" fmla="*/ 4286641 w 4286641"/>
                  <a:gd name="connsiteY12" fmla="*/ 3069212 h 4876800"/>
                  <a:gd name="connsiteX13" fmla="*/ 4286641 w 4286641"/>
                  <a:gd name="connsiteY13" fmla="*/ 1850012 h 4876800"/>
                  <a:gd name="connsiteX14" fmla="*/ 4180628 w 4286641"/>
                  <a:gd name="connsiteY14" fmla="*/ 1743989 h 4876800"/>
                  <a:gd name="connsiteX15" fmla="*/ 361350 w 4286641"/>
                  <a:gd name="connsiteY15" fmla="*/ 212036 h 4876800"/>
                  <a:gd name="connsiteX16" fmla="*/ 2554138 w 4286641"/>
                  <a:gd name="connsiteY16" fmla="*/ 212036 h 4876800"/>
                  <a:gd name="connsiteX17" fmla="*/ 2703452 w 4286641"/>
                  <a:gd name="connsiteY17" fmla="*/ 361340 h 4876800"/>
                  <a:gd name="connsiteX18" fmla="*/ 2703452 w 4286641"/>
                  <a:gd name="connsiteY18" fmla="*/ 869347 h 4876800"/>
                  <a:gd name="connsiteX19" fmla="*/ 212046 w 4286641"/>
                  <a:gd name="connsiteY19" fmla="*/ 869347 h 4876800"/>
                  <a:gd name="connsiteX20" fmla="*/ 212046 w 4286641"/>
                  <a:gd name="connsiteY20" fmla="*/ 361340 h 4876800"/>
                  <a:gd name="connsiteX21" fmla="*/ 361350 w 4286641"/>
                  <a:gd name="connsiteY21" fmla="*/ 212036 h 4876800"/>
                  <a:gd name="connsiteX22" fmla="*/ 2554138 w 4286641"/>
                  <a:gd name="connsiteY22" fmla="*/ 4664764 h 4876800"/>
                  <a:gd name="connsiteX23" fmla="*/ 361350 w 4286641"/>
                  <a:gd name="connsiteY23" fmla="*/ 4664764 h 4876800"/>
                  <a:gd name="connsiteX24" fmla="*/ 212046 w 4286641"/>
                  <a:gd name="connsiteY24" fmla="*/ 4515460 h 4876800"/>
                  <a:gd name="connsiteX25" fmla="*/ 212046 w 4286641"/>
                  <a:gd name="connsiteY25" fmla="*/ 4049859 h 4876800"/>
                  <a:gd name="connsiteX26" fmla="*/ 2703452 w 4286641"/>
                  <a:gd name="connsiteY26" fmla="*/ 4049859 h 4876800"/>
                  <a:gd name="connsiteX27" fmla="*/ 2703452 w 4286641"/>
                  <a:gd name="connsiteY27" fmla="*/ 4515460 h 4876800"/>
                  <a:gd name="connsiteX28" fmla="*/ 2554138 w 4286641"/>
                  <a:gd name="connsiteY28" fmla="*/ 4664764 h 4876800"/>
                  <a:gd name="connsiteX29" fmla="*/ 2703443 w 4286641"/>
                  <a:gd name="connsiteY29" fmla="*/ 3837832 h 4876800"/>
                  <a:gd name="connsiteX30" fmla="*/ 212036 w 4286641"/>
                  <a:gd name="connsiteY30" fmla="*/ 3837832 h 4876800"/>
                  <a:gd name="connsiteX31" fmla="*/ 212036 w 4286641"/>
                  <a:gd name="connsiteY31" fmla="*/ 1081373 h 4876800"/>
                  <a:gd name="connsiteX32" fmla="*/ 524789 w 4286641"/>
                  <a:gd name="connsiteY32" fmla="*/ 1081373 h 4876800"/>
                  <a:gd name="connsiteX33" fmla="*/ 736816 w 4286641"/>
                  <a:gd name="connsiteY33" fmla="*/ 1081373 h 4876800"/>
                  <a:gd name="connsiteX34" fmla="*/ 2703443 w 4286641"/>
                  <a:gd name="connsiteY34" fmla="*/ 1081373 h 4876800"/>
                  <a:gd name="connsiteX35" fmla="*/ 2703443 w 4286641"/>
                  <a:gd name="connsiteY35" fmla="*/ 1743980 h 4876800"/>
                  <a:gd name="connsiteX36" fmla="*/ 2166280 w 4286641"/>
                  <a:gd name="connsiteY36" fmla="*/ 1743980 h 4876800"/>
                  <a:gd name="connsiteX37" fmla="*/ 2166280 w 4286641"/>
                  <a:gd name="connsiteY37" fmla="*/ 1399423 h 4876800"/>
                  <a:gd name="connsiteX38" fmla="*/ 2097138 w 4286641"/>
                  <a:gd name="connsiteY38" fmla="*/ 1300020 h 4876800"/>
                  <a:gd name="connsiteX39" fmla="*/ 1979886 w 4286641"/>
                  <a:gd name="connsiteY39" fmla="*/ 1330290 h 4876800"/>
                  <a:gd name="connsiteX40" fmla="*/ 1979895 w 4286641"/>
                  <a:gd name="connsiteY40" fmla="*/ 3588896 h 4876800"/>
                  <a:gd name="connsiteX41" fmla="*/ 2060296 w 4286641"/>
                  <a:gd name="connsiteY41" fmla="*/ 3625777 h 4876800"/>
                  <a:gd name="connsiteX42" fmla="*/ 2097148 w 4286641"/>
                  <a:gd name="connsiteY42" fmla="*/ 3619157 h 4876800"/>
                  <a:gd name="connsiteX43" fmla="*/ 2166290 w 4286641"/>
                  <a:gd name="connsiteY43" fmla="*/ 3519754 h 4876800"/>
                  <a:gd name="connsiteX44" fmla="*/ 2166290 w 4286641"/>
                  <a:gd name="connsiteY44" fmla="*/ 3175197 h 4876800"/>
                  <a:gd name="connsiteX45" fmla="*/ 2703452 w 4286641"/>
                  <a:gd name="connsiteY45" fmla="*/ 3175197 h 4876800"/>
                  <a:gd name="connsiteX46" fmla="*/ 2703452 w 4286641"/>
                  <a:gd name="connsiteY46" fmla="*/ 3837832 h 4876800"/>
                  <a:gd name="connsiteX47" fmla="*/ 2703443 w 4286641"/>
                  <a:gd name="connsiteY47" fmla="*/ 3837832 h 4876800"/>
                  <a:gd name="connsiteX0" fmla="*/ 4286641 w 4286641"/>
                  <a:gd name="connsiteY0" fmla="*/ 1850012 h 4876800"/>
                  <a:gd name="connsiteX1" fmla="*/ 2915479 w 4286641"/>
                  <a:gd name="connsiteY1" fmla="*/ 1743989 h 4876800"/>
                  <a:gd name="connsiteX2" fmla="*/ 2915479 w 4286641"/>
                  <a:gd name="connsiteY2" fmla="*/ 361340 h 4876800"/>
                  <a:gd name="connsiteX3" fmla="*/ 2554138 w 4286641"/>
                  <a:gd name="connsiteY3" fmla="*/ 0 h 4876800"/>
                  <a:gd name="connsiteX4" fmla="*/ 361350 w 4286641"/>
                  <a:gd name="connsiteY4" fmla="*/ 0 h 4876800"/>
                  <a:gd name="connsiteX5" fmla="*/ 0 w 4286641"/>
                  <a:gd name="connsiteY5" fmla="*/ 361340 h 4876800"/>
                  <a:gd name="connsiteX6" fmla="*/ 0 w 4286641"/>
                  <a:gd name="connsiteY6" fmla="*/ 4515460 h 4876800"/>
                  <a:gd name="connsiteX7" fmla="*/ 361340 w 4286641"/>
                  <a:gd name="connsiteY7" fmla="*/ 4876800 h 4876800"/>
                  <a:gd name="connsiteX8" fmla="*/ 2554138 w 4286641"/>
                  <a:gd name="connsiteY8" fmla="*/ 4876800 h 4876800"/>
                  <a:gd name="connsiteX9" fmla="*/ 2915488 w 4286641"/>
                  <a:gd name="connsiteY9" fmla="*/ 4515460 h 4876800"/>
                  <a:gd name="connsiteX10" fmla="*/ 2915488 w 4286641"/>
                  <a:gd name="connsiteY10" fmla="*/ 3175225 h 4876800"/>
                  <a:gd name="connsiteX11" fmla="*/ 4180628 w 4286641"/>
                  <a:gd name="connsiteY11" fmla="*/ 3175225 h 4876800"/>
                  <a:gd name="connsiteX12" fmla="*/ 4286641 w 4286641"/>
                  <a:gd name="connsiteY12" fmla="*/ 3069212 h 4876800"/>
                  <a:gd name="connsiteX13" fmla="*/ 4286641 w 4286641"/>
                  <a:gd name="connsiteY13" fmla="*/ 1850012 h 4876800"/>
                  <a:gd name="connsiteX14" fmla="*/ 361350 w 4286641"/>
                  <a:gd name="connsiteY14" fmla="*/ 212036 h 4876800"/>
                  <a:gd name="connsiteX15" fmla="*/ 2554138 w 4286641"/>
                  <a:gd name="connsiteY15" fmla="*/ 212036 h 4876800"/>
                  <a:gd name="connsiteX16" fmla="*/ 2703452 w 4286641"/>
                  <a:gd name="connsiteY16" fmla="*/ 361340 h 4876800"/>
                  <a:gd name="connsiteX17" fmla="*/ 2703452 w 4286641"/>
                  <a:gd name="connsiteY17" fmla="*/ 869347 h 4876800"/>
                  <a:gd name="connsiteX18" fmla="*/ 212046 w 4286641"/>
                  <a:gd name="connsiteY18" fmla="*/ 869347 h 4876800"/>
                  <a:gd name="connsiteX19" fmla="*/ 212046 w 4286641"/>
                  <a:gd name="connsiteY19" fmla="*/ 361340 h 4876800"/>
                  <a:gd name="connsiteX20" fmla="*/ 361350 w 4286641"/>
                  <a:gd name="connsiteY20" fmla="*/ 212036 h 4876800"/>
                  <a:gd name="connsiteX21" fmla="*/ 2554138 w 4286641"/>
                  <a:gd name="connsiteY21" fmla="*/ 4664764 h 4876800"/>
                  <a:gd name="connsiteX22" fmla="*/ 361350 w 4286641"/>
                  <a:gd name="connsiteY22" fmla="*/ 4664764 h 4876800"/>
                  <a:gd name="connsiteX23" fmla="*/ 212046 w 4286641"/>
                  <a:gd name="connsiteY23" fmla="*/ 4515460 h 4876800"/>
                  <a:gd name="connsiteX24" fmla="*/ 212046 w 4286641"/>
                  <a:gd name="connsiteY24" fmla="*/ 4049859 h 4876800"/>
                  <a:gd name="connsiteX25" fmla="*/ 2703452 w 4286641"/>
                  <a:gd name="connsiteY25" fmla="*/ 4049859 h 4876800"/>
                  <a:gd name="connsiteX26" fmla="*/ 2703452 w 4286641"/>
                  <a:gd name="connsiteY26" fmla="*/ 4515460 h 4876800"/>
                  <a:gd name="connsiteX27" fmla="*/ 2554138 w 4286641"/>
                  <a:gd name="connsiteY27" fmla="*/ 4664764 h 4876800"/>
                  <a:gd name="connsiteX28" fmla="*/ 2703443 w 4286641"/>
                  <a:gd name="connsiteY28" fmla="*/ 3837832 h 4876800"/>
                  <a:gd name="connsiteX29" fmla="*/ 212036 w 4286641"/>
                  <a:gd name="connsiteY29" fmla="*/ 3837832 h 4876800"/>
                  <a:gd name="connsiteX30" fmla="*/ 212036 w 4286641"/>
                  <a:gd name="connsiteY30" fmla="*/ 1081373 h 4876800"/>
                  <a:gd name="connsiteX31" fmla="*/ 524789 w 4286641"/>
                  <a:gd name="connsiteY31" fmla="*/ 1081373 h 4876800"/>
                  <a:gd name="connsiteX32" fmla="*/ 736816 w 4286641"/>
                  <a:gd name="connsiteY32" fmla="*/ 1081373 h 4876800"/>
                  <a:gd name="connsiteX33" fmla="*/ 2703443 w 4286641"/>
                  <a:gd name="connsiteY33" fmla="*/ 1081373 h 4876800"/>
                  <a:gd name="connsiteX34" fmla="*/ 2703443 w 4286641"/>
                  <a:gd name="connsiteY34" fmla="*/ 1743980 h 4876800"/>
                  <a:gd name="connsiteX35" fmla="*/ 2166280 w 4286641"/>
                  <a:gd name="connsiteY35" fmla="*/ 1743980 h 4876800"/>
                  <a:gd name="connsiteX36" fmla="*/ 2166280 w 4286641"/>
                  <a:gd name="connsiteY36" fmla="*/ 1399423 h 4876800"/>
                  <a:gd name="connsiteX37" fmla="*/ 2097138 w 4286641"/>
                  <a:gd name="connsiteY37" fmla="*/ 1300020 h 4876800"/>
                  <a:gd name="connsiteX38" fmla="*/ 1979886 w 4286641"/>
                  <a:gd name="connsiteY38" fmla="*/ 1330290 h 4876800"/>
                  <a:gd name="connsiteX39" fmla="*/ 1979895 w 4286641"/>
                  <a:gd name="connsiteY39" fmla="*/ 3588896 h 4876800"/>
                  <a:gd name="connsiteX40" fmla="*/ 2060296 w 4286641"/>
                  <a:gd name="connsiteY40" fmla="*/ 3625777 h 4876800"/>
                  <a:gd name="connsiteX41" fmla="*/ 2097148 w 4286641"/>
                  <a:gd name="connsiteY41" fmla="*/ 3619157 h 4876800"/>
                  <a:gd name="connsiteX42" fmla="*/ 2166290 w 4286641"/>
                  <a:gd name="connsiteY42" fmla="*/ 3519754 h 4876800"/>
                  <a:gd name="connsiteX43" fmla="*/ 2166290 w 4286641"/>
                  <a:gd name="connsiteY43" fmla="*/ 3175197 h 4876800"/>
                  <a:gd name="connsiteX44" fmla="*/ 2703452 w 4286641"/>
                  <a:gd name="connsiteY44" fmla="*/ 3175197 h 4876800"/>
                  <a:gd name="connsiteX45" fmla="*/ 2703452 w 4286641"/>
                  <a:gd name="connsiteY45" fmla="*/ 3837832 h 4876800"/>
                  <a:gd name="connsiteX46" fmla="*/ 2703443 w 4286641"/>
                  <a:gd name="connsiteY46" fmla="*/ 3837832 h 4876800"/>
                  <a:gd name="connsiteX0" fmla="*/ 4286641 w 4286641"/>
                  <a:gd name="connsiteY0" fmla="*/ 1850012 h 4876800"/>
                  <a:gd name="connsiteX1" fmla="*/ 2915479 w 4286641"/>
                  <a:gd name="connsiteY1" fmla="*/ 1743989 h 4876800"/>
                  <a:gd name="connsiteX2" fmla="*/ 2915479 w 4286641"/>
                  <a:gd name="connsiteY2" fmla="*/ 361340 h 4876800"/>
                  <a:gd name="connsiteX3" fmla="*/ 2554138 w 4286641"/>
                  <a:gd name="connsiteY3" fmla="*/ 0 h 4876800"/>
                  <a:gd name="connsiteX4" fmla="*/ 361350 w 4286641"/>
                  <a:gd name="connsiteY4" fmla="*/ 0 h 4876800"/>
                  <a:gd name="connsiteX5" fmla="*/ 0 w 4286641"/>
                  <a:gd name="connsiteY5" fmla="*/ 361340 h 4876800"/>
                  <a:gd name="connsiteX6" fmla="*/ 0 w 4286641"/>
                  <a:gd name="connsiteY6" fmla="*/ 4515460 h 4876800"/>
                  <a:gd name="connsiteX7" fmla="*/ 361340 w 4286641"/>
                  <a:gd name="connsiteY7" fmla="*/ 4876800 h 4876800"/>
                  <a:gd name="connsiteX8" fmla="*/ 2554138 w 4286641"/>
                  <a:gd name="connsiteY8" fmla="*/ 4876800 h 4876800"/>
                  <a:gd name="connsiteX9" fmla="*/ 2915488 w 4286641"/>
                  <a:gd name="connsiteY9" fmla="*/ 4515460 h 4876800"/>
                  <a:gd name="connsiteX10" fmla="*/ 2915488 w 4286641"/>
                  <a:gd name="connsiteY10" fmla="*/ 3175225 h 4876800"/>
                  <a:gd name="connsiteX11" fmla="*/ 4180628 w 4286641"/>
                  <a:gd name="connsiteY11" fmla="*/ 3175225 h 4876800"/>
                  <a:gd name="connsiteX12" fmla="*/ 4286641 w 4286641"/>
                  <a:gd name="connsiteY12" fmla="*/ 3069212 h 4876800"/>
                  <a:gd name="connsiteX13" fmla="*/ 4286641 w 4286641"/>
                  <a:gd name="connsiteY13" fmla="*/ 1850012 h 4876800"/>
                  <a:gd name="connsiteX14" fmla="*/ 361350 w 4286641"/>
                  <a:gd name="connsiteY14" fmla="*/ 212036 h 4876800"/>
                  <a:gd name="connsiteX15" fmla="*/ 2554138 w 4286641"/>
                  <a:gd name="connsiteY15" fmla="*/ 212036 h 4876800"/>
                  <a:gd name="connsiteX16" fmla="*/ 2703452 w 4286641"/>
                  <a:gd name="connsiteY16" fmla="*/ 361340 h 4876800"/>
                  <a:gd name="connsiteX17" fmla="*/ 2703452 w 4286641"/>
                  <a:gd name="connsiteY17" fmla="*/ 869347 h 4876800"/>
                  <a:gd name="connsiteX18" fmla="*/ 212046 w 4286641"/>
                  <a:gd name="connsiteY18" fmla="*/ 869347 h 4876800"/>
                  <a:gd name="connsiteX19" fmla="*/ 212046 w 4286641"/>
                  <a:gd name="connsiteY19" fmla="*/ 361340 h 4876800"/>
                  <a:gd name="connsiteX20" fmla="*/ 361350 w 4286641"/>
                  <a:gd name="connsiteY20" fmla="*/ 212036 h 4876800"/>
                  <a:gd name="connsiteX21" fmla="*/ 2554138 w 4286641"/>
                  <a:gd name="connsiteY21" fmla="*/ 4664764 h 4876800"/>
                  <a:gd name="connsiteX22" fmla="*/ 361350 w 4286641"/>
                  <a:gd name="connsiteY22" fmla="*/ 4664764 h 4876800"/>
                  <a:gd name="connsiteX23" fmla="*/ 212046 w 4286641"/>
                  <a:gd name="connsiteY23" fmla="*/ 4515460 h 4876800"/>
                  <a:gd name="connsiteX24" fmla="*/ 212046 w 4286641"/>
                  <a:gd name="connsiteY24" fmla="*/ 4049859 h 4876800"/>
                  <a:gd name="connsiteX25" fmla="*/ 2703452 w 4286641"/>
                  <a:gd name="connsiteY25" fmla="*/ 4049859 h 4876800"/>
                  <a:gd name="connsiteX26" fmla="*/ 2703452 w 4286641"/>
                  <a:gd name="connsiteY26" fmla="*/ 4515460 h 4876800"/>
                  <a:gd name="connsiteX27" fmla="*/ 2554138 w 4286641"/>
                  <a:gd name="connsiteY27" fmla="*/ 4664764 h 4876800"/>
                  <a:gd name="connsiteX28" fmla="*/ 2703443 w 4286641"/>
                  <a:gd name="connsiteY28" fmla="*/ 3837832 h 4876800"/>
                  <a:gd name="connsiteX29" fmla="*/ 212036 w 4286641"/>
                  <a:gd name="connsiteY29" fmla="*/ 3837832 h 4876800"/>
                  <a:gd name="connsiteX30" fmla="*/ 212036 w 4286641"/>
                  <a:gd name="connsiteY30" fmla="*/ 1081373 h 4876800"/>
                  <a:gd name="connsiteX31" fmla="*/ 524789 w 4286641"/>
                  <a:gd name="connsiteY31" fmla="*/ 1081373 h 4876800"/>
                  <a:gd name="connsiteX32" fmla="*/ 736816 w 4286641"/>
                  <a:gd name="connsiteY32" fmla="*/ 1081373 h 4876800"/>
                  <a:gd name="connsiteX33" fmla="*/ 2703443 w 4286641"/>
                  <a:gd name="connsiteY33" fmla="*/ 1081373 h 4876800"/>
                  <a:gd name="connsiteX34" fmla="*/ 2703443 w 4286641"/>
                  <a:gd name="connsiteY34" fmla="*/ 1743980 h 4876800"/>
                  <a:gd name="connsiteX35" fmla="*/ 2166280 w 4286641"/>
                  <a:gd name="connsiteY35" fmla="*/ 1743980 h 4876800"/>
                  <a:gd name="connsiteX36" fmla="*/ 2166280 w 4286641"/>
                  <a:gd name="connsiteY36" fmla="*/ 1399423 h 4876800"/>
                  <a:gd name="connsiteX37" fmla="*/ 2097138 w 4286641"/>
                  <a:gd name="connsiteY37" fmla="*/ 1300020 h 4876800"/>
                  <a:gd name="connsiteX38" fmla="*/ 1979886 w 4286641"/>
                  <a:gd name="connsiteY38" fmla="*/ 1330290 h 4876800"/>
                  <a:gd name="connsiteX39" fmla="*/ 1979895 w 4286641"/>
                  <a:gd name="connsiteY39" fmla="*/ 3588896 h 4876800"/>
                  <a:gd name="connsiteX40" fmla="*/ 2060296 w 4286641"/>
                  <a:gd name="connsiteY40" fmla="*/ 3625777 h 4876800"/>
                  <a:gd name="connsiteX41" fmla="*/ 2097148 w 4286641"/>
                  <a:gd name="connsiteY41" fmla="*/ 3619157 h 4876800"/>
                  <a:gd name="connsiteX42" fmla="*/ 2166290 w 4286641"/>
                  <a:gd name="connsiteY42" fmla="*/ 3519754 h 4876800"/>
                  <a:gd name="connsiteX43" fmla="*/ 2703452 w 4286641"/>
                  <a:gd name="connsiteY43" fmla="*/ 3175197 h 4876800"/>
                  <a:gd name="connsiteX44" fmla="*/ 2703452 w 4286641"/>
                  <a:gd name="connsiteY44" fmla="*/ 3837832 h 4876800"/>
                  <a:gd name="connsiteX45" fmla="*/ 2703443 w 4286641"/>
                  <a:gd name="connsiteY45" fmla="*/ 3837832 h 4876800"/>
                  <a:gd name="connsiteX0" fmla="*/ 4286641 w 4286641"/>
                  <a:gd name="connsiteY0" fmla="*/ 1850012 h 4876800"/>
                  <a:gd name="connsiteX1" fmla="*/ 2915479 w 4286641"/>
                  <a:gd name="connsiteY1" fmla="*/ 1743989 h 4876800"/>
                  <a:gd name="connsiteX2" fmla="*/ 2915479 w 4286641"/>
                  <a:gd name="connsiteY2" fmla="*/ 361340 h 4876800"/>
                  <a:gd name="connsiteX3" fmla="*/ 2554138 w 4286641"/>
                  <a:gd name="connsiteY3" fmla="*/ 0 h 4876800"/>
                  <a:gd name="connsiteX4" fmla="*/ 361350 w 4286641"/>
                  <a:gd name="connsiteY4" fmla="*/ 0 h 4876800"/>
                  <a:gd name="connsiteX5" fmla="*/ 0 w 4286641"/>
                  <a:gd name="connsiteY5" fmla="*/ 361340 h 4876800"/>
                  <a:gd name="connsiteX6" fmla="*/ 0 w 4286641"/>
                  <a:gd name="connsiteY6" fmla="*/ 4515460 h 4876800"/>
                  <a:gd name="connsiteX7" fmla="*/ 361340 w 4286641"/>
                  <a:gd name="connsiteY7" fmla="*/ 4876800 h 4876800"/>
                  <a:gd name="connsiteX8" fmla="*/ 2554138 w 4286641"/>
                  <a:gd name="connsiteY8" fmla="*/ 4876800 h 4876800"/>
                  <a:gd name="connsiteX9" fmla="*/ 2915488 w 4286641"/>
                  <a:gd name="connsiteY9" fmla="*/ 4515460 h 4876800"/>
                  <a:gd name="connsiteX10" fmla="*/ 2915488 w 4286641"/>
                  <a:gd name="connsiteY10" fmla="*/ 3175225 h 4876800"/>
                  <a:gd name="connsiteX11" fmla="*/ 4180628 w 4286641"/>
                  <a:gd name="connsiteY11" fmla="*/ 3175225 h 4876800"/>
                  <a:gd name="connsiteX12" fmla="*/ 4286641 w 4286641"/>
                  <a:gd name="connsiteY12" fmla="*/ 3069212 h 4876800"/>
                  <a:gd name="connsiteX13" fmla="*/ 4286641 w 4286641"/>
                  <a:gd name="connsiteY13" fmla="*/ 1850012 h 4876800"/>
                  <a:gd name="connsiteX14" fmla="*/ 361350 w 4286641"/>
                  <a:gd name="connsiteY14" fmla="*/ 212036 h 4876800"/>
                  <a:gd name="connsiteX15" fmla="*/ 2554138 w 4286641"/>
                  <a:gd name="connsiteY15" fmla="*/ 212036 h 4876800"/>
                  <a:gd name="connsiteX16" fmla="*/ 2703452 w 4286641"/>
                  <a:gd name="connsiteY16" fmla="*/ 361340 h 4876800"/>
                  <a:gd name="connsiteX17" fmla="*/ 2703452 w 4286641"/>
                  <a:gd name="connsiteY17" fmla="*/ 869347 h 4876800"/>
                  <a:gd name="connsiteX18" fmla="*/ 212046 w 4286641"/>
                  <a:gd name="connsiteY18" fmla="*/ 869347 h 4876800"/>
                  <a:gd name="connsiteX19" fmla="*/ 212046 w 4286641"/>
                  <a:gd name="connsiteY19" fmla="*/ 361340 h 4876800"/>
                  <a:gd name="connsiteX20" fmla="*/ 361350 w 4286641"/>
                  <a:gd name="connsiteY20" fmla="*/ 212036 h 4876800"/>
                  <a:gd name="connsiteX21" fmla="*/ 2554138 w 4286641"/>
                  <a:gd name="connsiteY21" fmla="*/ 4664764 h 4876800"/>
                  <a:gd name="connsiteX22" fmla="*/ 361350 w 4286641"/>
                  <a:gd name="connsiteY22" fmla="*/ 4664764 h 4876800"/>
                  <a:gd name="connsiteX23" fmla="*/ 212046 w 4286641"/>
                  <a:gd name="connsiteY23" fmla="*/ 4515460 h 4876800"/>
                  <a:gd name="connsiteX24" fmla="*/ 212046 w 4286641"/>
                  <a:gd name="connsiteY24" fmla="*/ 4049859 h 4876800"/>
                  <a:gd name="connsiteX25" fmla="*/ 2703452 w 4286641"/>
                  <a:gd name="connsiteY25" fmla="*/ 4049859 h 4876800"/>
                  <a:gd name="connsiteX26" fmla="*/ 2703452 w 4286641"/>
                  <a:gd name="connsiteY26" fmla="*/ 4515460 h 4876800"/>
                  <a:gd name="connsiteX27" fmla="*/ 2554138 w 4286641"/>
                  <a:gd name="connsiteY27" fmla="*/ 4664764 h 4876800"/>
                  <a:gd name="connsiteX28" fmla="*/ 2703443 w 4286641"/>
                  <a:gd name="connsiteY28" fmla="*/ 3837832 h 4876800"/>
                  <a:gd name="connsiteX29" fmla="*/ 212036 w 4286641"/>
                  <a:gd name="connsiteY29" fmla="*/ 3837832 h 4876800"/>
                  <a:gd name="connsiteX30" fmla="*/ 212036 w 4286641"/>
                  <a:gd name="connsiteY30" fmla="*/ 1081373 h 4876800"/>
                  <a:gd name="connsiteX31" fmla="*/ 524789 w 4286641"/>
                  <a:gd name="connsiteY31" fmla="*/ 1081373 h 4876800"/>
                  <a:gd name="connsiteX32" fmla="*/ 736816 w 4286641"/>
                  <a:gd name="connsiteY32" fmla="*/ 1081373 h 4876800"/>
                  <a:gd name="connsiteX33" fmla="*/ 2703443 w 4286641"/>
                  <a:gd name="connsiteY33" fmla="*/ 1081373 h 4876800"/>
                  <a:gd name="connsiteX34" fmla="*/ 2703443 w 4286641"/>
                  <a:gd name="connsiteY34" fmla="*/ 1743980 h 4876800"/>
                  <a:gd name="connsiteX35" fmla="*/ 2166280 w 4286641"/>
                  <a:gd name="connsiteY35" fmla="*/ 1743980 h 4876800"/>
                  <a:gd name="connsiteX36" fmla="*/ 2166280 w 4286641"/>
                  <a:gd name="connsiteY36" fmla="*/ 1399423 h 4876800"/>
                  <a:gd name="connsiteX37" fmla="*/ 2097138 w 4286641"/>
                  <a:gd name="connsiteY37" fmla="*/ 1300020 h 4876800"/>
                  <a:gd name="connsiteX38" fmla="*/ 1979886 w 4286641"/>
                  <a:gd name="connsiteY38" fmla="*/ 1330290 h 4876800"/>
                  <a:gd name="connsiteX39" fmla="*/ 1979895 w 4286641"/>
                  <a:gd name="connsiteY39" fmla="*/ 3588896 h 4876800"/>
                  <a:gd name="connsiteX40" fmla="*/ 2060296 w 4286641"/>
                  <a:gd name="connsiteY40" fmla="*/ 3625777 h 4876800"/>
                  <a:gd name="connsiteX41" fmla="*/ 2097148 w 4286641"/>
                  <a:gd name="connsiteY41" fmla="*/ 3619157 h 4876800"/>
                  <a:gd name="connsiteX42" fmla="*/ 2703452 w 4286641"/>
                  <a:gd name="connsiteY42" fmla="*/ 3175197 h 4876800"/>
                  <a:gd name="connsiteX43" fmla="*/ 2703452 w 4286641"/>
                  <a:gd name="connsiteY43" fmla="*/ 3837832 h 4876800"/>
                  <a:gd name="connsiteX44" fmla="*/ 2703443 w 4286641"/>
                  <a:gd name="connsiteY44" fmla="*/ 3837832 h 4876800"/>
                  <a:gd name="connsiteX0" fmla="*/ 4286641 w 4286641"/>
                  <a:gd name="connsiteY0" fmla="*/ 1850012 h 4876800"/>
                  <a:gd name="connsiteX1" fmla="*/ 2915479 w 4286641"/>
                  <a:gd name="connsiteY1" fmla="*/ 1743989 h 4876800"/>
                  <a:gd name="connsiteX2" fmla="*/ 2915479 w 4286641"/>
                  <a:gd name="connsiteY2" fmla="*/ 361340 h 4876800"/>
                  <a:gd name="connsiteX3" fmla="*/ 2554138 w 4286641"/>
                  <a:gd name="connsiteY3" fmla="*/ 0 h 4876800"/>
                  <a:gd name="connsiteX4" fmla="*/ 361350 w 4286641"/>
                  <a:gd name="connsiteY4" fmla="*/ 0 h 4876800"/>
                  <a:gd name="connsiteX5" fmla="*/ 0 w 4286641"/>
                  <a:gd name="connsiteY5" fmla="*/ 361340 h 4876800"/>
                  <a:gd name="connsiteX6" fmla="*/ 0 w 4286641"/>
                  <a:gd name="connsiteY6" fmla="*/ 4515460 h 4876800"/>
                  <a:gd name="connsiteX7" fmla="*/ 361340 w 4286641"/>
                  <a:gd name="connsiteY7" fmla="*/ 4876800 h 4876800"/>
                  <a:gd name="connsiteX8" fmla="*/ 2554138 w 4286641"/>
                  <a:gd name="connsiteY8" fmla="*/ 4876800 h 4876800"/>
                  <a:gd name="connsiteX9" fmla="*/ 2915488 w 4286641"/>
                  <a:gd name="connsiteY9" fmla="*/ 4515460 h 4876800"/>
                  <a:gd name="connsiteX10" fmla="*/ 2915488 w 4286641"/>
                  <a:gd name="connsiteY10" fmla="*/ 3175225 h 4876800"/>
                  <a:gd name="connsiteX11" fmla="*/ 4180628 w 4286641"/>
                  <a:gd name="connsiteY11" fmla="*/ 3175225 h 4876800"/>
                  <a:gd name="connsiteX12" fmla="*/ 4286641 w 4286641"/>
                  <a:gd name="connsiteY12" fmla="*/ 3069212 h 4876800"/>
                  <a:gd name="connsiteX13" fmla="*/ 4286641 w 4286641"/>
                  <a:gd name="connsiteY13" fmla="*/ 1850012 h 4876800"/>
                  <a:gd name="connsiteX14" fmla="*/ 361350 w 4286641"/>
                  <a:gd name="connsiteY14" fmla="*/ 212036 h 4876800"/>
                  <a:gd name="connsiteX15" fmla="*/ 2554138 w 4286641"/>
                  <a:gd name="connsiteY15" fmla="*/ 212036 h 4876800"/>
                  <a:gd name="connsiteX16" fmla="*/ 2703452 w 4286641"/>
                  <a:gd name="connsiteY16" fmla="*/ 361340 h 4876800"/>
                  <a:gd name="connsiteX17" fmla="*/ 2703452 w 4286641"/>
                  <a:gd name="connsiteY17" fmla="*/ 869347 h 4876800"/>
                  <a:gd name="connsiteX18" fmla="*/ 212046 w 4286641"/>
                  <a:gd name="connsiteY18" fmla="*/ 869347 h 4876800"/>
                  <a:gd name="connsiteX19" fmla="*/ 212046 w 4286641"/>
                  <a:gd name="connsiteY19" fmla="*/ 361340 h 4876800"/>
                  <a:gd name="connsiteX20" fmla="*/ 361350 w 4286641"/>
                  <a:gd name="connsiteY20" fmla="*/ 212036 h 4876800"/>
                  <a:gd name="connsiteX21" fmla="*/ 2554138 w 4286641"/>
                  <a:gd name="connsiteY21" fmla="*/ 4664764 h 4876800"/>
                  <a:gd name="connsiteX22" fmla="*/ 361350 w 4286641"/>
                  <a:gd name="connsiteY22" fmla="*/ 4664764 h 4876800"/>
                  <a:gd name="connsiteX23" fmla="*/ 212046 w 4286641"/>
                  <a:gd name="connsiteY23" fmla="*/ 4515460 h 4876800"/>
                  <a:gd name="connsiteX24" fmla="*/ 212046 w 4286641"/>
                  <a:gd name="connsiteY24" fmla="*/ 4049859 h 4876800"/>
                  <a:gd name="connsiteX25" fmla="*/ 2703452 w 4286641"/>
                  <a:gd name="connsiteY25" fmla="*/ 4049859 h 4876800"/>
                  <a:gd name="connsiteX26" fmla="*/ 2703452 w 4286641"/>
                  <a:gd name="connsiteY26" fmla="*/ 4515460 h 4876800"/>
                  <a:gd name="connsiteX27" fmla="*/ 2554138 w 4286641"/>
                  <a:gd name="connsiteY27" fmla="*/ 4664764 h 4876800"/>
                  <a:gd name="connsiteX28" fmla="*/ 2703443 w 4286641"/>
                  <a:gd name="connsiteY28" fmla="*/ 3837832 h 4876800"/>
                  <a:gd name="connsiteX29" fmla="*/ 212036 w 4286641"/>
                  <a:gd name="connsiteY29" fmla="*/ 3837832 h 4876800"/>
                  <a:gd name="connsiteX30" fmla="*/ 212036 w 4286641"/>
                  <a:gd name="connsiteY30" fmla="*/ 1081373 h 4876800"/>
                  <a:gd name="connsiteX31" fmla="*/ 524789 w 4286641"/>
                  <a:gd name="connsiteY31" fmla="*/ 1081373 h 4876800"/>
                  <a:gd name="connsiteX32" fmla="*/ 736816 w 4286641"/>
                  <a:gd name="connsiteY32" fmla="*/ 1081373 h 4876800"/>
                  <a:gd name="connsiteX33" fmla="*/ 2703443 w 4286641"/>
                  <a:gd name="connsiteY33" fmla="*/ 1081373 h 4876800"/>
                  <a:gd name="connsiteX34" fmla="*/ 2703443 w 4286641"/>
                  <a:gd name="connsiteY34" fmla="*/ 1743980 h 4876800"/>
                  <a:gd name="connsiteX35" fmla="*/ 2166280 w 4286641"/>
                  <a:gd name="connsiteY35" fmla="*/ 1743980 h 4876800"/>
                  <a:gd name="connsiteX36" fmla="*/ 2166280 w 4286641"/>
                  <a:gd name="connsiteY36" fmla="*/ 1399423 h 4876800"/>
                  <a:gd name="connsiteX37" fmla="*/ 2097138 w 4286641"/>
                  <a:gd name="connsiteY37" fmla="*/ 1300020 h 4876800"/>
                  <a:gd name="connsiteX38" fmla="*/ 1979886 w 4286641"/>
                  <a:gd name="connsiteY38" fmla="*/ 1330290 h 4876800"/>
                  <a:gd name="connsiteX39" fmla="*/ 1979895 w 4286641"/>
                  <a:gd name="connsiteY39" fmla="*/ 3588896 h 4876800"/>
                  <a:gd name="connsiteX40" fmla="*/ 2060296 w 4286641"/>
                  <a:gd name="connsiteY40" fmla="*/ 3625777 h 4876800"/>
                  <a:gd name="connsiteX41" fmla="*/ 2703452 w 4286641"/>
                  <a:gd name="connsiteY41" fmla="*/ 3175197 h 4876800"/>
                  <a:gd name="connsiteX42" fmla="*/ 2703452 w 4286641"/>
                  <a:gd name="connsiteY42" fmla="*/ 3837832 h 4876800"/>
                  <a:gd name="connsiteX43" fmla="*/ 2703443 w 4286641"/>
                  <a:gd name="connsiteY43" fmla="*/ 3837832 h 4876800"/>
                  <a:gd name="connsiteX0" fmla="*/ 4286641 w 4286641"/>
                  <a:gd name="connsiteY0" fmla="*/ 1850012 h 4876800"/>
                  <a:gd name="connsiteX1" fmla="*/ 2915479 w 4286641"/>
                  <a:gd name="connsiteY1" fmla="*/ 1743989 h 4876800"/>
                  <a:gd name="connsiteX2" fmla="*/ 2915479 w 4286641"/>
                  <a:gd name="connsiteY2" fmla="*/ 361340 h 4876800"/>
                  <a:gd name="connsiteX3" fmla="*/ 2554138 w 4286641"/>
                  <a:gd name="connsiteY3" fmla="*/ 0 h 4876800"/>
                  <a:gd name="connsiteX4" fmla="*/ 361350 w 4286641"/>
                  <a:gd name="connsiteY4" fmla="*/ 0 h 4876800"/>
                  <a:gd name="connsiteX5" fmla="*/ 0 w 4286641"/>
                  <a:gd name="connsiteY5" fmla="*/ 361340 h 4876800"/>
                  <a:gd name="connsiteX6" fmla="*/ 0 w 4286641"/>
                  <a:gd name="connsiteY6" fmla="*/ 4515460 h 4876800"/>
                  <a:gd name="connsiteX7" fmla="*/ 361340 w 4286641"/>
                  <a:gd name="connsiteY7" fmla="*/ 4876800 h 4876800"/>
                  <a:gd name="connsiteX8" fmla="*/ 2554138 w 4286641"/>
                  <a:gd name="connsiteY8" fmla="*/ 4876800 h 4876800"/>
                  <a:gd name="connsiteX9" fmla="*/ 2915488 w 4286641"/>
                  <a:gd name="connsiteY9" fmla="*/ 4515460 h 4876800"/>
                  <a:gd name="connsiteX10" fmla="*/ 2915488 w 4286641"/>
                  <a:gd name="connsiteY10" fmla="*/ 3175225 h 4876800"/>
                  <a:gd name="connsiteX11" fmla="*/ 4180628 w 4286641"/>
                  <a:gd name="connsiteY11" fmla="*/ 3175225 h 4876800"/>
                  <a:gd name="connsiteX12" fmla="*/ 4286641 w 4286641"/>
                  <a:gd name="connsiteY12" fmla="*/ 3069212 h 4876800"/>
                  <a:gd name="connsiteX13" fmla="*/ 4286641 w 4286641"/>
                  <a:gd name="connsiteY13" fmla="*/ 1850012 h 4876800"/>
                  <a:gd name="connsiteX14" fmla="*/ 361350 w 4286641"/>
                  <a:gd name="connsiteY14" fmla="*/ 212036 h 4876800"/>
                  <a:gd name="connsiteX15" fmla="*/ 2554138 w 4286641"/>
                  <a:gd name="connsiteY15" fmla="*/ 212036 h 4876800"/>
                  <a:gd name="connsiteX16" fmla="*/ 2703452 w 4286641"/>
                  <a:gd name="connsiteY16" fmla="*/ 361340 h 4876800"/>
                  <a:gd name="connsiteX17" fmla="*/ 2703452 w 4286641"/>
                  <a:gd name="connsiteY17" fmla="*/ 869347 h 4876800"/>
                  <a:gd name="connsiteX18" fmla="*/ 212046 w 4286641"/>
                  <a:gd name="connsiteY18" fmla="*/ 869347 h 4876800"/>
                  <a:gd name="connsiteX19" fmla="*/ 212046 w 4286641"/>
                  <a:gd name="connsiteY19" fmla="*/ 361340 h 4876800"/>
                  <a:gd name="connsiteX20" fmla="*/ 361350 w 4286641"/>
                  <a:gd name="connsiteY20" fmla="*/ 212036 h 4876800"/>
                  <a:gd name="connsiteX21" fmla="*/ 2554138 w 4286641"/>
                  <a:gd name="connsiteY21" fmla="*/ 4664764 h 4876800"/>
                  <a:gd name="connsiteX22" fmla="*/ 361350 w 4286641"/>
                  <a:gd name="connsiteY22" fmla="*/ 4664764 h 4876800"/>
                  <a:gd name="connsiteX23" fmla="*/ 212046 w 4286641"/>
                  <a:gd name="connsiteY23" fmla="*/ 4515460 h 4876800"/>
                  <a:gd name="connsiteX24" fmla="*/ 212046 w 4286641"/>
                  <a:gd name="connsiteY24" fmla="*/ 4049859 h 4876800"/>
                  <a:gd name="connsiteX25" fmla="*/ 2703452 w 4286641"/>
                  <a:gd name="connsiteY25" fmla="*/ 4049859 h 4876800"/>
                  <a:gd name="connsiteX26" fmla="*/ 2703452 w 4286641"/>
                  <a:gd name="connsiteY26" fmla="*/ 4515460 h 4876800"/>
                  <a:gd name="connsiteX27" fmla="*/ 2554138 w 4286641"/>
                  <a:gd name="connsiteY27" fmla="*/ 4664764 h 4876800"/>
                  <a:gd name="connsiteX28" fmla="*/ 2703443 w 4286641"/>
                  <a:gd name="connsiteY28" fmla="*/ 3837832 h 4876800"/>
                  <a:gd name="connsiteX29" fmla="*/ 212036 w 4286641"/>
                  <a:gd name="connsiteY29" fmla="*/ 3837832 h 4876800"/>
                  <a:gd name="connsiteX30" fmla="*/ 212036 w 4286641"/>
                  <a:gd name="connsiteY30" fmla="*/ 1081373 h 4876800"/>
                  <a:gd name="connsiteX31" fmla="*/ 524789 w 4286641"/>
                  <a:gd name="connsiteY31" fmla="*/ 1081373 h 4876800"/>
                  <a:gd name="connsiteX32" fmla="*/ 736816 w 4286641"/>
                  <a:gd name="connsiteY32" fmla="*/ 1081373 h 4876800"/>
                  <a:gd name="connsiteX33" fmla="*/ 2703443 w 4286641"/>
                  <a:gd name="connsiteY33" fmla="*/ 1081373 h 4876800"/>
                  <a:gd name="connsiteX34" fmla="*/ 2703443 w 4286641"/>
                  <a:gd name="connsiteY34" fmla="*/ 1743980 h 4876800"/>
                  <a:gd name="connsiteX35" fmla="*/ 2166280 w 4286641"/>
                  <a:gd name="connsiteY35" fmla="*/ 1743980 h 4876800"/>
                  <a:gd name="connsiteX36" fmla="*/ 2166280 w 4286641"/>
                  <a:gd name="connsiteY36" fmla="*/ 1399423 h 4876800"/>
                  <a:gd name="connsiteX37" fmla="*/ 2097138 w 4286641"/>
                  <a:gd name="connsiteY37" fmla="*/ 1300020 h 4876800"/>
                  <a:gd name="connsiteX38" fmla="*/ 1979886 w 4286641"/>
                  <a:gd name="connsiteY38" fmla="*/ 1330290 h 4876800"/>
                  <a:gd name="connsiteX39" fmla="*/ 1979895 w 4286641"/>
                  <a:gd name="connsiteY39" fmla="*/ 3588896 h 4876800"/>
                  <a:gd name="connsiteX40" fmla="*/ 2703452 w 4286641"/>
                  <a:gd name="connsiteY40" fmla="*/ 3175197 h 4876800"/>
                  <a:gd name="connsiteX41" fmla="*/ 2703452 w 4286641"/>
                  <a:gd name="connsiteY41" fmla="*/ 3837832 h 4876800"/>
                  <a:gd name="connsiteX42" fmla="*/ 2703443 w 4286641"/>
                  <a:gd name="connsiteY42" fmla="*/ 3837832 h 4876800"/>
                  <a:gd name="connsiteX0" fmla="*/ 4286641 w 4286641"/>
                  <a:gd name="connsiteY0" fmla="*/ 1850012 h 4876800"/>
                  <a:gd name="connsiteX1" fmla="*/ 2915479 w 4286641"/>
                  <a:gd name="connsiteY1" fmla="*/ 1743989 h 4876800"/>
                  <a:gd name="connsiteX2" fmla="*/ 2915479 w 4286641"/>
                  <a:gd name="connsiteY2" fmla="*/ 361340 h 4876800"/>
                  <a:gd name="connsiteX3" fmla="*/ 2554138 w 4286641"/>
                  <a:gd name="connsiteY3" fmla="*/ 0 h 4876800"/>
                  <a:gd name="connsiteX4" fmla="*/ 361350 w 4286641"/>
                  <a:gd name="connsiteY4" fmla="*/ 0 h 4876800"/>
                  <a:gd name="connsiteX5" fmla="*/ 0 w 4286641"/>
                  <a:gd name="connsiteY5" fmla="*/ 361340 h 4876800"/>
                  <a:gd name="connsiteX6" fmla="*/ 0 w 4286641"/>
                  <a:gd name="connsiteY6" fmla="*/ 4515460 h 4876800"/>
                  <a:gd name="connsiteX7" fmla="*/ 361340 w 4286641"/>
                  <a:gd name="connsiteY7" fmla="*/ 4876800 h 4876800"/>
                  <a:gd name="connsiteX8" fmla="*/ 2554138 w 4286641"/>
                  <a:gd name="connsiteY8" fmla="*/ 4876800 h 4876800"/>
                  <a:gd name="connsiteX9" fmla="*/ 2915488 w 4286641"/>
                  <a:gd name="connsiteY9" fmla="*/ 4515460 h 4876800"/>
                  <a:gd name="connsiteX10" fmla="*/ 2915488 w 4286641"/>
                  <a:gd name="connsiteY10" fmla="*/ 3175225 h 4876800"/>
                  <a:gd name="connsiteX11" fmla="*/ 4180628 w 4286641"/>
                  <a:gd name="connsiteY11" fmla="*/ 3175225 h 4876800"/>
                  <a:gd name="connsiteX12" fmla="*/ 4286641 w 4286641"/>
                  <a:gd name="connsiteY12" fmla="*/ 3069212 h 4876800"/>
                  <a:gd name="connsiteX13" fmla="*/ 4286641 w 4286641"/>
                  <a:gd name="connsiteY13" fmla="*/ 1850012 h 4876800"/>
                  <a:gd name="connsiteX14" fmla="*/ 361350 w 4286641"/>
                  <a:gd name="connsiteY14" fmla="*/ 212036 h 4876800"/>
                  <a:gd name="connsiteX15" fmla="*/ 2554138 w 4286641"/>
                  <a:gd name="connsiteY15" fmla="*/ 212036 h 4876800"/>
                  <a:gd name="connsiteX16" fmla="*/ 2703452 w 4286641"/>
                  <a:gd name="connsiteY16" fmla="*/ 361340 h 4876800"/>
                  <a:gd name="connsiteX17" fmla="*/ 2703452 w 4286641"/>
                  <a:gd name="connsiteY17" fmla="*/ 869347 h 4876800"/>
                  <a:gd name="connsiteX18" fmla="*/ 212046 w 4286641"/>
                  <a:gd name="connsiteY18" fmla="*/ 869347 h 4876800"/>
                  <a:gd name="connsiteX19" fmla="*/ 212046 w 4286641"/>
                  <a:gd name="connsiteY19" fmla="*/ 361340 h 4876800"/>
                  <a:gd name="connsiteX20" fmla="*/ 361350 w 4286641"/>
                  <a:gd name="connsiteY20" fmla="*/ 212036 h 4876800"/>
                  <a:gd name="connsiteX21" fmla="*/ 2554138 w 4286641"/>
                  <a:gd name="connsiteY21" fmla="*/ 4664764 h 4876800"/>
                  <a:gd name="connsiteX22" fmla="*/ 361350 w 4286641"/>
                  <a:gd name="connsiteY22" fmla="*/ 4664764 h 4876800"/>
                  <a:gd name="connsiteX23" fmla="*/ 212046 w 4286641"/>
                  <a:gd name="connsiteY23" fmla="*/ 4515460 h 4876800"/>
                  <a:gd name="connsiteX24" fmla="*/ 212046 w 4286641"/>
                  <a:gd name="connsiteY24" fmla="*/ 4049859 h 4876800"/>
                  <a:gd name="connsiteX25" fmla="*/ 2703452 w 4286641"/>
                  <a:gd name="connsiteY25" fmla="*/ 4049859 h 4876800"/>
                  <a:gd name="connsiteX26" fmla="*/ 2703452 w 4286641"/>
                  <a:gd name="connsiteY26" fmla="*/ 4515460 h 4876800"/>
                  <a:gd name="connsiteX27" fmla="*/ 2554138 w 4286641"/>
                  <a:gd name="connsiteY27" fmla="*/ 4664764 h 4876800"/>
                  <a:gd name="connsiteX28" fmla="*/ 2703443 w 4286641"/>
                  <a:gd name="connsiteY28" fmla="*/ 3837832 h 4876800"/>
                  <a:gd name="connsiteX29" fmla="*/ 212036 w 4286641"/>
                  <a:gd name="connsiteY29" fmla="*/ 3837832 h 4876800"/>
                  <a:gd name="connsiteX30" fmla="*/ 212036 w 4286641"/>
                  <a:gd name="connsiteY30" fmla="*/ 1081373 h 4876800"/>
                  <a:gd name="connsiteX31" fmla="*/ 524789 w 4286641"/>
                  <a:gd name="connsiteY31" fmla="*/ 1081373 h 4876800"/>
                  <a:gd name="connsiteX32" fmla="*/ 736816 w 4286641"/>
                  <a:gd name="connsiteY32" fmla="*/ 1081373 h 4876800"/>
                  <a:gd name="connsiteX33" fmla="*/ 2703443 w 4286641"/>
                  <a:gd name="connsiteY33" fmla="*/ 1081373 h 4876800"/>
                  <a:gd name="connsiteX34" fmla="*/ 2703443 w 4286641"/>
                  <a:gd name="connsiteY34" fmla="*/ 1743980 h 4876800"/>
                  <a:gd name="connsiteX35" fmla="*/ 2166280 w 4286641"/>
                  <a:gd name="connsiteY35" fmla="*/ 1743980 h 4876800"/>
                  <a:gd name="connsiteX36" fmla="*/ 2166280 w 4286641"/>
                  <a:gd name="connsiteY36" fmla="*/ 1399423 h 4876800"/>
                  <a:gd name="connsiteX37" fmla="*/ 2097138 w 4286641"/>
                  <a:gd name="connsiteY37" fmla="*/ 1300020 h 4876800"/>
                  <a:gd name="connsiteX38" fmla="*/ 1979886 w 4286641"/>
                  <a:gd name="connsiteY38" fmla="*/ 1330290 h 4876800"/>
                  <a:gd name="connsiteX39" fmla="*/ 2703452 w 4286641"/>
                  <a:gd name="connsiteY39" fmla="*/ 3175197 h 4876800"/>
                  <a:gd name="connsiteX40" fmla="*/ 2703452 w 4286641"/>
                  <a:gd name="connsiteY40" fmla="*/ 3837832 h 4876800"/>
                  <a:gd name="connsiteX41" fmla="*/ 2703443 w 4286641"/>
                  <a:gd name="connsiteY41" fmla="*/ 3837832 h 4876800"/>
                  <a:gd name="connsiteX0" fmla="*/ 4286641 w 4286641"/>
                  <a:gd name="connsiteY0" fmla="*/ 1850012 h 4876800"/>
                  <a:gd name="connsiteX1" fmla="*/ 2915479 w 4286641"/>
                  <a:gd name="connsiteY1" fmla="*/ 1743989 h 4876800"/>
                  <a:gd name="connsiteX2" fmla="*/ 2915479 w 4286641"/>
                  <a:gd name="connsiteY2" fmla="*/ 361340 h 4876800"/>
                  <a:gd name="connsiteX3" fmla="*/ 2554138 w 4286641"/>
                  <a:gd name="connsiteY3" fmla="*/ 0 h 4876800"/>
                  <a:gd name="connsiteX4" fmla="*/ 361350 w 4286641"/>
                  <a:gd name="connsiteY4" fmla="*/ 0 h 4876800"/>
                  <a:gd name="connsiteX5" fmla="*/ 0 w 4286641"/>
                  <a:gd name="connsiteY5" fmla="*/ 361340 h 4876800"/>
                  <a:gd name="connsiteX6" fmla="*/ 0 w 4286641"/>
                  <a:gd name="connsiteY6" fmla="*/ 4515460 h 4876800"/>
                  <a:gd name="connsiteX7" fmla="*/ 361340 w 4286641"/>
                  <a:gd name="connsiteY7" fmla="*/ 4876800 h 4876800"/>
                  <a:gd name="connsiteX8" fmla="*/ 2554138 w 4286641"/>
                  <a:gd name="connsiteY8" fmla="*/ 4876800 h 4876800"/>
                  <a:gd name="connsiteX9" fmla="*/ 2915488 w 4286641"/>
                  <a:gd name="connsiteY9" fmla="*/ 4515460 h 4876800"/>
                  <a:gd name="connsiteX10" fmla="*/ 2915488 w 4286641"/>
                  <a:gd name="connsiteY10" fmla="*/ 3175225 h 4876800"/>
                  <a:gd name="connsiteX11" fmla="*/ 4180628 w 4286641"/>
                  <a:gd name="connsiteY11" fmla="*/ 3175225 h 4876800"/>
                  <a:gd name="connsiteX12" fmla="*/ 4286641 w 4286641"/>
                  <a:gd name="connsiteY12" fmla="*/ 3069212 h 4876800"/>
                  <a:gd name="connsiteX13" fmla="*/ 4286641 w 4286641"/>
                  <a:gd name="connsiteY13" fmla="*/ 1850012 h 4876800"/>
                  <a:gd name="connsiteX14" fmla="*/ 361350 w 4286641"/>
                  <a:gd name="connsiteY14" fmla="*/ 212036 h 4876800"/>
                  <a:gd name="connsiteX15" fmla="*/ 2554138 w 4286641"/>
                  <a:gd name="connsiteY15" fmla="*/ 212036 h 4876800"/>
                  <a:gd name="connsiteX16" fmla="*/ 2703452 w 4286641"/>
                  <a:gd name="connsiteY16" fmla="*/ 361340 h 4876800"/>
                  <a:gd name="connsiteX17" fmla="*/ 2703452 w 4286641"/>
                  <a:gd name="connsiteY17" fmla="*/ 869347 h 4876800"/>
                  <a:gd name="connsiteX18" fmla="*/ 212046 w 4286641"/>
                  <a:gd name="connsiteY18" fmla="*/ 869347 h 4876800"/>
                  <a:gd name="connsiteX19" fmla="*/ 212046 w 4286641"/>
                  <a:gd name="connsiteY19" fmla="*/ 361340 h 4876800"/>
                  <a:gd name="connsiteX20" fmla="*/ 361350 w 4286641"/>
                  <a:gd name="connsiteY20" fmla="*/ 212036 h 4876800"/>
                  <a:gd name="connsiteX21" fmla="*/ 2554138 w 4286641"/>
                  <a:gd name="connsiteY21" fmla="*/ 4664764 h 4876800"/>
                  <a:gd name="connsiteX22" fmla="*/ 361350 w 4286641"/>
                  <a:gd name="connsiteY22" fmla="*/ 4664764 h 4876800"/>
                  <a:gd name="connsiteX23" fmla="*/ 212046 w 4286641"/>
                  <a:gd name="connsiteY23" fmla="*/ 4515460 h 4876800"/>
                  <a:gd name="connsiteX24" fmla="*/ 212046 w 4286641"/>
                  <a:gd name="connsiteY24" fmla="*/ 4049859 h 4876800"/>
                  <a:gd name="connsiteX25" fmla="*/ 2703452 w 4286641"/>
                  <a:gd name="connsiteY25" fmla="*/ 4049859 h 4876800"/>
                  <a:gd name="connsiteX26" fmla="*/ 2703452 w 4286641"/>
                  <a:gd name="connsiteY26" fmla="*/ 4515460 h 4876800"/>
                  <a:gd name="connsiteX27" fmla="*/ 2554138 w 4286641"/>
                  <a:gd name="connsiteY27" fmla="*/ 4664764 h 4876800"/>
                  <a:gd name="connsiteX28" fmla="*/ 2703443 w 4286641"/>
                  <a:gd name="connsiteY28" fmla="*/ 3837832 h 4876800"/>
                  <a:gd name="connsiteX29" fmla="*/ 212036 w 4286641"/>
                  <a:gd name="connsiteY29" fmla="*/ 3837832 h 4876800"/>
                  <a:gd name="connsiteX30" fmla="*/ 212036 w 4286641"/>
                  <a:gd name="connsiteY30" fmla="*/ 1081373 h 4876800"/>
                  <a:gd name="connsiteX31" fmla="*/ 524789 w 4286641"/>
                  <a:gd name="connsiteY31" fmla="*/ 1081373 h 4876800"/>
                  <a:gd name="connsiteX32" fmla="*/ 736816 w 4286641"/>
                  <a:gd name="connsiteY32" fmla="*/ 1081373 h 4876800"/>
                  <a:gd name="connsiteX33" fmla="*/ 2703443 w 4286641"/>
                  <a:gd name="connsiteY33" fmla="*/ 1081373 h 4876800"/>
                  <a:gd name="connsiteX34" fmla="*/ 2703443 w 4286641"/>
                  <a:gd name="connsiteY34" fmla="*/ 1743980 h 4876800"/>
                  <a:gd name="connsiteX35" fmla="*/ 2166280 w 4286641"/>
                  <a:gd name="connsiteY35" fmla="*/ 1399423 h 4876800"/>
                  <a:gd name="connsiteX36" fmla="*/ 2097138 w 4286641"/>
                  <a:gd name="connsiteY36" fmla="*/ 1300020 h 4876800"/>
                  <a:gd name="connsiteX37" fmla="*/ 1979886 w 4286641"/>
                  <a:gd name="connsiteY37" fmla="*/ 1330290 h 4876800"/>
                  <a:gd name="connsiteX38" fmla="*/ 2703452 w 4286641"/>
                  <a:gd name="connsiteY38" fmla="*/ 3175197 h 4876800"/>
                  <a:gd name="connsiteX39" fmla="*/ 2703452 w 4286641"/>
                  <a:gd name="connsiteY39" fmla="*/ 3837832 h 4876800"/>
                  <a:gd name="connsiteX40" fmla="*/ 2703443 w 4286641"/>
                  <a:gd name="connsiteY40" fmla="*/ 3837832 h 4876800"/>
                  <a:gd name="connsiteX0" fmla="*/ 4286641 w 4286641"/>
                  <a:gd name="connsiteY0" fmla="*/ 1850012 h 4876800"/>
                  <a:gd name="connsiteX1" fmla="*/ 2915479 w 4286641"/>
                  <a:gd name="connsiteY1" fmla="*/ 1743989 h 4876800"/>
                  <a:gd name="connsiteX2" fmla="*/ 2915479 w 4286641"/>
                  <a:gd name="connsiteY2" fmla="*/ 361340 h 4876800"/>
                  <a:gd name="connsiteX3" fmla="*/ 2554138 w 4286641"/>
                  <a:gd name="connsiteY3" fmla="*/ 0 h 4876800"/>
                  <a:gd name="connsiteX4" fmla="*/ 361350 w 4286641"/>
                  <a:gd name="connsiteY4" fmla="*/ 0 h 4876800"/>
                  <a:gd name="connsiteX5" fmla="*/ 0 w 4286641"/>
                  <a:gd name="connsiteY5" fmla="*/ 361340 h 4876800"/>
                  <a:gd name="connsiteX6" fmla="*/ 0 w 4286641"/>
                  <a:gd name="connsiteY6" fmla="*/ 4515460 h 4876800"/>
                  <a:gd name="connsiteX7" fmla="*/ 361340 w 4286641"/>
                  <a:gd name="connsiteY7" fmla="*/ 4876800 h 4876800"/>
                  <a:gd name="connsiteX8" fmla="*/ 2554138 w 4286641"/>
                  <a:gd name="connsiteY8" fmla="*/ 4876800 h 4876800"/>
                  <a:gd name="connsiteX9" fmla="*/ 2915488 w 4286641"/>
                  <a:gd name="connsiteY9" fmla="*/ 4515460 h 4876800"/>
                  <a:gd name="connsiteX10" fmla="*/ 2915488 w 4286641"/>
                  <a:gd name="connsiteY10" fmla="*/ 3175225 h 4876800"/>
                  <a:gd name="connsiteX11" fmla="*/ 4180628 w 4286641"/>
                  <a:gd name="connsiteY11" fmla="*/ 3175225 h 4876800"/>
                  <a:gd name="connsiteX12" fmla="*/ 4286641 w 4286641"/>
                  <a:gd name="connsiteY12" fmla="*/ 3069212 h 4876800"/>
                  <a:gd name="connsiteX13" fmla="*/ 4286641 w 4286641"/>
                  <a:gd name="connsiteY13" fmla="*/ 1850012 h 4876800"/>
                  <a:gd name="connsiteX14" fmla="*/ 361350 w 4286641"/>
                  <a:gd name="connsiteY14" fmla="*/ 212036 h 4876800"/>
                  <a:gd name="connsiteX15" fmla="*/ 2554138 w 4286641"/>
                  <a:gd name="connsiteY15" fmla="*/ 212036 h 4876800"/>
                  <a:gd name="connsiteX16" fmla="*/ 2703452 w 4286641"/>
                  <a:gd name="connsiteY16" fmla="*/ 361340 h 4876800"/>
                  <a:gd name="connsiteX17" fmla="*/ 2703452 w 4286641"/>
                  <a:gd name="connsiteY17" fmla="*/ 869347 h 4876800"/>
                  <a:gd name="connsiteX18" fmla="*/ 212046 w 4286641"/>
                  <a:gd name="connsiteY18" fmla="*/ 869347 h 4876800"/>
                  <a:gd name="connsiteX19" fmla="*/ 212046 w 4286641"/>
                  <a:gd name="connsiteY19" fmla="*/ 361340 h 4876800"/>
                  <a:gd name="connsiteX20" fmla="*/ 361350 w 4286641"/>
                  <a:gd name="connsiteY20" fmla="*/ 212036 h 4876800"/>
                  <a:gd name="connsiteX21" fmla="*/ 2554138 w 4286641"/>
                  <a:gd name="connsiteY21" fmla="*/ 4664764 h 4876800"/>
                  <a:gd name="connsiteX22" fmla="*/ 361350 w 4286641"/>
                  <a:gd name="connsiteY22" fmla="*/ 4664764 h 4876800"/>
                  <a:gd name="connsiteX23" fmla="*/ 212046 w 4286641"/>
                  <a:gd name="connsiteY23" fmla="*/ 4515460 h 4876800"/>
                  <a:gd name="connsiteX24" fmla="*/ 212046 w 4286641"/>
                  <a:gd name="connsiteY24" fmla="*/ 4049859 h 4876800"/>
                  <a:gd name="connsiteX25" fmla="*/ 2703452 w 4286641"/>
                  <a:gd name="connsiteY25" fmla="*/ 4049859 h 4876800"/>
                  <a:gd name="connsiteX26" fmla="*/ 2703452 w 4286641"/>
                  <a:gd name="connsiteY26" fmla="*/ 4515460 h 4876800"/>
                  <a:gd name="connsiteX27" fmla="*/ 2554138 w 4286641"/>
                  <a:gd name="connsiteY27" fmla="*/ 4664764 h 4876800"/>
                  <a:gd name="connsiteX28" fmla="*/ 2703443 w 4286641"/>
                  <a:gd name="connsiteY28" fmla="*/ 3837832 h 4876800"/>
                  <a:gd name="connsiteX29" fmla="*/ 212036 w 4286641"/>
                  <a:gd name="connsiteY29" fmla="*/ 3837832 h 4876800"/>
                  <a:gd name="connsiteX30" fmla="*/ 212036 w 4286641"/>
                  <a:gd name="connsiteY30" fmla="*/ 1081373 h 4876800"/>
                  <a:gd name="connsiteX31" fmla="*/ 524789 w 4286641"/>
                  <a:gd name="connsiteY31" fmla="*/ 1081373 h 4876800"/>
                  <a:gd name="connsiteX32" fmla="*/ 736816 w 4286641"/>
                  <a:gd name="connsiteY32" fmla="*/ 1081373 h 4876800"/>
                  <a:gd name="connsiteX33" fmla="*/ 2703443 w 4286641"/>
                  <a:gd name="connsiteY33" fmla="*/ 1081373 h 4876800"/>
                  <a:gd name="connsiteX34" fmla="*/ 2703443 w 4286641"/>
                  <a:gd name="connsiteY34" fmla="*/ 1743980 h 4876800"/>
                  <a:gd name="connsiteX35" fmla="*/ 2166280 w 4286641"/>
                  <a:gd name="connsiteY35" fmla="*/ 1399423 h 4876800"/>
                  <a:gd name="connsiteX36" fmla="*/ 1979886 w 4286641"/>
                  <a:gd name="connsiteY36" fmla="*/ 1330290 h 4876800"/>
                  <a:gd name="connsiteX37" fmla="*/ 2703452 w 4286641"/>
                  <a:gd name="connsiteY37" fmla="*/ 3175197 h 4876800"/>
                  <a:gd name="connsiteX38" fmla="*/ 2703452 w 4286641"/>
                  <a:gd name="connsiteY38" fmla="*/ 3837832 h 4876800"/>
                  <a:gd name="connsiteX39" fmla="*/ 2703443 w 4286641"/>
                  <a:gd name="connsiteY39" fmla="*/ 3837832 h 4876800"/>
                  <a:gd name="connsiteX0" fmla="*/ 4286641 w 4286641"/>
                  <a:gd name="connsiteY0" fmla="*/ 1850012 h 4876800"/>
                  <a:gd name="connsiteX1" fmla="*/ 2915479 w 4286641"/>
                  <a:gd name="connsiteY1" fmla="*/ 1743989 h 4876800"/>
                  <a:gd name="connsiteX2" fmla="*/ 2915479 w 4286641"/>
                  <a:gd name="connsiteY2" fmla="*/ 361340 h 4876800"/>
                  <a:gd name="connsiteX3" fmla="*/ 2554138 w 4286641"/>
                  <a:gd name="connsiteY3" fmla="*/ 0 h 4876800"/>
                  <a:gd name="connsiteX4" fmla="*/ 361350 w 4286641"/>
                  <a:gd name="connsiteY4" fmla="*/ 0 h 4876800"/>
                  <a:gd name="connsiteX5" fmla="*/ 0 w 4286641"/>
                  <a:gd name="connsiteY5" fmla="*/ 361340 h 4876800"/>
                  <a:gd name="connsiteX6" fmla="*/ 0 w 4286641"/>
                  <a:gd name="connsiteY6" fmla="*/ 4515460 h 4876800"/>
                  <a:gd name="connsiteX7" fmla="*/ 361340 w 4286641"/>
                  <a:gd name="connsiteY7" fmla="*/ 4876800 h 4876800"/>
                  <a:gd name="connsiteX8" fmla="*/ 2554138 w 4286641"/>
                  <a:gd name="connsiteY8" fmla="*/ 4876800 h 4876800"/>
                  <a:gd name="connsiteX9" fmla="*/ 2915488 w 4286641"/>
                  <a:gd name="connsiteY9" fmla="*/ 4515460 h 4876800"/>
                  <a:gd name="connsiteX10" fmla="*/ 2915488 w 4286641"/>
                  <a:gd name="connsiteY10" fmla="*/ 3175225 h 4876800"/>
                  <a:gd name="connsiteX11" fmla="*/ 4180628 w 4286641"/>
                  <a:gd name="connsiteY11" fmla="*/ 3175225 h 4876800"/>
                  <a:gd name="connsiteX12" fmla="*/ 4286641 w 4286641"/>
                  <a:gd name="connsiteY12" fmla="*/ 3069212 h 4876800"/>
                  <a:gd name="connsiteX13" fmla="*/ 4286641 w 4286641"/>
                  <a:gd name="connsiteY13" fmla="*/ 1850012 h 4876800"/>
                  <a:gd name="connsiteX14" fmla="*/ 361350 w 4286641"/>
                  <a:gd name="connsiteY14" fmla="*/ 212036 h 4876800"/>
                  <a:gd name="connsiteX15" fmla="*/ 2554138 w 4286641"/>
                  <a:gd name="connsiteY15" fmla="*/ 212036 h 4876800"/>
                  <a:gd name="connsiteX16" fmla="*/ 2703452 w 4286641"/>
                  <a:gd name="connsiteY16" fmla="*/ 361340 h 4876800"/>
                  <a:gd name="connsiteX17" fmla="*/ 2703452 w 4286641"/>
                  <a:gd name="connsiteY17" fmla="*/ 869347 h 4876800"/>
                  <a:gd name="connsiteX18" fmla="*/ 212046 w 4286641"/>
                  <a:gd name="connsiteY18" fmla="*/ 869347 h 4876800"/>
                  <a:gd name="connsiteX19" fmla="*/ 212046 w 4286641"/>
                  <a:gd name="connsiteY19" fmla="*/ 361340 h 4876800"/>
                  <a:gd name="connsiteX20" fmla="*/ 361350 w 4286641"/>
                  <a:gd name="connsiteY20" fmla="*/ 212036 h 4876800"/>
                  <a:gd name="connsiteX21" fmla="*/ 2554138 w 4286641"/>
                  <a:gd name="connsiteY21" fmla="*/ 4664764 h 4876800"/>
                  <a:gd name="connsiteX22" fmla="*/ 361350 w 4286641"/>
                  <a:gd name="connsiteY22" fmla="*/ 4664764 h 4876800"/>
                  <a:gd name="connsiteX23" fmla="*/ 212046 w 4286641"/>
                  <a:gd name="connsiteY23" fmla="*/ 4515460 h 4876800"/>
                  <a:gd name="connsiteX24" fmla="*/ 212046 w 4286641"/>
                  <a:gd name="connsiteY24" fmla="*/ 4049859 h 4876800"/>
                  <a:gd name="connsiteX25" fmla="*/ 2703452 w 4286641"/>
                  <a:gd name="connsiteY25" fmla="*/ 4049859 h 4876800"/>
                  <a:gd name="connsiteX26" fmla="*/ 2703452 w 4286641"/>
                  <a:gd name="connsiteY26" fmla="*/ 4515460 h 4876800"/>
                  <a:gd name="connsiteX27" fmla="*/ 2554138 w 4286641"/>
                  <a:gd name="connsiteY27" fmla="*/ 4664764 h 4876800"/>
                  <a:gd name="connsiteX28" fmla="*/ 2703443 w 4286641"/>
                  <a:gd name="connsiteY28" fmla="*/ 3837832 h 4876800"/>
                  <a:gd name="connsiteX29" fmla="*/ 212036 w 4286641"/>
                  <a:gd name="connsiteY29" fmla="*/ 3837832 h 4876800"/>
                  <a:gd name="connsiteX30" fmla="*/ 212036 w 4286641"/>
                  <a:gd name="connsiteY30" fmla="*/ 1081373 h 4876800"/>
                  <a:gd name="connsiteX31" fmla="*/ 524789 w 4286641"/>
                  <a:gd name="connsiteY31" fmla="*/ 1081373 h 4876800"/>
                  <a:gd name="connsiteX32" fmla="*/ 736816 w 4286641"/>
                  <a:gd name="connsiteY32" fmla="*/ 1081373 h 4876800"/>
                  <a:gd name="connsiteX33" fmla="*/ 2703443 w 4286641"/>
                  <a:gd name="connsiteY33" fmla="*/ 1081373 h 4876800"/>
                  <a:gd name="connsiteX34" fmla="*/ 2703443 w 4286641"/>
                  <a:gd name="connsiteY34" fmla="*/ 1743980 h 4876800"/>
                  <a:gd name="connsiteX35" fmla="*/ 2166280 w 4286641"/>
                  <a:gd name="connsiteY35" fmla="*/ 1399423 h 4876800"/>
                  <a:gd name="connsiteX36" fmla="*/ 2703452 w 4286641"/>
                  <a:gd name="connsiteY36" fmla="*/ 3175197 h 4876800"/>
                  <a:gd name="connsiteX37" fmla="*/ 2703452 w 4286641"/>
                  <a:gd name="connsiteY37" fmla="*/ 3837832 h 4876800"/>
                  <a:gd name="connsiteX38" fmla="*/ 2703443 w 4286641"/>
                  <a:gd name="connsiteY38" fmla="*/ 3837832 h 4876800"/>
                  <a:gd name="connsiteX0" fmla="*/ 4286641 w 4286641"/>
                  <a:gd name="connsiteY0" fmla="*/ 1850012 h 4876800"/>
                  <a:gd name="connsiteX1" fmla="*/ 2915479 w 4286641"/>
                  <a:gd name="connsiteY1" fmla="*/ 1743989 h 4876800"/>
                  <a:gd name="connsiteX2" fmla="*/ 2915479 w 4286641"/>
                  <a:gd name="connsiteY2" fmla="*/ 361340 h 4876800"/>
                  <a:gd name="connsiteX3" fmla="*/ 2554138 w 4286641"/>
                  <a:gd name="connsiteY3" fmla="*/ 0 h 4876800"/>
                  <a:gd name="connsiteX4" fmla="*/ 361350 w 4286641"/>
                  <a:gd name="connsiteY4" fmla="*/ 0 h 4876800"/>
                  <a:gd name="connsiteX5" fmla="*/ 0 w 4286641"/>
                  <a:gd name="connsiteY5" fmla="*/ 361340 h 4876800"/>
                  <a:gd name="connsiteX6" fmla="*/ 0 w 4286641"/>
                  <a:gd name="connsiteY6" fmla="*/ 4515460 h 4876800"/>
                  <a:gd name="connsiteX7" fmla="*/ 361340 w 4286641"/>
                  <a:gd name="connsiteY7" fmla="*/ 4876800 h 4876800"/>
                  <a:gd name="connsiteX8" fmla="*/ 2554138 w 4286641"/>
                  <a:gd name="connsiteY8" fmla="*/ 4876800 h 4876800"/>
                  <a:gd name="connsiteX9" fmla="*/ 2915488 w 4286641"/>
                  <a:gd name="connsiteY9" fmla="*/ 4515460 h 4876800"/>
                  <a:gd name="connsiteX10" fmla="*/ 2915488 w 4286641"/>
                  <a:gd name="connsiteY10" fmla="*/ 3175225 h 4876800"/>
                  <a:gd name="connsiteX11" fmla="*/ 4180628 w 4286641"/>
                  <a:gd name="connsiteY11" fmla="*/ 3175225 h 4876800"/>
                  <a:gd name="connsiteX12" fmla="*/ 4286641 w 4286641"/>
                  <a:gd name="connsiteY12" fmla="*/ 3069212 h 4876800"/>
                  <a:gd name="connsiteX13" fmla="*/ 4286641 w 4286641"/>
                  <a:gd name="connsiteY13" fmla="*/ 1850012 h 4876800"/>
                  <a:gd name="connsiteX14" fmla="*/ 361350 w 4286641"/>
                  <a:gd name="connsiteY14" fmla="*/ 212036 h 4876800"/>
                  <a:gd name="connsiteX15" fmla="*/ 2554138 w 4286641"/>
                  <a:gd name="connsiteY15" fmla="*/ 212036 h 4876800"/>
                  <a:gd name="connsiteX16" fmla="*/ 2703452 w 4286641"/>
                  <a:gd name="connsiteY16" fmla="*/ 361340 h 4876800"/>
                  <a:gd name="connsiteX17" fmla="*/ 2703452 w 4286641"/>
                  <a:gd name="connsiteY17" fmla="*/ 869347 h 4876800"/>
                  <a:gd name="connsiteX18" fmla="*/ 212046 w 4286641"/>
                  <a:gd name="connsiteY18" fmla="*/ 869347 h 4876800"/>
                  <a:gd name="connsiteX19" fmla="*/ 212046 w 4286641"/>
                  <a:gd name="connsiteY19" fmla="*/ 361340 h 4876800"/>
                  <a:gd name="connsiteX20" fmla="*/ 361350 w 4286641"/>
                  <a:gd name="connsiteY20" fmla="*/ 212036 h 4876800"/>
                  <a:gd name="connsiteX21" fmla="*/ 2554138 w 4286641"/>
                  <a:gd name="connsiteY21" fmla="*/ 4664764 h 4876800"/>
                  <a:gd name="connsiteX22" fmla="*/ 361350 w 4286641"/>
                  <a:gd name="connsiteY22" fmla="*/ 4664764 h 4876800"/>
                  <a:gd name="connsiteX23" fmla="*/ 212046 w 4286641"/>
                  <a:gd name="connsiteY23" fmla="*/ 4515460 h 4876800"/>
                  <a:gd name="connsiteX24" fmla="*/ 212046 w 4286641"/>
                  <a:gd name="connsiteY24" fmla="*/ 4049859 h 4876800"/>
                  <a:gd name="connsiteX25" fmla="*/ 2703452 w 4286641"/>
                  <a:gd name="connsiteY25" fmla="*/ 4049859 h 4876800"/>
                  <a:gd name="connsiteX26" fmla="*/ 2703452 w 4286641"/>
                  <a:gd name="connsiteY26" fmla="*/ 4515460 h 4876800"/>
                  <a:gd name="connsiteX27" fmla="*/ 2554138 w 4286641"/>
                  <a:gd name="connsiteY27" fmla="*/ 4664764 h 4876800"/>
                  <a:gd name="connsiteX28" fmla="*/ 2703443 w 4286641"/>
                  <a:gd name="connsiteY28" fmla="*/ 3837832 h 4876800"/>
                  <a:gd name="connsiteX29" fmla="*/ 212036 w 4286641"/>
                  <a:gd name="connsiteY29" fmla="*/ 3837832 h 4876800"/>
                  <a:gd name="connsiteX30" fmla="*/ 212036 w 4286641"/>
                  <a:gd name="connsiteY30" fmla="*/ 1081373 h 4876800"/>
                  <a:gd name="connsiteX31" fmla="*/ 524789 w 4286641"/>
                  <a:gd name="connsiteY31" fmla="*/ 1081373 h 4876800"/>
                  <a:gd name="connsiteX32" fmla="*/ 736816 w 4286641"/>
                  <a:gd name="connsiteY32" fmla="*/ 1081373 h 4876800"/>
                  <a:gd name="connsiteX33" fmla="*/ 2703443 w 4286641"/>
                  <a:gd name="connsiteY33" fmla="*/ 1081373 h 4876800"/>
                  <a:gd name="connsiteX34" fmla="*/ 2703443 w 4286641"/>
                  <a:gd name="connsiteY34" fmla="*/ 1743980 h 4876800"/>
                  <a:gd name="connsiteX35" fmla="*/ 2703452 w 4286641"/>
                  <a:gd name="connsiteY35" fmla="*/ 3175197 h 4876800"/>
                  <a:gd name="connsiteX36" fmla="*/ 2703452 w 4286641"/>
                  <a:gd name="connsiteY36" fmla="*/ 3837832 h 4876800"/>
                  <a:gd name="connsiteX37" fmla="*/ 2703443 w 4286641"/>
                  <a:gd name="connsiteY37" fmla="*/ 3837832 h 4876800"/>
                  <a:gd name="connsiteX0" fmla="*/ 4286641 w 4286641"/>
                  <a:gd name="connsiteY0" fmla="*/ 3069212 h 4876800"/>
                  <a:gd name="connsiteX1" fmla="*/ 2915479 w 4286641"/>
                  <a:gd name="connsiteY1" fmla="*/ 1743989 h 4876800"/>
                  <a:gd name="connsiteX2" fmla="*/ 2915479 w 4286641"/>
                  <a:gd name="connsiteY2" fmla="*/ 361340 h 4876800"/>
                  <a:gd name="connsiteX3" fmla="*/ 2554138 w 4286641"/>
                  <a:gd name="connsiteY3" fmla="*/ 0 h 4876800"/>
                  <a:gd name="connsiteX4" fmla="*/ 361350 w 4286641"/>
                  <a:gd name="connsiteY4" fmla="*/ 0 h 4876800"/>
                  <a:gd name="connsiteX5" fmla="*/ 0 w 4286641"/>
                  <a:gd name="connsiteY5" fmla="*/ 361340 h 4876800"/>
                  <a:gd name="connsiteX6" fmla="*/ 0 w 4286641"/>
                  <a:gd name="connsiteY6" fmla="*/ 4515460 h 4876800"/>
                  <a:gd name="connsiteX7" fmla="*/ 361340 w 4286641"/>
                  <a:gd name="connsiteY7" fmla="*/ 4876800 h 4876800"/>
                  <a:gd name="connsiteX8" fmla="*/ 2554138 w 4286641"/>
                  <a:gd name="connsiteY8" fmla="*/ 4876800 h 4876800"/>
                  <a:gd name="connsiteX9" fmla="*/ 2915488 w 4286641"/>
                  <a:gd name="connsiteY9" fmla="*/ 4515460 h 4876800"/>
                  <a:gd name="connsiteX10" fmla="*/ 2915488 w 4286641"/>
                  <a:gd name="connsiteY10" fmla="*/ 3175225 h 4876800"/>
                  <a:gd name="connsiteX11" fmla="*/ 4180628 w 4286641"/>
                  <a:gd name="connsiteY11" fmla="*/ 3175225 h 4876800"/>
                  <a:gd name="connsiteX12" fmla="*/ 4286641 w 4286641"/>
                  <a:gd name="connsiteY12" fmla="*/ 3069212 h 4876800"/>
                  <a:gd name="connsiteX13" fmla="*/ 361350 w 4286641"/>
                  <a:gd name="connsiteY13" fmla="*/ 212036 h 4876800"/>
                  <a:gd name="connsiteX14" fmla="*/ 2554138 w 4286641"/>
                  <a:gd name="connsiteY14" fmla="*/ 212036 h 4876800"/>
                  <a:gd name="connsiteX15" fmla="*/ 2703452 w 4286641"/>
                  <a:gd name="connsiteY15" fmla="*/ 361340 h 4876800"/>
                  <a:gd name="connsiteX16" fmla="*/ 2703452 w 4286641"/>
                  <a:gd name="connsiteY16" fmla="*/ 869347 h 4876800"/>
                  <a:gd name="connsiteX17" fmla="*/ 212046 w 4286641"/>
                  <a:gd name="connsiteY17" fmla="*/ 869347 h 4876800"/>
                  <a:gd name="connsiteX18" fmla="*/ 212046 w 4286641"/>
                  <a:gd name="connsiteY18" fmla="*/ 361340 h 4876800"/>
                  <a:gd name="connsiteX19" fmla="*/ 361350 w 4286641"/>
                  <a:gd name="connsiteY19" fmla="*/ 212036 h 4876800"/>
                  <a:gd name="connsiteX20" fmla="*/ 2554138 w 4286641"/>
                  <a:gd name="connsiteY20" fmla="*/ 4664764 h 4876800"/>
                  <a:gd name="connsiteX21" fmla="*/ 361350 w 4286641"/>
                  <a:gd name="connsiteY21" fmla="*/ 4664764 h 4876800"/>
                  <a:gd name="connsiteX22" fmla="*/ 212046 w 4286641"/>
                  <a:gd name="connsiteY22" fmla="*/ 4515460 h 4876800"/>
                  <a:gd name="connsiteX23" fmla="*/ 212046 w 4286641"/>
                  <a:gd name="connsiteY23" fmla="*/ 4049859 h 4876800"/>
                  <a:gd name="connsiteX24" fmla="*/ 2703452 w 4286641"/>
                  <a:gd name="connsiteY24" fmla="*/ 4049859 h 4876800"/>
                  <a:gd name="connsiteX25" fmla="*/ 2703452 w 4286641"/>
                  <a:gd name="connsiteY25" fmla="*/ 4515460 h 4876800"/>
                  <a:gd name="connsiteX26" fmla="*/ 2554138 w 4286641"/>
                  <a:gd name="connsiteY26" fmla="*/ 4664764 h 4876800"/>
                  <a:gd name="connsiteX27" fmla="*/ 2703443 w 4286641"/>
                  <a:gd name="connsiteY27" fmla="*/ 3837832 h 4876800"/>
                  <a:gd name="connsiteX28" fmla="*/ 212036 w 4286641"/>
                  <a:gd name="connsiteY28" fmla="*/ 3837832 h 4876800"/>
                  <a:gd name="connsiteX29" fmla="*/ 212036 w 4286641"/>
                  <a:gd name="connsiteY29" fmla="*/ 1081373 h 4876800"/>
                  <a:gd name="connsiteX30" fmla="*/ 524789 w 4286641"/>
                  <a:gd name="connsiteY30" fmla="*/ 1081373 h 4876800"/>
                  <a:gd name="connsiteX31" fmla="*/ 736816 w 4286641"/>
                  <a:gd name="connsiteY31" fmla="*/ 1081373 h 4876800"/>
                  <a:gd name="connsiteX32" fmla="*/ 2703443 w 4286641"/>
                  <a:gd name="connsiteY32" fmla="*/ 1081373 h 4876800"/>
                  <a:gd name="connsiteX33" fmla="*/ 2703443 w 4286641"/>
                  <a:gd name="connsiteY33" fmla="*/ 1743980 h 4876800"/>
                  <a:gd name="connsiteX34" fmla="*/ 2703452 w 4286641"/>
                  <a:gd name="connsiteY34" fmla="*/ 3175197 h 4876800"/>
                  <a:gd name="connsiteX35" fmla="*/ 2703452 w 4286641"/>
                  <a:gd name="connsiteY35" fmla="*/ 3837832 h 4876800"/>
                  <a:gd name="connsiteX36" fmla="*/ 2703443 w 4286641"/>
                  <a:gd name="connsiteY36" fmla="*/ 3837832 h 4876800"/>
                  <a:gd name="connsiteX0" fmla="*/ 4286641 w 4286641"/>
                  <a:gd name="connsiteY0" fmla="*/ 3069212 h 4876800"/>
                  <a:gd name="connsiteX1" fmla="*/ 2915479 w 4286641"/>
                  <a:gd name="connsiteY1" fmla="*/ 1743989 h 4876800"/>
                  <a:gd name="connsiteX2" fmla="*/ 2915479 w 4286641"/>
                  <a:gd name="connsiteY2" fmla="*/ 361340 h 4876800"/>
                  <a:gd name="connsiteX3" fmla="*/ 2554138 w 4286641"/>
                  <a:gd name="connsiteY3" fmla="*/ 0 h 4876800"/>
                  <a:gd name="connsiteX4" fmla="*/ 361350 w 4286641"/>
                  <a:gd name="connsiteY4" fmla="*/ 0 h 4876800"/>
                  <a:gd name="connsiteX5" fmla="*/ 0 w 4286641"/>
                  <a:gd name="connsiteY5" fmla="*/ 361340 h 4876800"/>
                  <a:gd name="connsiteX6" fmla="*/ 0 w 4286641"/>
                  <a:gd name="connsiteY6" fmla="*/ 4515460 h 4876800"/>
                  <a:gd name="connsiteX7" fmla="*/ 361340 w 4286641"/>
                  <a:gd name="connsiteY7" fmla="*/ 4876800 h 4876800"/>
                  <a:gd name="connsiteX8" fmla="*/ 2554138 w 4286641"/>
                  <a:gd name="connsiteY8" fmla="*/ 4876800 h 4876800"/>
                  <a:gd name="connsiteX9" fmla="*/ 2915488 w 4286641"/>
                  <a:gd name="connsiteY9" fmla="*/ 4515460 h 4876800"/>
                  <a:gd name="connsiteX10" fmla="*/ 2915488 w 4286641"/>
                  <a:gd name="connsiteY10" fmla="*/ 3175225 h 4876800"/>
                  <a:gd name="connsiteX11" fmla="*/ 4286641 w 4286641"/>
                  <a:gd name="connsiteY11" fmla="*/ 3069212 h 4876800"/>
                  <a:gd name="connsiteX12" fmla="*/ 361350 w 4286641"/>
                  <a:gd name="connsiteY12" fmla="*/ 212036 h 4876800"/>
                  <a:gd name="connsiteX13" fmla="*/ 2554138 w 4286641"/>
                  <a:gd name="connsiteY13" fmla="*/ 212036 h 4876800"/>
                  <a:gd name="connsiteX14" fmla="*/ 2703452 w 4286641"/>
                  <a:gd name="connsiteY14" fmla="*/ 361340 h 4876800"/>
                  <a:gd name="connsiteX15" fmla="*/ 2703452 w 4286641"/>
                  <a:gd name="connsiteY15" fmla="*/ 869347 h 4876800"/>
                  <a:gd name="connsiteX16" fmla="*/ 212046 w 4286641"/>
                  <a:gd name="connsiteY16" fmla="*/ 869347 h 4876800"/>
                  <a:gd name="connsiteX17" fmla="*/ 212046 w 4286641"/>
                  <a:gd name="connsiteY17" fmla="*/ 361340 h 4876800"/>
                  <a:gd name="connsiteX18" fmla="*/ 361350 w 4286641"/>
                  <a:gd name="connsiteY18" fmla="*/ 212036 h 4876800"/>
                  <a:gd name="connsiteX19" fmla="*/ 2554138 w 4286641"/>
                  <a:gd name="connsiteY19" fmla="*/ 4664764 h 4876800"/>
                  <a:gd name="connsiteX20" fmla="*/ 361350 w 4286641"/>
                  <a:gd name="connsiteY20" fmla="*/ 4664764 h 4876800"/>
                  <a:gd name="connsiteX21" fmla="*/ 212046 w 4286641"/>
                  <a:gd name="connsiteY21" fmla="*/ 4515460 h 4876800"/>
                  <a:gd name="connsiteX22" fmla="*/ 212046 w 4286641"/>
                  <a:gd name="connsiteY22" fmla="*/ 4049859 h 4876800"/>
                  <a:gd name="connsiteX23" fmla="*/ 2703452 w 4286641"/>
                  <a:gd name="connsiteY23" fmla="*/ 4049859 h 4876800"/>
                  <a:gd name="connsiteX24" fmla="*/ 2703452 w 4286641"/>
                  <a:gd name="connsiteY24" fmla="*/ 4515460 h 4876800"/>
                  <a:gd name="connsiteX25" fmla="*/ 2554138 w 4286641"/>
                  <a:gd name="connsiteY25" fmla="*/ 4664764 h 4876800"/>
                  <a:gd name="connsiteX26" fmla="*/ 2703443 w 4286641"/>
                  <a:gd name="connsiteY26" fmla="*/ 3837832 h 4876800"/>
                  <a:gd name="connsiteX27" fmla="*/ 212036 w 4286641"/>
                  <a:gd name="connsiteY27" fmla="*/ 3837832 h 4876800"/>
                  <a:gd name="connsiteX28" fmla="*/ 212036 w 4286641"/>
                  <a:gd name="connsiteY28" fmla="*/ 1081373 h 4876800"/>
                  <a:gd name="connsiteX29" fmla="*/ 524789 w 4286641"/>
                  <a:gd name="connsiteY29" fmla="*/ 1081373 h 4876800"/>
                  <a:gd name="connsiteX30" fmla="*/ 736816 w 4286641"/>
                  <a:gd name="connsiteY30" fmla="*/ 1081373 h 4876800"/>
                  <a:gd name="connsiteX31" fmla="*/ 2703443 w 4286641"/>
                  <a:gd name="connsiteY31" fmla="*/ 1081373 h 4876800"/>
                  <a:gd name="connsiteX32" fmla="*/ 2703443 w 4286641"/>
                  <a:gd name="connsiteY32" fmla="*/ 1743980 h 4876800"/>
                  <a:gd name="connsiteX33" fmla="*/ 2703452 w 4286641"/>
                  <a:gd name="connsiteY33" fmla="*/ 3175197 h 4876800"/>
                  <a:gd name="connsiteX34" fmla="*/ 2703452 w 4286641"/>
                  <a:gd name="connsiteY34" fmla="*/ 3837832 h 4876800"/>
                  <a:gd name="connsiteX35" fmla="*/ 2703443 w 4286641"/>
                  <a:gd name="connsiteY35" fmla="*/ 3837832 h 4876800"/>
                  <a:gd name="connsiteX0" fmla="*/ 2915488 w 2915488"/>
                  <a:gd name="connsiteY0" fmla="*/ 3175225 h 4876800"/>
                  <a:gd name="connsiteX1" fmla="*/ 2915479 w 2915488"/>
                  <a:gd name="connsiteY1" fmla="*/ 1743989 h 4876800"/>
                  <a:gd name="connsiteX2" fmla="*/ 2915479 w 2915488"/>
                  <a:gd name="connsiteY2" fmla="*/ 361340 h 4876800"/>
                  <a:gd name="connsiteX3" fmla="*/ 2554138 w 2915488"/>
                  <a:gd name="connsiteY3" fmla="*/ 0 h 4876800"/>
                  <a:gd name="connsiteX4" fmla="*/ 361350 w 2915488"/>
                  <a:gd name="connsiteY4" fmla="*/ 0 h 4876800"/>
                  <a:gd name="connsiteX5" fmla="*/ 0 w 2915488"/>
                  <a:gd name="connsiteY5" fmla="*/ 361340 h 4876800"/>
                  <a:gd name="connsiteX6" fmla="*/ 0 w 2915488"/>
                  <a:gd name="connsiteY6" fmla="*/ 4515460 h 4876800"/>
                  <a:gd name="connsiteX7" fmla="*/ 361340 w 2915488"/>
                  <a:gd name="connsiteY7" fmla="*/ 4876800 h 4876800"/>
                  <a:gd name="connsiteX8" fmla="*/ 2554138 w 2915488"/>
                  <a:gd name="connsiteY8" fmla="*/ 4876800 h 4876800"/>
                  <a:gd name="connsiteX9" fmla="*/ 2915488 w 2915488"/>
                  <a:gd name="connsiteY9" fmla="*/ 4515460 h 4876800"/>
                  <a:gd name="connsiteX10" fmla="*/ 2915488 w 2915488"/>
                  <a:gd name="connsiteY10" fmla="*/ 3175225 h 4876800"/>
                  <a:gd name="connsiteX11" fmla="*/ 361350 w 2915488"/>
                  <a:gd name="connsiteY11" fmla="*/ 212036 h 4876800"/>
                  <a:gd name="connsiteX12" fmla="*/ 2554138 w 2915488"/>
                  <a:gd name="connsiteY12" fmla="*/ 212036 h 4876800"/>
                  <a:gd name="connsiteX13" fmla="*/ 2703452 w 2915488"/>
                  <a:gd name="connsiteY13" fmla="*/ 361340 h 4876800"/>
                  <a:gd name="connsiteX14" fmla="*/ 2703452 w 2915488"/>
                  <a:gd name="connsiteY14" fmla="*/ 869347 h 4876800"/>
                  <a:gd name="connsiteX15" fmla="*/ 212046 w 2915488"/>
                  <a:gd name="connsiteY15" fmla="*/ 869347 h 4876800"/>
                  <a:gd name="connsiteX16" fmla="*/ 212046 w 2915488"/>
                  <a:gd name="connsiteY16" fmla="*/ 361340 h 4876800"/>
                  <a:gd name="connsiteX17" fmla="*/ 361350 w 2915488"/>
                  <a:gd name="connsiteY17" fmla="*/ 212036 h 4876800"/>
                  <a:gd name="connsiteX18" fmla="*/ 2554138 w 2915488"/>
                  <a:gd name="connsiteY18" fmla="*/ 4664764 h 4876800"/>
                  <a:gd name="connsiteX19" fmla="*/ 361350 w 2915488"/>
                  <a:gd name="connsiteY19" fmla="*/ 4664764 h 4876800"/>
                  <a:gd name="connsiteX20" fmla="*/ 212046 w 2915488"/>
                  <a:gd name="connsiteY20" fmla="*/ 4515460 h 4876800"/>
                  <a:gd name="connsiteX21" fmla="*/ 212046 w 2915488"/>
                  <a:gd name="connsiteY21" fmla="*/ 4049859 h 4876800"/>
                  <a:gd name="connsiteX22" fmla="*/ 2703452 w 2915488"/>
                  <a:gd name="connsiteY22" fmla="*/ 4049859 h 4876800"/>
                  <a:gd name="connsiteX23" fmla="*/ 2703452 w 2915488"/>
                  <a:gd name="connsiteY23" fmla="*/ 4515460 h 4876800"/>
                  <a:gd name="connsiteX24" fmla="*/ 2554138 w 2915488"/>
                  <a:gd name="connsiteY24" fmla="*/ 4664764 h 4876800"/>
                  <a:gd name="connsiteX25" fmla="*/ 2703443 w 2915488"/>
                  <a:gd name="connsiteY25" fmla="*/ 3837832 h 4876800"/>
                  <a:gd name="connsiteX26" fmla="*/ 212036 w 2915488"/>
                  <a:gd name="connsiteY26" fmla="*/ 3837832 h 4876800"/>
                  <a:gd name="connsiteX27" fmla="*/ 212036 w 2915488"/>
                  <a:gd name="connsiteY27" fmla="*/ 1081373 h 4876800"/>
                  <a:gd name="connsiteX28" fmla="*/ 524789 w 2915488"/>
                  <a:gd name="connsiteY28" fmla="*/ 1081373 h 4876800"/>
                  <a:gd name="connsiteX29" fmla="*/ 736816 w 2915488"/>
                  <a:gd name="connsiteY29" fmla="*/ 1081373 h 4876800"/>
                  <a:gd name="connsiteX30" fmla="*/ 2703443 w 2915488"/>
                  <a:gd name="connsiteY30" fmla="*/ 1081373 h 4876800"/>
                  <a:gd name="connsiteX31" fmla="*/ 2703443 w 2915488"/>
                  <a:gd name="connsiteY31" fmla="*/ 1743980 h 4876800"/>
                  <a:gd name="connsiteX32" fmla="*/ 2703452 w 2915488"/>
                  <a:gd name="connsiteY32" fmla="*/ 3175197 h 4876800"/>
                  <a:gd name="connsiteX33" fmla="*/ 2703452 w 2915488"/>
                  <a:gd name="connsiteY33" fmla="*/ 3837832 h 4876800"/>
                  <a:gd name="connsiteX34" fmla="*/ 2703443 w 2915488"/>
                  <a:gd name="connsiteY34" fmla="*/ 3837832 h 48768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</a:cxnLst>
                <a:rect l="l" t="t" r="r" b="b"/>
                <a:pathLst>
                  <a:path w="2915488" h="4876800">
                    <a:moveTo>
                      <a:pt x="2915488" y="3175225"/>
                    </a:moveTo>
                    <a:cubicBezTo>
                      <a:pt x="2915485" y="2698146"/>
                      <a:pt x="2915482" y="2221068"/>
                      <a:pt x="2915479" y="1743989"/>
                    </a:cubicBezTo>
                    <a:lnTo>
                      <a:pt x="2915479" y="361340"/>
                    </a:lnTo>
                    <a:cubicBezTo>
                      <a:pt x="2915479" y="162096"/>
                      <a:pt x="2753382" y="0"/>
                      <a:pt x="2554138" y="0"/>
                    </a:cubicBezTo>
                    <a:lnTo>
                      <a:pt x="361350" y="0"/>
                    </a:lnTo>
                    <a:cubicBezTo>
                      <a:pt x="162116" y="0"/>
                      <a:pt x="0" y="162096"/>
                      <a:pt x="0" y="361340"/>
                    </a:cubicBezTo>
                    <a:lnTo>
                      <a:pt x="0" y="4515460"/>
                    </a:lnTo>
                    <a:cubicBezTo>
                      <a:pt x="0" y="4714694"/>
                      <a:pt x="162096" y="4876800"/>
                      <a:pt x="361340" y="4876800"/>
                    </a:cubicBezTo>
                    <a:lnTo>
                      <a:pt x="2554138" y="4876800"/>
                    </a:lnTo>
                    <a:cubicBezTo>
                      <a:pt x="2753392" y="4876800"/>
                      <a:pt x="2915488" y="4714704"/>
                      <a:pt x="2915488" y="4515460"/>
                    </a:cubicBezTo>
                    <a:lnTo>
                      <a:pt x="2915488" y="3175225"/>
                    </a:lnTo>
                    <a:close/>
                    <a:moveTo>
                      <a:pt x="361350" y="212036"/>
                    </a:moveTo>
                    <a:lnTo>
                      <a:pt x="2554138" y="212036"/>
                    </a:lnTo>
                    <a:cubicBezTo>
                      <a:pt x="2636472" y="212036"/>
                      <a:pt x="2703452" y="279006"/>
                      <a:pt x="2703452" y="361340"/>
                    </a:cubicBezTo>
                    <a:lnTo>
                      <a:pt x="2703452" y="869347"/>
                    </a:lnTo>
                    <a:lnTo>
                      <a:pt x="212046" y="869347"/>
                    </a:lnTo>
                    <a:lnTo>
                      <a:pt x="212046" y="361340"/>
                    </a:lnTo>
                    <a:cubicBezTo>
                      <a:pt x="212036" y="279006"/>
                      <a:pt x="279016" y="212036"/>
                      <a:pt x="361350" y="212036"/>
                    </a:cubicBezTo>
                    <a:close/>
                    <a:moveTo>
                      <a:pt x="2554138" y="4664764"/>
                    </a:moveTo>
                    <a:lnTo>
                      <a:pt x="361350" y="4664764"/>
                    </a:lnTo>
                    <a:cubicBezTo>
                      <a:pt x="279016" y="4664764"/>
                      <a:pt x="212046" y="4597794"/>
                      <a:pt x="212046" y="4515460"/>
                    </a:cubicBezTo>
                    <a:lnTo>
                      <a:pt x="212046" y="4049859"/>
                    </a:lnTo>
                    <a:lnTo>
                      <a:pt x="2703452" y="4049859"/>
                    </a:lnTo>
                    <a:lnTo>
                      <a:pt x="2703452" y="4515460"/>
                    </a:lnTo>
                    <a:cubicBezTo>
                      <a:pt x="2703443" y="4597794"/>
                      <a:pt x="2636463" y="4664764"/>
                      <a:pt x="2554138" y="4664764"/>
                    </a:cubicBezTo>
                    <a:close/>
                    <a:moveTo>
                      <a:pt x="2703443" y="3837832"/>
                    </a:moveTo>
                    <a:lnTo>
                      <a:pt x="212036" y="3837832"/>
                    </a:lnTo>
                    <a:lnTo>
                      <a:pt x="212036" y="1081373"/>
                    </a:lnTo>
                    <a:lnTo>
                      <a:pt x="524789" y="1081373"/>
                    </a:lnTo>
                    <a:lnTo>
                      <a:pt x="736816" y="1081373"/>
                    </a:lnTo>
                    <a:lnTo>
                      <a:pt x="2703443" y="1081373"/>
                    </a:lnTo>
                    <a:lnTo>
                      <a:pt x="2703443" y="1743980"/>
                    </a:lnTo>
                    <a:cubicBezTo>
                      <a:pt x="2703446" y="2221052"/>
                      <a:pt x="2703449" y="2698125"/>
                      <a:pt x="2703452" y="3175197"/>
                    </a:cubicBezTo>
                    <a:lnTo>
                      <a:pt x="2703452" y="3837832"/>
                    </a:lnTo>
                    <a:lnTo>
                      <a:pt x="2703443" y="3837832"/>
                    </a:lnTo>
                    <a:close/>
                  </a:path>
                </a:pathLst>
              </a:custGeom>
              <a:solidFill>
                <a:srgbClr val="231F2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401ED879-F42F-7FA3-CFBD-AB1A493CCC92}"/>
              </a:ext>
            </a:extLst>
          </p:cNvPr>
          <p:cNvGrpSpPr>
            <a:grpSpLocks noChangeAspect="1"/>
          </p:cNvGrpSpPr>
          <p:nvPr/>
        </p:nvGrpSpPr>
        <p:grpSpPr>
          <a:xfrm>
            <a:off x="7902658" y="1193541"/>
            <a:ext cx="1930234" cy="1620000"/>
            <a:chOff x="9909406" y="2076291"/>
            <a:chExt cx="2025642" cy="1700074"/>
          </a:xfrm>
        </p:grpSpPr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F4192F91-3DB8-53F8-23A5-5B92AD89740B}"/>
                </a:ext>
              </a:extLst>
            </p:cNvPr>
            <p:cNvSpPr/>
            <p:nvPr/>
          </p:nvSpPr>
          <p:spPr>
            <a:xfrm>
              <a:off x="9981743" y="2148628"/>
              <a:ext cx="1880947" cy="1229854"/>
            </a:xfrm>
            <a:custGeom>
              <a:avLst/>
              <a:gdLst>
                <a:gd name="connsiteX0" fmla="*/ 2572912 w 2816266"/>
                <a:gd name="connsiteY0" fmla="*/ 1841411 h 1841411"/>
                <a:gd name="connsiteX1" fmla="*/ 243373 w 2816266"/>
                <a:gd name="connsiteY1" fmla="*/ 1841411 h 1841411"/>
                <a:gd name="connsiteX2" fmla="*/ 0 w 2816266"/>
                <a:gd name="connsiteY2" fmla="*/ 1598038 h 1841411"/>
                <a:gd name="connsiteX3" fmla="*/ 0 w 2816266"/>
                <a:gd name="connsiteY3" fmla="*/ 243373 h 1841411"/>
                <a:gd name="connsiteX4" fmla="*/ 243373 w 2816266"/>
                <a:gd name="connsiteY4" fmla="*/ 0 h 1841411"/>
                <a:gd name="connsiteX5" fmla="*/ 2572893 w 2816266"/>
                <a:gd name="connsiteY5" fmla="*/ 0 h 1841411"/>
                <a:gd name="connsiteX6" fmla="*/ 2816266 w 2816266"/>
                <a:gd name="connsiteY6" fmla="*/ 243373 h 1841411"/>
                <a:gd name="connsiteX7" fmla="*/ 2816266 w 2816266"/>
                <a:gd name="connsiteY7" fmla="*/ 1598028 h 1841411"/>
                <a:gd name="connsiteX8" fmla="*/ 2572912 w 2816266"/>
                <a:gd name="connsiteY8" fmla="*/ 1841411 h 18414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816266" h="1841411">
                  <a:moveTo>
                    <a:pt x="2572912" y="1841411"/>
                  </a:moveTo>
                  <a:lnTo>
                    <a:pt x="243373" y="1841411"/>
                  </a:lnTo>
                  <a:cubicBezTo>
                    <a:pt x="108966" y="1841411"/>
                    <a:pt x="0" y="1732455"/>
                    <a:pt x="0" y="1598038"/>
                  </a:cubicBezTo>
                  <a:lnTo>
                    <a:pt x="0" y="243373"/>
                  </a:lnTo>
                  <a:cubicBezTo>
                    <a:pt x="0" y="108966"/>
                    <a:pt x="108956" y="0"/>
                    <a:pt x="243373" y="0"/>
                  </a:cubicBezTo>
                  <a:lnTo>
                    <a:pt x="2572893" y="0"/>
                  </a:lnTo>
                  <a:cubicBezTo>
                    <a:pt x="2707300" y="0"/>
                    <a:pt x="2816266" y="108957"/>
                    <a:pt x="2816266" y="243373"/>
                  </a:cubicBezTo>
                  <a:lnTo>
                    <a:pt x="2816266" y="1598028"/>
                  </a:lnTo>
                  <a:cubicBezTo>
                    <a:pt x="2816276" y="1732455"/>
                    <a:pt x="2707319" y="1841411"/>
                    <a:pt x="2572912" y="1841411"/>
                  </a:cubicBezTo>
                  <a:close/>
                </a:path>
              </a:pathLst>
            </a:custGeom>
            <a:solidFill>
              <a:srgbClr val="2196F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5000D68E-C24C-0C42-14B8-9EBFDC527660}"/>
                </a:ext>
              </a:extLst>
            </p:cNvPr>
            <p:cNvSpPr/>
            <p:nvPr/>
          </p:nvSpPr>
          <p:spPr>
            <a:xfrm>
              <a:off x="10650935" y="3378521"/>
              <a:ext cx="542583" cy="325549"/>
            </a:xfrm>
            <a:custGeom>
              <a:avLst/>
              <a:gdLst>
                <a:gd name="connsiteX0" fmla="*/ 0 w 812387"/>
                <a:gd name="connsiteY0" fmla="*/ 0 h 487432"/>
                <a:gd name="connsiteX1" fmla="*/ 812387 w 812387"/>
                <a:gd name="connsiteY1" fmla="*/ 0 h 487432"/>
                <a:gd name="connsiteX2" fmla="*/ 812387 w 812387"/>
                <a:gd name="connsiteY2" fmla="*/ 487432 h 487432"/>
                <a:gd name="connsiteX3" fmla="*/ 0 w 812387"/>
                <a:gd name="connsiteY3" fmla="*/ 487432 h 4874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12387" h="487432">
                  <a:moveTo>
                    <a:pt x="0" y="0"/>
                  </a:moveTo>
                  <a:lnTo>
                    <a:pt x="812387" y="0"/>
                  </a:lnTo>
                  <a:lnTo>
                    <a:pt x="812387" y="487432"/>
                  </a:lnTo>
                  <a:lnTo>
                    <a:pt x="0" y="487432"/>
                  </a:lnTo>
                  <a:close/>
                </a:path>
              </a:pathLst>
            </a:custGeom>
            <a:solidFill>
              <a:srgbClr val="9E9E9E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47366EA0-ADC0-AF67-2768-30520883788E}"/>
                </a:ext>
              </a:extLst>
            </p:cNvPr>
            <p:cNvSpPr/>
            <p:nvPr/>
          </p:nvSpPr>
          <p:spPr>
            <a:xfrm>
              <a:off x="9909406" y="2076291"/>
              <a:ext cx="2025642" cy="1700074"/>
            </a:xfrm>
            <a:custGeom>
              <a:avLst/>
              <a:gdLst>
                <a:gd name="connsiteX0" fmla="*/ 2681221 w 3032912"/>
                <a:gd name="connsiteY0" fmla="*/ 0 h 2545451"/>
                <a:gd name="connsiteX1" fmla="*/ 351682 w 3032912"/>
                <a:gd name="connsiteY1" fmla="*/ 0 h 2545451"/>
                <a:gd name="connsiteX2" fmla="*/ 0 w 3032912"/>
                <a:gd name="connsiteY2" fmla="*/ 351682 h 2545451"/>
                <a:gd name="connsiteX3" fmla="*/ 0 w 3032912"/>
                <a:gd name="connsiteY3" fmla="*/ 1706337 h 2545451"/>
                <a:gd name="connsiteX4" fmla="*/ 351682 w 3032912"/>
                <a:gd name="connsiteY4" fmla="*/ 2058019 h 2545451"/>
                <a:gd name="connsiteX5" fmla="*/ 1001935 w 3032912"/>
                <a:gd name="connsiteY5" fmla="*/ 2058019 h 2545451"/>
                <a:gd name="connsiteX6" fmla="*/ 1001935 w 3032912"/>
                <a:gd name="connsiteY6" fmla="*/ 2328815 h 2545451"/>
                <a:gd name="connsiteX7" fmla="*/ 696163 w 3032912"/>
                <a:gd name="connsiteY7" fmla="*/ 2328815 h 2545451"/>
                <a:gd name="connsiteX8" fmla="*/ 587845 w 3032912"/>
                <a:gd name="connsiteY8" fmla="*/ 2437133 h 2545451"/>
                <a:gd name="connsiteX9" fmla="*/ 696163 w 3032912"/>
                <a:gd name="connsiteY9" fmla="*/ 2545452 h 2545451"/>
                <a:gd name="connsiteX10" fmla="*/ 2336749 w 3032912"/>
                <a:gd name="connsiteY10" fmla="*/ 2545452 h 2545451"/>
                <a:gd name="connsiteX11" fmla="*/ 2445068 w 3032912"/>
                <a:gd name="connsiteY11" fmla="*/ 2437133 h 2545451"/>
                <a:gd name="connsiteX12" fmla="*/ 2336749 w 3032912"/>
                <a:gd name="connsiteY12" fmla="*/ 2328815 h 2545451"/>
                <a:gd name="connsiteX13" fmla="*/ 2030968 w 3032912"/>
                <a:gd name="connsiteY13" fmla="*/ 2328815 h 2545451"/>
                <a:gd name="connsiteX14" fmla="*/ 2030968 w 3032912"/>
                <a:gd name="connsiteY14" fmla="*/ 2058019 h 2545451"/>
                <a:gd name="connsiteX15" fmla="*/ 2681221 w 3032912"/>
                <a:gd name="connsiteY15" fmla="*/ 2058019 h 2545451"/>
                <a:gd name="connsiteX16" fmla="*/ 3032912 w 3032912"/>
                <a:gd name="connsiteY16" fmla="*/ 1706337 h 2545451"/>
                <a:gd name="connsiteX17" fmla="*/ 3032912 w 3032912"/>
                <a:gd name="connsiteY17" fmla="*/ 351682 h 2545451"/>
                <a:gd name="connsiteX18" fmla="*/ 2681221 w 3032912"/>
                <a:gd name="connsiteY18" fmla="*/ 0 h 2545451"/>
                <a:gd name="connsiteX19" fmla="*/ 1814322 w 3032912"/>
                <a:gd name="connsiteY19" fmla="*/ 2328834 h 2545451"/>
                <a:gd name="connsiteX20" fmla="*/ 1218571 w 3032912"/>
                <a:gd name="connsiteY20" fmla="*/ 2328834 h 2545451"/>
                <a:gd name="connsiteX21" fmla="*/ 1218571 w 3032912"/>
                <a:gd name="connsiteY21" fmla="*/ 2058038 h 2545451"/>
                <a:gd name="connsiteX22" fmla="*/ 1814322 w 3032912"/>
                <a:gd name="connsiteY22" fmla="*/ 2058038 h 2545451"/>
                <a:gd name="connsiteX23" fmla="*/ 1814322 w 3032912"/>
                <a:gd name="connsiteY23" fmla="*/ 2328834 h 2545451"/>
                <a:gd name="connsiteX24" fmla="*/ 2681221 w 3032912"/>
                <a:gd name="connsiteY24" fmla="*/ 1841402 h 2545451"/>
                <a:gd name="connsiteX25" fmla="*/ 351682 w 3032912"/>
                <a:gd name="connsiteY25" fmla="*/ 1841402 h 2545451"/>
                <a:gd name="connsiteX26" fmla="*/ 216627 w 3032912"/>
                <a:gd name="connsiteY26" fmla="*/ 1706347 h 2545451"/>
                <a:gd name="connsiteX27" fmla="*/ 216627 w 3032912"/>
                <a:gd name="connsiteY27" fmla="*/ 351682 h 2545451"/>
                <a:gd name="connsiteX28" fmla="*/ 351682 w 3032912"/>
                <a:gd name="connsiteY28" fmla="*/ 216627 h 2545451"/>
                <a:gd name="connsiteX29" fmla="*/ 2681202 w 3032912"/>
                <a:gd name="connsiteY29" fmla="*/ 216627 h 2545451"/>
                <a:gd name="connsiteX30" fmla="*/ 2816257 w 3032912"/>
                <a:gd name="connsiteY30" fmla="*/ 351682 h 2545451"/>
                <a:gd name="connsiteX31" fmla="*/ 2816257 w 3032912"/>
                <a:gd name="connsiteY31" fmla="*/ 1353969 h 2545451"/>
                <a:gd name="connsiteX32" fmla="*/ 1055884 w 3032912"/>
                <a:gd name="connsiteY32" fmla="*/ 1353969 h 2545451"/>
                <a:gd name="connsiteX33" fmla="*/ 947566 w 3032912"/>
                <a:gd name="connsiteY33" fmla="*/ 1462288 h 2545451"/>
                <a:gd name="connsiteX34" fmla="*/ 1055884 w 3032912"/>
                <a:gd name="connsiteY34" fmla="*/ 1570606 h 2545451"/>
                <a:gd name="connsiteX35" fmla="*/ 2816266 w 3032912"/>
                <a:gd name="connsiteY35" fmla="*/ 1570606 h 2545451"/>
                <a:gd name="connsiteX36" fmla="*/ 2816266 w 3032912"/>
                <a:gd name="connsiteY36" fmla="*/ 1706347 h 2545451"/>
                <a:gd name="connsiteX37" fmla="*/ 2681221 w 3032912"/>
                <a:gd name="connsiteY37" fmla="*/ 1841402 h 2545451"/>
                <a:gd name="connsiteX0" fmla="*/ 2681221 w 3032912"/>
                <a:gd name="connsiteY0" fmla="*/ 0 h 2545452"/>
                <a:gd name="connsiteX1" fmla="*/ 351682 w 3032912"/>
                <a:gd name="connsiteY1" fmla="*/ 0 h 2545452"/>
                <a:gd name="connsiteX2" fmla="*/ 0 w 3032912"/>
                <a:gd name="connsiteY2" fmla="*/ 351682 h 2545452"/>
                <a:gd name="connsiteX3" fmla="*/ 0 w 3032912"/>
                <a:gd name="connsiteY3" fmla="*/ 1706337 h 2545452"/>
                <a:gd name="connsiteX4" fmla="*/ 351682 w 3032912"/>
                <a:gd name="connsiteY4" fmla="*/ 2058019 h 2545452"/>
                <a:gd name="connsiteX5" fmla="*/ 1001935 w 3032912"/>
                <a:gd name="connsiteY5" fmla="*/ 2058019 h 2545452"/>
                <a:gd name="connsiteX6" fmla="*/ 1001935 w 3032912"/>
                <a:gd name="connsiteY6" fmla="*/ 2328815 h 2545452"/>
                <a:gd name="connsiteX7" fmla="*/ 696163 w 3032912"/>
                <a:gd name="connsiteY7" fmla="*/ 2328815 h 2545452"/>
                <a:gd name="connsiteX8" fmla="*/ 587845 w 3032912"/>
                <a:gd name="connsiteY8" fmla="*/ 2437133 h 2545452"/>
                <a:gd name="connsiteX9" fmla="*/ 696163 w 3032912"/>
                <a:gd name="connsiteY9" fmla="*/ 2545452 h 2545452"/>
                <a:gd name="connsiteX10" fmla="*/ 2336749 w 3032912"/>
                <a:gd name="connsiteY10" fmla="*/ 2545452 h 2545452"/>
                <a:gd name="connsiteX11" fmla="*/ 2445068 w 3032912"/>
                <a:gd name="connsiteY11" fmla="*/ 2437133 h 2545452"/>
                <a:gd name="connsiteX12" fmla="*/ 2336749 w 3032912"/>
                <a:gd name="connsiteY12" fmla="*/ 2328815 h 2545452"/>
                <a:gd name="connsiteX13" fmla="*/ 2030968 w 3032912"/>
                <a:gd name="connsiteY13" fmla="*/ 2328815 h 2545452"/>
                <a:gd name="connsiteX14" fmla="*/ 2030968 w 3032912"/>
                <a:gd name="connsiteY14" fmla="*/ 2058019 h 2545452"/>
                <a:gd name="connsiteX15" fmla="*/ 2681221 w 3032912"/>
                <a:gd name="connsiteY15" fmla="*/ 2058019 h 2545452"/>
                <a:gd name="connsiteX16" fmla="*/ 3032912 w 3032912"/>
                <a:gd name="connsiteY16" fmla="*/ 1706337 h 2545452"/>
                <a:gd name="connsiteX17" fmla="*/ 3032912 w 3032912"/>
                <a:gd name="connsiteY17" fmla="*/ 351682 h 2545452"/>
                <a:gd name="connsiteX18" fmla="*/ 2681221 w 3032912"/>
                <a:gd name="connsiteY18" fmla="*/ 0 h 2545452"/>
                <a:gd name="connsiteX19" fmla="*/ 1814322 w 3032912"/>
                <a:gd name="connsiteY19" fmla="*/ 2328834 h 2545452"/>
                <a:gd name="connsiteX20" fmla="*/ 1218571 w 3032912"/>
                <a:gd name="connsiteY20" fmla="*/ 2328834 h 2545452"/>
                <a:gd name="connsiteX21" fmla="*/ 1218571 w 3032912"/>
                <a:gd name="connsiteY21" fmla="*/ 2058038 h 2545452"/>
                <a:gd name="connsiteX22" fmla="*/ 1814322 w 3032912"/>
                <a:gd name="connsiteY22" fmla="*/ 2058038 h 2545452"/>
                <a:gd name="connsiteX23" fmla="*/ 1814322 w 3032912"/>
                <a:gd name="connsiteY23" fmla="*/ 2328834 h 2545452"/>
                <a:gd name="connsiteX24" fmla="*/ 2681221 w 3032912"/>
                <a:gd name="connsiteY24" fmla="*/ 1841402 h 2545452"/>
                <a:gd name="connsiteX25" fmla="*/ 351682 w 3032912"/>
                <a:gd name="connsiteY25" fmla="*/ 1841402 h 2545452"/>
                <a:gd name="connsiteX26" fmla="*/ 216627 w 3032912"/>
                <a:gd name="connsiteY26" fmla="*/ 1706347 h 2545452"/>
                <a:gd name="connsiteX27" fmla="*/ 216627 w 3032912"/>
                <a:gd name="connsiteY27" fmla="*/ 351682 h 2545452"/>
                <a:gd name="connsiteX28" fmla="*/ 351682 w 3032912"/>
                <a:gd name="connsiteY28" fmla="*/ 216627 h 2545452"/>
                <a:gd name="connsiteX29" fmla="*/ 2681202 w 3032912"/>
                <a:gd name="connsiteY29" fmla="*/ 216627 h 2545452"/>
                <a:gd name="connsiteX30" fmla="*/ 2816257 w 3032912"/>
                <a:gd name="connsiteY30" fmla="*/ 351682 h 2545452"/>
                <a:gd name="connsiteX31" fmla="*/ 2816257 w 3032912"/>
                <a:gd name="connsiteY31" fmla="*/ 1353969 h 2545452"/>
                <a:gd name="connsiteX32" fmla="*/ 1055884 w 3032912"/>
                <a:gd name="connsiteY32" fmla="*/ 1353969 h 2545452"/>
                <a:gd name="connsiteX33" fmla="*/ 1055884 w 3032912"/>
                <a:gd name="connsiteY33" fmla="*/ 1570606 h 2545452"/>
                <a:gd name="connsiteX34" fmla="*/ 2816266 w 3032912"/>
                <a:gd name="connsiteY34" fmla="*/ 1570606 h 2545452"/>
                <a:gd name="connsiteX35" fmla="*/ 2816266 w 3032912"/>
                <a:gd name="connsiteY35" fmla="*/ 1706347 h 2545452"/>
                <a:gd name="connsiteX36" fmla="*/ 2681221 w 3032912"/>
                <a:gd name="connsiteY36" fmla="*/ 1841402 h 2545452"/>
                <a:gd name="connsiteX0" fmla="*/ 2681221 w 3032912"/>
                <a:gd name="connsiteY0" fmla="*/ 0 h 2545452"/>
                <a:gd name="connsiteX1" fmla="*/ 351682 w 3032912"/>
                <a:gd name="connsiteY1" fmla="*/ 0 h 2545452"/>
                <a:gd name="connsiteX2" fmla="*/ 0 w 3032912"/>
                <a:gd name="connsiteY2" fmla="*/ 351682 h 2545452"/>
                <a:gd name="connsiteX3" fmla="*/ 0 w 3032912"/>
                <a:gd name="connsiteY3" fmla="*/ 1706337 h 2545452"/>
                <a:gd name="connsiteX4" fmla="*/ 351682 w 3032912"/>
                <a:gd name="connsiteY4" fmla="*/ 2058019 h 2545452"/>
                <a:gd name="connsiteX5" fmla="*/ 1001935 w 3032912"/>
                <a:gd name="connsiteY5" fmla="*/ 2058019 h 2545452"/>
                <a:gd name="connsiteX6" fmla="*/ 1001935 w 3032912"/>
                <a:gd name="connsiteY6" fmla="*/ 2328815 h 2545452"/>
                <a:gd name="connsiteX7" fmla="*/ 696163 w 3032912"/>
                <a:gd name="connsiteY7" fmla="*/ 2328815 h 2545452"/>
                <a:gd name="connsiteX8" fmla="*/ 587845 w 3032912"/>
                <a:gd name="connsiteY8" fmla="*/ 2437133 h 2545452"/>
                <a:gd name="connsiteX9" fmla="*/ 696163 w 3032912"/>
                <a:gd name="connsiteY9" fmla="*/ 2545452 h 2545452"/>
                <a:gd name="connsiteX10" fmla="*/ 2336749 w 3032912"/>
                <a:gd name="connsiteY10" fmla="*/ 2545452 h 2545452"/>
                <a:gd name="connsiteX11" fmla="*/ 2445068 w 3032912"/>
                <a:gd name="connsiteY11" fmla="*/ 2437133 h 2545452"/>
                <a:gd name="connsiteX12" fmla="*/ 2336749 w 3032912"/>
                <a:gd name="connsiteY12" fmla="*/ 2328815 h 2545452"/>
                <a:gd name="connsiteX13" fmla="*/ 2030968 w 3032912"/>
                <a:gd name="connsiteY13" fmla="*/ 2328815 h 2545452"/>
                <a:gd name="connsiteX14" fmla="*/ 2030968 w 3032912"/>
                <a:gd name="connsiteY14" fmla="*/ 2058019 h 2545452"/>
                <a:gd name="connsiteX15" fmla="*/ 2681221 w 3032912"/>
                <a:gd name="connsiteY15" fmla="*/ 2058019 h 2545452"/>
                <a:gd name="connsiteX16" fmla="*/ 3032912 w 3032912"/>
                <a:gd name="connsiteY16" fmla="*/ 1706337 h 2545452"/>
                <a:gd name="connsiteX17" fmla="*/ 3032912 w 3032912"/>
                <a:gd name="connsiteY17" fmla="*/ 351682 h 2545452"/>
                <a:gd name="connsiteX18" fmla="*/ 2681221 w 3032912"/>
                <a:gd name="connsiteY18" fmla="*/ 0 h 2545452"/>
                <a:gd name="connsiteX19" fmla="*/ 1814322 w 3032912"/>
                <a:gd name="connsiteY19" fmla="*/ 2328834 h 2545452"/>
                <a:gd name="connsiteX20" fmla="*/ 1218571 w 3032912"/>
                <a:gd name="connsiteY20" fmla="*/ 2328834 h 2545452"/>
                <a:gd name="connsiteX21" fmla="*/ 1218571 w 3032912"/>
                <a:gd name="connsiteY21" fmla="*/ 2058038 h 2545452"/>
                <a:gd name="connsiteX22" fmla="*/ 1814322 w 3032912"/>
                <a:gd name="connsiteY22" fmla="*/ 2058038 h 2545452"/>
                <a:gd name="connsiteX23" fmla="*/ 1814322 w 3032912"/>
                <a:gd name="connsiteY23" fmla="*/ 2328834 h 2545452"/>
                <a:gd name="connsiteX24" fmla="*/ 2681221 w 3032912"/>
                <a:gd name="connsiteY24" fmla="*/ 1841402 h 2545452"/>
                <a:gd name="connsiteX25" fmla="*/ 351682 w 3032912"/>
                <a:gd name="connsiteY25" fmla="*/ 1841402 h 2545452"/>
                <a:gd name="connsiteX26" fmla="*/ 216627 w 3032912"/>
                <a:gd name="connsiteY26" fmla="*/ 1706347 h 2545452"/>
                <a:gd name="connsiteX27" fmla="*/ 216627 w 3032912"/>
                <a:gd name="connsiteY27" fmla="*/ 351682 h 2545452"/>
                <a:gd name="connsiteX28" fmla="*/ 351682 w 3032912"/>
                <a:gd name="connsiteY28" fmla="*/ 216627 h 2545452"/>
                <a:gd name="connsiteX29" fmla="*/ 2681202 w 3032912"/>
                <a:gd name="connsiteY29" fmla="*/ 216627 h 2545452"/>
                <a:gd name="connsiteX30" fmla="*/ 2816257 w 3032912"/>
                <a:gd name="connsiteY30" fmla="*/ 351682 h 2545452"/>
                <a:gd name="connsiteX31" fmla="*/ 2816257 w 3032912"/>
                <a:gd name="connsiteY31" fmla="*/ 1353969 h 2545452"/>
                <a:gd name="connsiteX32" fmla="*/ 1055884 w 3032912"/>
                <a:gd name="connsiteY32" fmla="*/ 1353969 h 2545452"/>
                <a:gd name="connsiteX33" fmla="*/ 2816266 w 3032912"/>
                <a:gd name="connsiteY33" fmla="*/ 1570606 h 2545452"/>
                <a:gd name="connsiteX34" fmla="*/ 2816266 w 3032912"/>
                <a:gd name="connsiteY34" fmla="*/ 1706347 h 2545452"/>
                <a:gd name="connsiteX35" fmla="*/ 2681221 w 3032912"/>
                <a:gd name="connsiteY35" fmla="*/ 1841402 h 2545452"/>
                <a:gd name="connsiteX0" fmla="*/ 2681221 w 3032912"/>
                <a:gd name="connsiteY0" fmla="*/ 0 h 2545452"/>
                <a:gd name="connsiteX1" fmla="*/ 351682 w 3032912"/>
                <a:gd name="connsiteY1" fmla="*/ 0 h 2545452"/>
                <a:gd name="connsiteX2" fmla="*/ 0 w 3032912"/>
                <a:gd name="connsiteY2" fmla="*/ 351682 h 2545452"/>
                <a:gd name="connsiteX3" fmla="*/ 0 w 3032912"/>
                <a:gd name="connsiteY3" fmla="*/ 1706337 h 2545452"/>
                <a:gd name="connsiteX4" fmla="*/ 351682 w 3032912"/>
                <a:gd name="connsiteY4" fmla="*/ 2058019 h 2545452"/>
                <a:gd name="connsiteX5" fmla="*/ 1001935 w 3032912"/>
                <a:gd name="connsiteY5" fmla="*/ 2058019 h 2545452"/>
                <a:gd name="connsiteX6" fmla="*/ 1001935 w 3032912"/>
                <a:gd name="connsiteY6" fmla="*/ 2328815 h 2545452"/>
                <a:gd name="connsiteX7" fmla="*/ 696163 w 3032912"/>
                <a:gd name="connsiteY7" fmla="*/ 2328815 h 2545452"/>
                <a:gd name="connsiteX8" fmla="*/ 587845 w 3032912"/>
                <a:gd name="connsiteY8" fmla="*/ 2437133 h 2545452"/>
                <a:gd name="connsiteX9" fmla="*/ 696163 w 3032912"/>
                <a:gd name="connsiteY9" fmla="*/ 2545452 h 2545452"/>
                <a:gd name="connsiteX10" fmla="*/ 2336749 w 3032912"/>
                <a:gd name="connsiteY10" fmla="*/ 2545452 h 2545452"/>
                <a:gd name="connsiteX11" fmla="*/ 2445068 w 3032912"/>
                <a:gd name="connsiteY11" fmla="*/ 2437133 h 2545452"/>
                <a:gd name="connsiteX12" fmla="*/ 2336749 w 3032912"/>
                <a:gd name="connsiteY12" fmla="*/ 2328815 h 2545452"/>
                <a:gd name="connsiteX13" fmla="*/ 2030968 w 3032912"/>
                <a:gd name="connsiteY13" fmla="*/ 2328815 h 2545452"/>
                <a:gd name="connsiteX14" fmla="*/ 2030968 w 3032912"/>
                <a:gd name="connsiteY14" fmla="*/ 2058019 h 2545452"/>
                <a:gd name="connsiteX15" fmla="*/ 2681221 w 3032912"/>
                <a:gd name="connsiteY15" fmla="*/ 2058019 h 2545452"/>
                <a:gd name="connsiteX16" fmla="*/ 3032912 w 3032912"/>
                <a:gd name="connsiteY16" fmla="*/ 1706337 h 2545452"/>
                <a:gd name="connsiteX17" fmla="*/ 3032912 w 3032912"/>
                <a:gd name="connsiteY17" fmla="*/ 351682 h 2545452"/>
                <a:gd name="connsiteX18" fmla="*/ 2681221 w 3032912"/>
                <a:gd name="connsiteY18" fmla="*/ 0 h 2545452"/>
                <a:gd name="connsiteX19" fmla="*/ 1814322 w 3032912"/>
                <a:gd name="connsiteY19" fmla="*/ 2328834 h 2545452"/>
                <a:gd name="connsiteX20" fmla="*/ 1218571 w 3032912"/>
                <a:gd name="connsiteY20" fmla="*/ 2328834 h 2545452"/>
                <a:gd name="connsiteX21" fmla="*/ 1218571 w 3032912"/>
                <a:gd name="connsiteY21" fmla="*/ 2058038 h 2545452"/>
                <a:gd name="connsiteX22" fmla="*/ 1814322 w 3032912"/>
                <a:gd name="connsiteY22" fmla="*/ 2058038 h 2545452"/>
                <a:gd name="connsiteX23" fmla="*/ 1814322 w 3032912"/>
                <a:gd name="connsiteY23" fmla="*/ 2328834 h 2545452"/>
                <a:gd name="connsiteX24" fmla="*/ 2681221 w 3032912"/>
                <a:gd name="connsiteY24" fmla="*/ 1841402 h 2545452"/>
                <a:gd name="connsiteX25" fmla="*/ 351682 w 3032912"/>
                <a:gd name="connsiteY25" fmla="*/ 1841402 h 2545452"/>
                <a:gd name="connsiteX26" fmla="*/ 216627 w 3032912"/>
                <a:gd name="connsiteY26" fmla="*/ 1706347 h 2545452"/>
                <a:gd name="connsiteX27" fmla="*/ 216627 w 3032912"/>
                <a:gd name="connsiteY27" fmla="*/ 351682 h 2545452"/>
                <a:gd name="connsiteX28" fmla="*/ 351682 w 3032912"/>
                <a:gd name="connsiteY28" fmla="*/ 216627 h 2545452"/>
                <a:gd name="connsiteX29" fmla="*/ 2681202 w 3032912"/>
                <a:gd name="connsiteY29" fmla="*/ 216627 h 2545452"/>
                <a:gd name="connsiteX30" fmla="*/ 2816257 w 3032912"/>
                <a:gd name="connsiteY30" fmla="*/ 351682 h 2545452"/>
                <a:gd name="connsiteX31" fmla="*/ 2816257 w 3032912"/>
                <a:gd name="connsiteY31" fmla="*/ 1353969 h 2545452"/>
                <a:gd name="connsiteX32" fmla="*/ 2816266 w 3032912"/>
                <a:gd name="connsiteY32" fmla="*/ 1570606 h 2545452"/>
                <a:gd name="connsiteX33" fmla="*/ 2816266 w 3032912"/>
                <a:gd name="connsiteY33" fmla="*/ 1706347 h 2545452"/>
                <a:gd name="connsiteX34" fmla="*/ 2681221 w 3032912"/>
                <a:gd name="connsiteY34" fmla="*/ 1841402 h 2545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3032912" h="2545452">
                  <a:moveTo>
                    <a:pt x="2681221" y="0"/>
                  </a:moveTo>
                  <a:lnTo>
                    <a:pt x="351682" y="0"/>
                  </a:lnTo>
                  <a:cubicBezTo>
                    <a:pt x="157763" y="0"/>
                    <a:pt x="0" y="157763"/>
                    <a:pt x="0" y="351682"/>
                  </a:cubicBezTo>
                  <a:lnTo>
                    <a:pt x="0" y="1706337"/>
                  </a:lnTo>
                  <a:cubicBezTo>
                    <a:pt x="0" y="1900257"/>
                    <a:pt x="157763" y="2058019"/>
                    <a:pt x="351682" y="2058019"/>
                  </a:cubicBezTo>
                  <a:lnTo>
                    <a:pt x="1001935" y="2058019"/>
                  </a:lnTo>
                  <a:lnTo>
                    <a:pt x="1001935" y="2328815"/>
                  </a:lnTo>
                  <a:lnTo>
                    <a:pt x="696163" y="2328815"/>
                  </a:lnTo>
                  <a:cubicBezTo>
                    <a:pt x="636337" y="2328815"/>
                    <a:pt x="587845" y="2377307"/>
                    <a:pt x="587845" y="2437133"/>
                  </a:cubicBezTo>
                  <a:cubicBezTo>
                    <a:pt x="587845" y="2496960"/>
                    <a:pt x="636337" y="2545452"/>
                    <a:pt x="696163" y="2545452"/>
                  </a:cubicBezTo>
                  <a:lnTo>
                    <a:pt x="2336749" y="2545452"/>
                  </a:lnTo>
                  <a:cubicBezTo>
                    <a:pt x="2396576" y="2545452"/>
                    <a:pt x="2445068" y="2496960"/>
                    <a:pt x="2445068" y="2437133"/>
                  </a:cubicBezTo>
                  <a:cubicBezTo>
                    <a:pt x="2445068" y="2377307"/>
                    <a:pt x="2396576" y="2328815"/>
                    <a:pt x="2336749" y="2328815"/>
                  </a:cubicBezTo>
                  <a:lnTo>
                    <a:pt x="2030968" y="2328815"/>
                  </a:lnTo>
                  <a:lnTo>
                    <a:pt x="2030968" y="2058019"/>
                  </a:lnTo>
                  <a:lnTo>
                    <a:pt x="2681221" y="2058019"/>
                  </a:lnTo>
                  <a:cubicBezTo>
                    <a:pt x="2875140" y="2058019"/>
                    <a:pt x="3032912" y="1900257"/>
                    <a:pt x="3032912" y="1706337"/>
                  </a:cubicBezTo>
                  <a:lnTo>
                    <a:pt x="3032912" y="351682"/>
                  </a:lnTo>
                  <a:cubicBezTo>
                    <a:pt x="3032903" y="157763"/>
                    <a:pt x="2875140" y="0"/>
                    <a:pt x="2681221" y="0"/>
                  </a:cubicBezTo>
                  <a:close/>
                  <a:moveTo>
                    <a:pt x="1814322" y="2328834"/>
                  </a:moveTo>
                  <a:lnTo>
                    <a:pt x="1218571" y="2328834"/>
                  </a:lnTo>
                  <a:lnTo>
                    <a:pt x="1218571" y="2058038"/>
                  </a:lnTo>
                  <a:lnTo>
                    <a:pt x="1814322" y="2058038"/>
                  </a:lnTo>
                  <a:lnTo>
                    <a:pt x="1814322" y="2328834"/>
                  </a:lnTo>
                  <a:close/>
                  <a:moveTo>
                    <a:pt x="2681221" y="1841402"/>
                  </a:moveTo>
                  <a:lnTo>
                    <a:pt x="351682" y="1841402"/>
                  </a:lnTo>
                  <a:cubicBezTo>
                    <a:pt x="277216" y="1841402"/>
                    <a:pt x="216627" y="1780823"/>
                    <a:pt x="216627" y="1706347"/>
                  </a:cubicBezTo>
                  <a:lnTo>
                    <a:pt x="216627" y="351682"/>
                  </a:lnTo>
                  <a:cubicBezTo>
                    <a:pt x="216627" y="277216"/>
                    <a:pt x="277206" y="216627"/>
                    <a:pt x="351682" y="216627"/>
                  </a:cubicBezTo>
                  <a:lnTo>
                    <a:pt x="2681202" y="216627"/>
                  </a:lnTo>
                  <a:cubicBezTo>
                    <a:pt x="2755668" y="216627"/>
                    <a:pt x="2816257" y="277206"/>
                    <a:pt x="2816257" y="351682"/>
                  </a:cubicBezTo>
                  <a:lnTo>
                    <a:pt x="2816257" y="1353969"/>
                  </a:lnTo>
                  <a:cubicBezTo>
                    <a:pt x="2816260" y="1426181"/>
                    <a:pt x="2816263" y="1498394"/>
                    <a:pt x="2816266" y="1570606"/>
                  </a:cubicBezTo>
                  <a:lnTo>
                    <a:pt x="2816266" y="1706347"/>
                  </a:lnTo>
                  <a:cubicBezTo>
                    <a:pt x="2816266" y="1780823"/>
                    <a:pt x="2755687" y="1841402"/>
                    <a:pt x="2681221" y="1841402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7D1B9572-3E0E-145F-A712-1C8307BFCAA0}"/>
              </a:ext>
            </a:extLst>
          </p:cNvPr>
          <p:cNvSpPr txBox="1"/>
          <p:nvPr/>
        </p:nvSpPr>
        <p:spPr>
          <a:xfrm>
            <a:off x="2218175" y="5343210"/>
            <a:ext cx="775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Idea: provide different clients with optimized assets</a:t>
            </a:r>
          </a:p>
        </p:txBody>
      </p:sp>
    </p:spTree>
    <p:extLst>
      <p:ext uri="{BB962C8B-B14F-4D97-AF65-F5344CB8AC3E}">
        <p14:creationId xmlns:p14="http://schemas.microsoft.com/office/powerpoint/2010/main" val="15546770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220510-3380-581E-3B1D-348BF30A5CC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55866" y="396545"/>
            <a:ext cx="8496693" cy="717437"/>
          </a:xfrm>
        </p:spPr>
        <p:txBody>
          <a:bodyPr anchor="ctr"/>
          <a:lstStyle/>
          <a:p>
            <a:r>
              <a:rPr lang="en-US" b="1" dirty="0"/>
              <a:t>Median homepage weight by content type</a:t>
            </a:r>
          </a:p>
        </p:txBody>
      </p:sp>
      <p:graphicFrame>
        <p:nvGraphicFramePr>
          <p:cNvPr id="21" name="Chart 20">
            <a:extLst>
              <a:ext uri="{FF2B5EF4-FFF2-40B4-BE49-F238E27FC236}">
                <a16:creationId xmlns:a16="http://schemas.microsoft.com/office/drawing/2014/main" id="{CBA3C014-6DEE-9247-DF73-01E1407D8A6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77258872"/>
              </p:ext>
            </p:extLst>
          </p:nvPr>
        </p:nvGraphicFramePr>
        <p:xfrm>
          <a:off x="1280845" y="1284051"/>
          <a:ext cx="9630310" cy="45927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7084112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DD1E27A-2930-AB17-FCD1-6D4FE0273FF6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50799" y="1371600"/>
            <a:ext cx="11192563" cy="3927675"/>
          </a:xfrm>
        </p:spPr>
        <p:txBody>
          <a:bodyPr/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  <a:tabLst>
                <a:tab pos="2448000" algn="l"/>
              </a:tabLst>
            </a:pPr>
            <a:r>
              <a:rPr lang="en-GB" sz="2400" dirty="0">
                <a:solidFill>
                  <a:schemeClr val="accent1"/>
                </a:solidFill>
                <a:ea typeface="Menlo" panose="020B0609030804020204" pitchFamily="49" charset="0"/>
              </a:rPr>
              <a:t>Simple request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	GET /image.jpg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  <a:tabLst>
                <a:tab pos="2448000" algn="l"/>
              </a:tabLst>
            </a:pP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	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  <a:tabLst>
                <a:tab pos="2448000" algn="l"/>
              </a:tabLst>
            </a:pPr>
            <a:endParaRPr lang="en-GB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  <a:tabLst>
                <a:tab pos="2448000" algn="l"/>
              </a:tabLst>
            </a:pPr>
            <a:r>
              <a:rPr lang="en-GB" sz="2400" dirty="0">
                <a:solidFill>
                  <a:schemeClr val="accent1"/>
                </a:solidFill>
                <a:ea typeface="Menlo" panose="020B0609030804020204" pitchFamily="49" charset="0"/>
              </a:rPr>
              <a:t>Older browser</a:t>
            </a:r>
            <a:r>
              <a:rPr lang="en-GB" sz="2400" b="1" dirty="0">
                <a:solidFill>
                  <a:schemeClr val="accent1"/>
                </a:solidFill>
                <a:ea typeface="Menlo" panose="020B0609030804020204" pitchFamily="49" charset="0"/>
              </a:rPr>
              <a:t>	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GET /image.jpg?format=auto&amp;width=</a:t>
            </a:r>
            <a:r>
              <a:rPr lang="en-GB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1200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  <a:tabLst>
                <a:tab pos="2448000" algn="l"/>
              </a:tabLst>
            </a:pPr>
            <a:r>
              <a:rPr lang="en-GB" dirty="0">
                <a:solidFill>
                  <a:schemeClr val="accent1"/>
                </a:solidFill>
                <a:ea typeface="Menlo" panose="020B0609030804020204" pitchFamily="49" charset="0"/>
              </a:rPr>
              <a:t>Desktop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	Accept: image/gif, image/</a:t>
            </a:r>
            <a:r>
              <a:rPr lang="en-GB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jpeg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 image/pjpeg, */*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  <a:tabLst>
                <a:tab pos="2448000" algn="l"/>
              </a:tabLst>
            </a:pPr>
            <a:endParaRPr lang="en-GB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  <a:tabLst>
                <a:tab pos="2448000" algn="l"/>
              </a:tabLst>
            </a:pPr>
            <a:endParaRPr lang="en-GB" b="1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  <a:tabLst>
                <a:tab pos="2448000" algn="l"/>
              </a:tabLst>
            </a:pPr>
            <a:r>
              <a:rPr lang="en-GB" sz="2400" dirty="0">
                <a:solidFill>
                  <a:schemeClr val="accent1"/>
                </a:solidFill>
                <a:ea typeface="Menlo" panose="020B0609030804020204" pitchFamily="49" charset="0"/>
              </a:rPr>
              <a:t>Modern browser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	GET /image.jpg?</a:t>
            </a:r>
            <a:r>
              <a:rPr lang="en-GB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format=auto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&amp;</a:t>
            </a:r>
            <a:r>
              <a:rPr lang="en-GB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width=320</a:t>
            </a:r>
            <a:endParaRPr lang="en-GB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  <a:tabLst>
                <a:tab pos="2448000" algn="l"/>
              </a:tabLst>
            </a:pPr>
            <a:r>
              <a:rPr lang="en-GB" dirty="0">
                <a:solidFill>
                  <a:schemeClr val="accent1"/>
                </a:solidFill>
                <a:ea typeface="Menlo" panose="020B0609030804020204" pitchFamily="49" charset="0"/>
              </a:rPr>
              <a:t>Mobile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	Accept: image/</a:t>
            </a:r>
            <a:r>
              <a:rPr lang="en-GB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avif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 image/</a:t>
            </a:r>
            <a:r>
              <a:rPr lang="en-GB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webp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 image/apng, image/*, */*;q=0.8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4750DC-01CF-20BE-1E79-325BE2E785D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anchor="ctr"/>
          <a:lstStyle/>
          <a:p>
            <a:r>
              <a:rPr lang="en-US" b="1" dirty="0"/>
              <a:t>HTTP Image Requests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B8F32CE1-F55A-D0F0-7E3B-01680EF56751}"/>
              </a:ext>
            </a:extLst>
          </p:cNvPr>
          <p:cNvSpPr txBox="1">
            <a:spLocks/>
          </p:cNvSpPr>
          <p:nvPr/>
        </p:nvSpPr>
        <p:spPr>
          <a:xfrm>
            <a:off x="555867" y="1652666"/>
            <a:ext cx="8495221" cy="2833477"/>
          </a:xfrm>
          <a:prstGeom prst="rect">
            <a:avLst/>
          </a:prstGeom>
        </p:spPr>
        <p:txBody>
          <a:bodyPr lIns="0" tIns="0"/>
          <a:lstStyle>
            <a:lvl1pPr marL="228600" indent="-228600" algn="l" defTabSz="914400" rtl="0" eaLnBrk="1" latinLnBrk="0" hangingPunct="1">
              <a:lnSpc>
                <a:spcPts val="2400"/>
              </a:lnSpc>
              <a:spcBef>
                <a:spcPts val="1000"/>
              </a:spcBef>
              <a:buFont typeface="Symbol" pitchFamily="2" charset="2"/>
              <a:buChar char="-"/>
              <a:defRPr sz="1800" kern="1200">
                <a:solidFill>
                  <a:srgbClr val="43434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ts val="2400"/>
              </a:lnSpc>
              <a:spcBef>
                <a:spcPts val="500"/>
              </a:spcBef>
              <a:buFont typeface="Symbol" pitchFamily="2" charset="2"/>
              <a:buChar char="-"/>
              <a:defRPr sz="1800" kern="1200">
                <a:solidFill>
                  <a:srgbClr val="43434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ts val="2400"/>
              </a:lnSpc>
              <a:spcBef>
                <a:spcPts val="500"/>
              </a:spcBef>
              <a:buFont typeface="Symbol" pitchFamily="2" charset="2"/>
              <a:buChar char="-"/>
              <a:defRPr sz="1800" kern="1200">
                <a:solidFill>
                  <a:srgbClr val="43434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ts val="2400"/>
              </a:lnSpc>
              <a:spcBef>
                <a:spcPts val="500"/>
              </a:spcBef>
              <a:buFont typeface="Symbol" pitchFamily="2" charset="2"/>
              <a:buChar char="-"/>
              <a:defRPr sz="1800" kern="1200">
                <a:solidFill>
                  <a:srgbClr val="43434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ts val="2400"/>
              </a:lnSpc>
              <a:spcBef>
                <a:spcPts val="500"/>
              </a:spcBef>
              <a:buFont typeface="Symbol" pitchFamily="2" charset="2"/>
              <a:buChar char="-"/>
              <a:defRPr sz="1800" kern="1200">
                <a:solidFill>
                  <a:srgbClr val="43434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Symbol" pitchFamily="2" charset="2"/>
              <a:buNone/>
            </a:pPr>
            <a:endParaRPr lang="en-GB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808A34C6-433A-2C35-5B27-246A10C36889}"/>
              </a:ext>
            </a:extLst>
          </p:cNvPr>
          <p:cNvSpPr txBox="1">
            <a:spLocks/>
          </p:cNvSpPr>
          <p:nvPr/>
        </p:nvSpPr>
        <p:spPr>
          <a:xfrm>
            <a:off x="555867" y="2600457"/>
            <a:ext cx="8495221" cy="1809726"/>
          </a:xfrm>
          <a:prstGeom prst="rect">
            <a:avLst/>
          </a:prstGeom>
        </p:spPr>
        <p:txBody>
          <a:bodyPr lIns="0" tIns="0"/>
          <a:lstStyle>
            <a:lvl1pPr marL="228600" indent="-228600" algn="l" defTabSz="914400" rtl="0" eaLnBrk="1" latinLnBrk="0" hangingPunct="1">
              <a:lnSpc>
                <a:spcPts val="2400"/>
              </a:lnSpc>
              <a:spcBef>
                <a:spcPts val="1000"/>
              </a:spcBef>
              <a:buFont typeface="Symbol" pitchFamily="2" charset="2"/>
              <a:buChar char="-"/>
              <a:defRPr sz="1800" kern="1200">
                <a:solidFill>
                  <a:srgbClr val="43434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ts val="2400"/>
              </a:lnSpc>
              <a:spcBef>
                <a:spcPts val="500"/>
              </a:spcBef>
              <a:buFont typeface="Symbol" pitchFamily="2" charset="2"/>
              <a:buChar char="-"/>
              <a:defRPr sz="1800" kern="1200">
                <a:solidFill>
                  <a:srgbClr val="43434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ts val="2400"/>
              </a:lnSpc>
              <a:spcBef>
                <a:spcPts val="500"/>
              </a:spcBef>
              <a:buFont typeface="Symbol" pitchFamily="2" charset="2"/>
              <a:buChar char="-"/>
              <a:defRPr sz="1800" kern="1200">
                <a:solidFill>
                  <a:srgbClr val="43434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ts val="2400"/>
              </a:lnSpc>
              <a:spcBef>
                <a:spcPts val="500"/>
              </a:spcBef>
              <a:buFont typeface="Symbol" pitchFamily="2" charset="2"/>
              <a:buChar char="-"/>
              <a:defRPr sz="1800" kern="1200">
                <a:solidFill>
                  <a:srgbClr val="43434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ts val="2400"/>
              </a:lnSpc>
              <a:spcBef>
                <a:spcPts val="500"/>
              </a:spcBef>
              <a:buFont typeface="Symbol" pitchFamily="2" charset="2"/>
              <a:buChar char="-"/>
              <a:defRPr sz="1800" kern="1200">
                <a:solidFill>
                  <a:srgbClr val="43434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Symbol" pitchFamily="2" charset="2"/>
              <a:buNone/>
            </a:pPr>
            <a:endParaRPr lang="en-US" b="1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971173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D18D6F-FE34-D170-1E22-33E3F118A9C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anchor="ctr"/>
          <a:lstStyle/>
          <a:p>
            <a:r>
              <a:rPr lang="en-US" b="1" dirty="0"/>
              <a:t>Image CDNs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DEB0CC4-6984-5711-4579-56C6B85DE760}"/>
              </a:ext>
            </a:extLst>
          </p:cNvPr>
          <p:cNvGrpSpPr>
            <a:grpSpLocks noChangeAspect="1"/>
          </p:cNvGrpSpPr>
          <p:nvPr/>
        </p:nvGrpSpPr>
        <p:grpSpPr>
          <a:xfrm>
            <a:off x="987136" y="1842314"/>
            <a:ext cx="898360" cy="1502706"/>
            <a:chOff x="7795805" y="805069"/>
            <a:chExt cx="2915488" cy="4876800"/>
          </a:xfrm>
        </p:grpSpPr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E34D7195-A762-B48B-23A4-33CEAA872B38}"/>
                </a:ext>
              </a:extLst>
            </p:cNvPr>
            <p:cNvSpPr/>
            <p:nvPr/>
          </p:nvSpPr>
          <p:spPr>
            <a:xfrm>
              <a:off x="7901838" y="911082"/>
              <a:ext cx="2703423" cy="4664773"/>
            </a:xfrm>
            <a:custGeom>
              <a:avLst/>
              <a:gdLst>
                <a:gd name="connsiteX0" fmla="*/ 2448106 w 2703423"/>
                <a:gd name="connsiteY0" fmla="*/ 4664774 h 4664773"/>
                <a:gd name="connsiteX1" fmla="*/ 255318 w 2703423"/>
                <a:gd name="connsiteY1" fmla="*/ 4664774 h 4664773"/>
                <a:gd name="connsiteX2" fmla="*/ 0 w 2703423"/>
                <a:gd name="connsiteY2" fmla="*/ 4409456 h 4664773"/>
                <a:gd name="connsiteX3" fmla="*/ 0 w 2703423"/>
                <a:gd name="connsiteY3" fmla="*/ 255327 h 4664773"/>
                <a:gd name="connsiteX4" fmla="*/ 255318 w 2703423"/>
                <a:gd name="connsiteY4" fmla="*/ 0 h 4664773"/>
                <a:gd name="connsiteX5" fmla="*/ 2448106 w 2703423"/>
                <a:gd name="connsiteY5" fmla="*/ 0 h 4664773"/>
                <a:gd name="connsiteX6" fmla="*/ 2703424 w 2703423"/>
                <a:gd name="connsiteY6" fmla="*/ 255318 h 4664773"/>
                <a:gd name="connsiteX7" fmla="*/ 2703424 w 2703423"/>
                <a:gd name="connsiteY7" fmla="*/ 4409428 h 4664773"/>
                <a:gd name="connsiteX8" fmla="*/ 2448106 w 2703423"/>
                <a:gd name="connsiteY8" fmla="*/ 4664774 h 46647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703423" h="4664773">
                  <a:moveTo>
                    <a:pt x="2448106" y="4664774"/>
                  </a:moveTo>
                  <a:lnTo>
                    <a:pt x="255318" y="4664774"/>
                  </a:lnTo>
                  <a:cubicBezTo>
                    <a:pt x="114300" y="4664774"/>
                    <a:pt x="0" y="4550464"/>
                    <a:pt x="0" y="4409456"/>
                  </a:cubicBezTo>
                  <a:lnTo>
                    <a:pt x="0" y="255327"/>
                  </a:lnTo>
                  <a:cubicBezTo>
                    <a:pt x="-10" y="114310"/>
                    <a:pt x="114310" y="0"/>
                    <a:pt x="255318" y="0"/>
                  </a:cubicBezTo>
                  <a:lnTo>
                    <a:pt x="2448106" y="0"/>
                  </a:lnTo>
                  <a:cubicBezTo>
                    <a:pt x="2589124" y="0"/>
                    <a:pt x="2703424" y="114310"/>
                    <a:pt x="2703424" y="255318"/>
                  </a:cubicBezTo>
                  <a:lnTo>
                    <a:pt x="2703424" y="4409428"/>
                  </a:lnTo>
                  <a:cubicBezTo>
                    <a:pt x="2703433" y="4550464"/>
                    <a:pt x="2589124" y="4664774"/>
                    <a:pt x="2448106" y="4664774"/>
                  </a:cubicBezTo>
                  <a:close/>
                </a:path>
              </a:pathLst>
            </a:custGeom>
            <a:solidFill>
              <a:srgbClr val="9E9E9E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E6A007D7-3B90-48D3-2882-C2FB0393CA71}"/>
                </a:ext>
              </a:extLst>
            </p:cNvPr>
            <p:cNvSpPr/>
            <p:nvPr/>
          </p:nvSpPr>
          <p:spPr>
            <a:xfrm>
              <a:off x="7901828" y="1780429"/>
              <a:ext cx="2703442" cy="2968485"/>
            </a:xfrm>
            <a:custGeom>
              <a:avLst/>
              <a:gdLst>
                <a:gd name="connsiteX0" fmla="*/ 0 w 2703442"/>
                <a:gd name="connsiteY0" fmla="*/ 0 h 2968485"/>
                <a:gd name="connsiteX1" fmla="*/ 2703443 w 2703442"/>
                <a:gd name="connsiteY1" fmla="*/ 0 h 2968485"/>
                <a:gd name="connsiteX2" fmla="*/ 2703443 w 2703442"/>
                <a:gd name="connsiteY2" fmla="*/ 2968485 h 2968485"/>
                <a:gd name="connsiteX3" fmla="*/ 0 w 2703442"/>
                <a:gd name="connsiteY3" fmla="*/ 2968485 h 2968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03442" h="2968485">
                  <a:moveTo>
                    <a:pt x="0" y="0"/>
                  </a:moveTo>
                  <a:lnTo>
                    <a:pt x="2703443" y="0"/>
                  </a:lnTo>
                  <a:lnTo>
                    <a:pt x="2703443" y="2968485"/>
                  </a:lnTo>
                  <a:lnTo>
                    <a:pt x="0" y="2968485"/>
                  </a:lnTo>
                  <a:close/>
                </a:path>
              </a:pathLst>
            </a:custGeom>
            <a:solidFill>
              <a:srgbClr val="2196F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grpSp>
          <p:nvGrpSpPr>
            <p:cNvPr id="7" name="Graphic 21">
              <a:extLst>
                <a:ext uri="{FF2B5EF4-FFF2-40B4-BE49-F238E27FC236}">
                  <a16:creationId xmlns:a16="http://schemas.microsoft.com/office/drawing/2014/main" id="{276B049C-6FD3-0AB2-B495-4C107F9D38D4}"/>
                </a:ext>
              </a:extLst>
            </p:cNvPr>
            <p:cNvGrpSpPr/>
            <p:nvPr/>
          </p:nvGrpSpPr>
          <p:grpSpPr>
            <a:xfrm>
              <a:off x="7795805" y="805069"/>
              <a:ext cx="2915488" cy="4876800"/>
              <a:chOff x="3952674" y="990600"/>
              <a:chExt cx="2915488" cy="4876800"/>
            </a:xfrm>
            <a:solidFill>
              <a:srgbClr val="231F20"/>
            </a:solidFill>
          </p:grpSpPr>
          <p:sp>
            <p:nvSpPr>
              <p:cNvPr id="8" name="Freeform 7">
                <a:extLst>
                  <a:ext uri="{FF2B5EF4-FFF2-40B4-BE49-F238E27FC236}">
                    <a16:creationId xmlns:a16="http://schemas.microsoft.com/office/drawing/2014/main" id="{719D3226-9509-5761-77DE-6AAF3152B5EA}"/>
                  </a:ext>
                </a:extLst>
              </p:cNvPr>
              <p:cNvSpPr/>
              <p:nvPr/>
            </p:nvSpPr>
            <p:spPr>
              <a:xfrm>
                <a:off x="5110038" y="1432350"/>
                <a:ext cx="600760" cy="212026"/>
              </a:xfrm>
              <a:custGeom>
                <a:avLst/>
                <a:gdLst>
                  <a:gd name="connsiteX0" fmla="*/ 106013 w 600760"/>
                  <a:gd name="connsiteY0" fmla="*/ 212027 h 212026"/>
                  <a:gd name="connsiteX1" fmla="*/ 494748 w 600760"/>
                  <a:gd name="connsiteY1" fmla="*/ 212027 h 212026"/>
                  <a:gd name="connsiteX2" fmla="*/ 600761 w 600760"/>
                  <a:gd name="connsiteY2" fmla="*/ 106013 h 212026"/>
                  <a:gd name="connsiteX3" fmla="*/ 494748 w 600760"/>
                  <a:gd name="connsiteY3" fmla="*/ 0 h 212026"/>
                  <a:gd name="connsiteX4" fmla="*/ 106013 w 600760"/>
                  <a:gd name="connsiteY4" fmla="*/ 0 h 212026"/>
                  <a:gd name="connsiteX5" fmla="*/ 0 w 600760"/>
                  <a:gd name="connsiteY5" fmla="*/ 106013 h 212026"/>
                  <a:gd name="connsiteX6" fmla="*/ 106013 w 600760"/>
                  <a:gd name="connsiteY6" fmla="*/ 212027 h 2120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600760" h="212026">
                    <a:moveTo>
                      <a:pt x="106013" y="212027"/>
                    </a:moveTo>
                    <a:lnTo>
                      <a:pt x="494748" y="212027"/>
                    </a:lnTo>
                    <a:cubicBezTo>
                      <a:pt x="553288" y="212027"/>
                      <a:pt x="600761" y="164554"/>
                      <a:pt x="600761" y="106013"/>
                    </a:cubicBezTo>
                    <a:cubicBezTo>
                      <a:pt x="600761" y="47473"/>
                      <a:pt x="553288" y="0"/>
                      <a:pt x="494748" y="0"/>
                    </a:cubicBezTo>
                    <a:lnTo>
                      <a:pt x="106013" y="0"/>
                    </a:lnTo>
                    <a:cubicBezTo>
                      <a:pt x="47473" y="0"/>
                      <a:pt x="0" y="47473"/>
                      <a:pt x="0" y="106013"/>
                    </a:cubicBezTo>
                    <a:cubicBezTo>
                      <a:pt x="0" y="164554"/>
                      <a:pt x="47463" y="212027"/>
                      <a:pt x="106013" y="212027"/>
                    </a:cubicBezTo>
                    <a:close/>
                  </a:path>
                </a:pathLst>
              </a:custGeom>
              <a:solidFill>
                <a:srgbClr val="231F2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9" name="Freeform 8">
                <a:extLst>
                  <a:ext uri="{FF2B5EF4-FFF2-40B4-BE49-F238E27FC236}">
                    <a16:creationId xmlns:a16="http://schemas.microsoft.com/office/drawing/2014/main" id="{07BA4357-6111-BE57-E3FD-E9FE583E9B4D}"/>
                  </a:ext>
                </a:extLst>
              </p:cNvPr>
              <p:cNvSpPr/>
              <p:nvPr/>
            </p:nvSpPr>
            <p:spPr>
              <a:xfrm>
                <a:off x="5288499" y="5231292"/>
                <a:ext cx="243830" cy="212026"/>
              </a:xfrm>
              <a:custGeom>
                <a:avLst/>
                <a:gdLst>
                  <a:gd name="connsiteX0" fmla="*/ 137817 w 243830"/>
                  <a:gd name="connsiteY0" fmla="*/ 0 h 212026"/>
                  <a:gd name="connsiteX1" fmla="*/ 106013 w 243830"/>
                  <a:gd name="connsiteY1" fmla="*/ 0 h 212026"/>
                  <a:gd name="connsiteX2" fmla="*/ 0 w 243830"/>
                  <a:gd name="connsiteY2" fmla="*/ 106013 h 212026"/>
                  <a:gd name="connsiteX3" fmla="*/ 106013 w 243830"/>
                  <a:gd name="connsiteY3" fmla="*/ 212026 h 212026"/>
                  <a:gd name="connsiteX4" fmla="*/ 137817 w 243830"/>
                  <a:gd name="connsiteY4" fmla="*/ 212026 h 212026"/>
                  <a:gd name="connsiteX5" fmla="*/ 243830 w 243830"/>
                  <a:gd name="connsiteY5" fmla="*/ 106013 h 212026"/>
                  <a:gd name="connsiteX6" fmla="*/ 137817 w 243830"/>
                  <a:gd name="connsiteY6" fmla="*/ 0 h 2120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43830" h="212026">
                    <a:moveTo>
                      <a:pt x="137817" y="0"/>
                    </a:moveTo>
                    <a:lnTo>
                      <a:pt x="106013" y="0"/>
                    </a:lnTo>
                    <a:cubicBezTo>
                      <a:pt x="47473" y="0"/>
                      <a:pt x="0" y="47472"/>
                      <a:pt x="0" y="106013"/>
                    </a:cubicBezTo>
                    <a:cubicBezTo>
                      <a:pt x="0" y="164554"/>
                      <a:pt x="47473" y="212026"/>
                      <a:pt x="106013" y="212026"/>
                    </a:cubicBezTo>
                    <a:lnTo>
                      <a:pt x="137817" y="212026"/>
                    </a:lnTo>
                    <a:cubicBezTo>
                      <a:pt x="196358" y="212026"/>
                      <a:pt x="243830" y="164554"/>
                      <a:pt x="243830" y="106013"/>
                    </a:cubicBezTo>
                    <a:cubicBezTo>
                      <a:pt x="243830" y="47472"/>
                      <a:pt x="196377" y="0"/>
                      <a:pt x="137817" y="0"/>
                    </a:cubicBezTo>
                    <a:close/>
                  </a:path>
                </a:pathLst>
              </a:custGeom>
              <a:solidFill>
                <a:srgbClr val="231F2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" name="Freeform 9">
                <a:extLst>
                  <a:ext uri="{FF2B5EF4-FFF2-40B4-BE49-F238E27FC236}">
                    <a16:creationId xmlns:a16="http://schemas.microsoft.com/office/drawing/2014/main" id="{FC0764FC-B0BD-DA0C-7EC9-F9A2DB144C56}"/>
                  </a:ext>
                </a:extLst>
              </p:cNvPr>
              <p:cNvSpPr/>
              <p:nvPr/>
            </p:nvSpPr>
            <p:spPr>
              <a:xfrm>
                <a:off x="3952674" y="990600"/>
                <a:ext cx="2915488" cy="4876800"/>
              </a:xfrm>
              <a:custGeom>
                <a:avLst/>
                <a:gdLst>
                  <a:gd name="connsiteX0" fmla="*/ 4180628 w 4286640"/>
                  <a:gd name="connsiteY0" fmla="*/ 1743989 h 4876800"/>
                  <a:gd name="connsiteX1" fmla="*/ 2915479 w 4286640"/>
                  <a:gd name="connsiteY1" fmla="*/ 1743989 h 4876800"/>
                  <a:gd name="connsiteX2" fmla="*/ 2915479 w 4286640"/>
                  <a:gd name="connsiteY2" fmla="*/ 361340 h 4876800"/>
                  <a:gd name="connsiteX3" fmla="*/ 2554138 w 4286640"/>
                  <a:gd name="connsiteY3" fmla="*/ 0 h 4876800"/>
                  <a:gd name="connsiteX4" fmla="*/ 361350 w 4286640"/>
                  <a:gd name="connsiteY4" fmla="*/ 0 h 4876800"/>
                  <a:gd name="connsiteX5" fmla="*/ 0 w 4286640"/>
                  <a:gd name="connsiteY5" fmla="*/ 361340 h 4876800"/>
                  <a:gd name="connsiteX6" fmla="*/ 0 w 4286640"/>
                  <a:gd name="connsiteY6" fmla="*/ 4515460 h 4876800"/>
                  <a:gd name="connsiteX7" fmla="*/ 361340 w 4286640"/>
                  <a:gd name="connsiteY7" fmla="*/ 4876800 h 4876800"/>
                  <a:gd name="connsiteX8" fmla="*/ 2554138 w 4286640"/>
                  <a:gd name="connsiteY8" fmla="*/ 4876800 h 4876800"/>
                  <a:gd name="connsiteX9" fmla="*/ 2915488 w 4286640"/>
                  <a:gd name="connsiteY9" fmla="*/ 4515460 h 4876800"/>
                  <a:gd name="connsiteX10" fmla="*/ 2915488 w 4286640"/>
                  <a:gd name="connsiteY10" fmla="*/ 3175225 h 4876800"/>
                  <a:gd name="connsiteX11" fmla="*/ 4180628 w 4286640"/>
                  <a:gd name="connsiteY11" fmla="*/ 3175225 h 4876800"/>
                  <a:gd name="connsiteX12" fmla="*/ 4286641 w 4286640"/>
                  <a:gd name="connsiteY12" fmla="*/ 3069212 h 4876800"/>
                  <a:gd name="connsiteX13" fmla="*/ 4286641 w 4286640"/>
                  <a:gd name="connsiteY13" fmla="*/ 1850012 h 4876800"/>
                  <a:gd name="connsiteX14" fmla="*/ 4180628 w 4286640"/>
                  <a:gd name="connsiteY14" fmla="*/ 1743989 h 4876800"/>
                  <a:gd name="connsiteX15" fmla="*/ 361350 w 4286640"/>
                  <a:gd name="connsiteY15" fmla="*/ 212036 h 4876800"/>
                  <a:gd name="connsiteX16" fmla="*/ 2554138 w 4286640"/>
                  <a:gd name="connsiteY16" fmla="*/ 212036 h 4876800"/>
                  <a:gd name="connsiteX17" fmla="*/ 2703452 w 4286640"/>
                  <a:gd name="connsiteY17" fmla="*/ 361340 h 4876800"/>
                  <a:gd name="connsiteX18" fmla="*/ 2703452 w 4286640"/>
                  <a:gd name="connsiteY18" fmla="*/ 869347 h 4876800"/>
                  <a:gd name="connsiteX19" fmla="*/ 212046 w 4286640"/>
                  <a:gd name="connsiteY19" fmla="*/ 869347 h 4876800"/>
                  <a:gd name="connsiteX20" fmla="*/ 212046 w 4286640"/>
                  <a:gd name="connsiteY20" fmla="*/ 361340 h 4876800"/>
                  <a:gd name="connsiteX21" fmla="*/ 361350 w 4286640"/>
                  <a:gd name="connsiteY21" fmla="*/ 212036 h 4876800"/>
                  <a:gd name="connsiteX22" fmla="*/ 2554138 w 4286640"/>
                  <a:gd name="connsiteY22" fmla="*/ 4664764 h 4876800"/>
                  <a:gd name="connsiteX23" fmla="*/ 361350 w 4286640"/>
                  <a:gd name="connsiteY23" fmla="*/ 4664764 h 4876800"/>
                  <a:gd name="connsiteX24" fmla="*/ 212046 w 4286640"/>
                  <a:gd name="connsiteY24" fmla="*/ 4515460 h 4876800"/>
                  <a:gd name="connsiteX25" fmla="*/ 212046 w 4286640"/>
                  <a:gd name="connsiteY25" fmla="*/ 4049859 h 4876800"/>
                  <a:gd name="connsiteX26" fmla="*/ 2703452 w 4286640"/>
                  <a:gd name="connsiteY26" fmla="*/ 4049859 h 4876800"/>
                  <a:gd name="connsiteX27" fmla="*/ 2703452 w 4286640"/>
                  <a:gd name="connsiteY27" fmla="*/ 4515460 h 4876800"/>
                  <a:gd name="connsiteX28" fmla="*/ 2554138 w 4286640"/>
                  <a:gd name="connsiteY28" fmla="*/ 4664764 h 4876800"/>
                  <a:gd name="connsiteX29" fmla="*/ 2703443 w 4286640"/>
                  <a:gd name="connsiteY29" fmla="*/ 3837832 h 4876800"/>
                  <a:gd name="connsiteX30" fmla="*/ 212036 w 4286640"/>
                  <a:gd name="connsiteY30" fmla="*/ 3837832 h 4876800"/>
                  <a:gd name="connsiteX31" fmla="*/ 212036 w 4286640"/>
                  <a:gd name="connsiteY31" fmla="*/ 1081373 h 4876800"/>
                  <a:gd name="connsiteX32" fmla="*/ 524789 w 4286640"/>
                  <a:gd name="connsiteY32" fmla="*/ 1081373 h 4876800"/>
                  <a:gd name="connsiteX33" fmla="*/ 524789 w 4286640"/>
                  <a:gd name="connsiteY33" fmla="*/ 1823495 h 4876800"/>
                  <a:gd name="connsiteX34" fmla="*/ 630803 w 4286640"/>
                  <a:gd name="connsiteY34" fmla="*/ 1929508 h 4876800"/>
                  <a:gd name="connsiteX35" fmla="*/ 736816 w 4286640"/>
                  <a:gd name="connsiteY35" fmla="*/ 1823495 h 4876800"/>
                  <a:gd name="connsiteX36" fmla="*/ 736816 w 4286640"/>
                  <a:gd name="connsiteY36" fmla="*/ 1081373 h 4876800"/>
                  <a:gd name="connsiteX37" fmla="*/ 2703443 w 4286640"/>
                  <a:gd name="connsiteY37" fmla="*/ 1081373 h 4876800"/>
                  <a:gd name="connsiteX38" fmla="*/ 2703443 w 4286640"/>
                  <a:gd name="connsiteY38" fmla="*/ 1743980 h 4876800"/>
                  <a:gd name="connsiteX39" fmla="*/ 2166280 w 4286640"/>
                  <a:gd name="connsiteY39" fmla="*/ 1743980 h 4876800"/>
                  <a:gd name="connsiteX40" fmla="*/ 2166280 w 4286640"/>
                  <a:gd name="connsiteY40" fmla="*/ 1399423 h 4876800"/>
                  <a:gd name="connsiteX41" fmla="*/ 2097138 w 4286640"/>
                  <a:gd name="connsiteY41" fmla="*/ 1300020 h 4876800"/>
                  <a:gd name="connsiteX42" fmla="*/ 1979886 w 4286640"/>
                  <a:gd name="connsiteY42" fmla="*/ 1330290 h 4876800"/>
                  <a:gd name="connsiteX43" fmla="*/ 1068143 w 4286640"/>
                  <a:gd name="connsiteY43" fmla="*/ 2390470 h 4876800"/>
                  <a:gd name="connsiteX44" fmla="*/ 1068143 w 4286640"/>
                  <a:gd name="connsiteY44" fmla="*/ 2528726 h 4876800"/>
                  <a:gd name="connsiteX45" fmla="*/ 1979895 w 4286640"/>
                  <a:gd name="connsiteY45" fmla="*/ 3588896 h 4876800"/>
                  <a:gd name="connsiteX46" fmla="*/ 2060296 w 4286640"/>
                  <a:gd name="connsiteY46" fmla="*/ 3625777 h 4876800"/>
                  <a:gd name="connsiteX47" fmla="*/ 2097148 w 4286640"/>
                  <a:gd name="connsiteY47" fmla="*/ 3619157 h 4876800"/>
                  <a:gd name="connsiteX48" fmla="*/ 2166290 w 4286640"/>
                  <a:gd name="connsiteY48" fmla="*/ 3519754 h 4876800"/>
                  <a:gd name="connsiteX49" fmla="*/ 2166290 w 4286640"/>
                  <a:gd name="connsiteY49" fmla="*/ 3175197 h 4876800"/>
                  <a:gd name="connsiteX50" fmla="*/ 2703452 w 4286640"/>
                  <a:gd name="connsiteY50" fmla="*/ 3175197 h 4876800"/>
                  <a:gd name="connsiteX51" fmla="*/ 2703452 w 4286640"/>
                  <a:gd name="connsiteY51" fmla="*/ 3837832 h 4876800"/>
                  <a:gd name="connsiteX52" fmla="*/ 4074614 w 4286640"/>
                  <a:gd name="connsiteY52" fmla="*/ 2963190 h 4876800"/>
                  <a:gd name="connsiteX53" fmla="*/ 2060286 w 4286640"/>
                  <a:gd name="connsiteY53" fmla="*/ 2963190 h 4876800"/>
                  <a:gd name="connsiteX54" fmla="*/ 1954273 w 4286640"/>
                  <a:gd name="connsiteY54" fmla="*/ 3069203 h 4876800"/>
                  <a:gd name="connsiteX55" fmla="*/ 1954273 w 4286640"/>
                  <a:gd name="connsiteY55" fmla="*/ 3233900 h 4876800"/>
                  <a:gd name="connsiteX56" fmla="*/ 1288371 w 4286640"/>
                  <a:gd name="connsiteY56" fmla="*/ 2459603 h 4876800"/>
                  <a:gd name="connsiteX57" fmla="*/ 1954273 w 4286640"/>
                  <a:gd name="connsiteY57" fmla="*/ 1685306 h 4876800"/>
                  <a:gd name="connsiteX58" fmla="*/ 1954273 w 4286640"/>
                  <a:gd name="connsiteY58" fmla="*/ 1850003 h 4876800"/>
                  <a:gd name="connsiteX59" fmla="*/ 2060286 w 4286640"/>
                  <a:gd name="connsiteY59" fmla="*/ 1956016 h 4876800"/>
                  <a:gd name="connsiteX60" fmla="*/ 4074614 w 4286640"/>
                  <a:gd name="connsiteY60" fmla="*/ 1956016 h 4876800"/>
                  <a:gd name="connsiteX61" fmla="*/ 4074614 w 4286640"/>
                  <a:gd name="connsiteY61" fmla="*/ 2963190 h 4876800"/>
                  <a:gd name="connsiteX0" fmla="*/ 4180628 w 4286641"/>
                  <a:gd name="connsiteY0" fmla="*/ 1743989 h 4876800"/>
                  <a:gd name="connsiteX1" fmla="*/ 2915479 w 4286641"/>
                  <a:gd name="connsiteY1" fmla="*/ 1743989 h 4876800"/>
                  <a:gd name="connsiteX2" fmla="*/ 2915479 w 4286641"/>
                  <a:gd name="connsiteY2" fmla="*/ 361340 h 4876800"/>
                  <a:gd name="connsiteX3" fmla="*/ 2554138 w 4286641"/>
                  <a:gd name="connsiteY3" fmla="*/ 0 h 4876800"/>
                  <a:gd name="connsiteX4" fmla="*/ 361350 w 4286641"/>
                  <a:gd name="connsiteY4" fmla="*/ 0 h 4876800"/>
                  <a:gd name="connsiteX5" fmla="*/ 0 w 4286641"/>
                  <a:gd name="connsiteY5" fmla="*/ 361340 h 4876800"/>
                  <a:gd name="connsiteX6" fmla="*/ 0 w 4286641"/>
                  <a:gd name="connsiteY6" fmla="*/ 4515460 h 4876800"/>
                  <a:gd name="connsiteX7" fmla="*/ 361340 w 4286641"/>
                  <a:gd name="connsiteY7" fmla="*/ 4876800 h 4876800"/>
                  <a:gd name="connsiteX8" fmla="*/ 2554138 w 4286641"/>
                  <a:gd name="connsiteY8" fmla="*/ 4876800 h 4876800"/>
                  <a:gd name="connsiteX9" fmla="*/ 2915488 w 4286641"/>
                  <a:gd name="connsiteY9" fmla="*/ 4515460 h 4876800"/>
                  <a:gd name="connsiteX10" fmla="*/ 2915488 w 4286641"/>
                  <a:gd name="connsiteY10" fmla="*/ 3175225 h 4876800"/>
                  <a:gd name="connsiteX11" fmla="*/ 4180628 w 4286641"/>
                  <a:gd name="connsiteY11" fmla="*/ 3175225 h 4876800"/>
                  <a:gd name="connsiteX12" fmla="*/ 4286641 w 4286641"/>
                  <a:gd name="connsiteY12" fmla="*/ 3069212 h 4876800"/>
                  <a:gd name="connsiteX13" fmla="*/ 4286641 w 4286641"/>
                  <a:gd name="connsiteY13" fmla="*/ 1850012 h 4876800"/>
                  <a:gd name="connsiteX14" fmla="*/ 4180628 w 4286641"/>
                  <a:gd name="connsiteY14" fmla="*/ 1743989 h 4876800"/>
                  <a:gd name="connsiteX15" fmla="*/ 361350 w 4286641"/>
                  <a:gd name="connsiteY15" fmla="*/ 212036 h 4876800"/>
                  <a:gd name="connsiteX16" fmla="*/ 2554138 w 4286641"/>
                  <a:gd name="connsiteY16" fmla="*/ 212036 h 4876800"/>
                  <a:gd name="connsiteX17" fmla="*/ 2703452 w 4286641"/>
                  <a:gd name="connsiteY17" fmla="*/ 361340 h 4876800"/>
                  <a:gd name="connsiteX18" fmla="*/ 2703452 w 4286641"/>
                  <a:gd name="connsiteY18" fmla="*/ 869347 h 4876800"/>
                  <a:gd name="connsiteX19" fmla="*/ 212046 w 4286641"/>
                  <a:gd name="connsiteY19" fmla="*/ 869347 h 4876800"/>
                  <a:gd name="connsiteX20" fmla="*/ 212046 w 4286641"/>
                  <a:gd name="connsiteY20" fmla="*/ 361340 h 4876800"/>
                  <a:gd name="connsiteX21" fmla="*/ 361350 w 4286641"/>
                  <a:gd name="connsiteY21" fmla="*/ 212036 h 4876800"/>
                  <a:gd name="connsiteX22" fmla="*/ 2554138 w 4286641"/>
                  <a:gd name="connsiteY22" fmla="*/ 4664764 h 4876800"/>
                  <a:gd name="connsiteX23" fmla="*/ 361350 w 4286641"/>
                  <a:gd name="connsiteY23" fmla="*/ 4664764 h 4876800"/>
                  <a:gd name="connsiteX24" fmla="*/ 212046 w 4286641"/>
                  <a:gd name="connsiteY24" fmla="*/ 4515460 h 4876800"/>
                  <a:gd name="connsiteX25" fmla="*/ 212046 w 4286641"/>
                  <a:gd name="connsiteY25" fmla="*/ 4049859 h 4876800"/>
                  <a:gd name="connsiteX26" fmla="*/ 2703452 w 4286641"/>
                  <a:gd name="connsiteY26" fmla="*/ 4049859 h 4876800"/>
                  <a:gd name="connsiteX27" fmla="*/ 2703452 w 4286641"/>
                  <a:gd name="connsiteY27" fmla="*/ 4515460 h 4876800"/>
                  <a:gd name="connsiteX28" fmla="*/ 2554138 w 4286641"/>
                  <a:gd name="connsiteY28" fmla="*/ 4664764 h 4876800"/>
                  <a:gd name="connsiteX29" fmla="*/ 2703443 w 4286641"/>
                  <a:gd name="connsiteY29" fmla="*/ 3837832 h 4876800"/>
                  <a:gd name="connsiteX30" fmla="*/ 212036 w 4286641"/>
                  <a:gd name="connsiteY30" fmla="*/ 3837832 h 4876800"/>
                  <a:gd name="connsiteX31" fmla="*/ 212036 w 4286641"/>
                  <a:gd name="connsiteY31" fmla="*/ 1081373 h 4876800"/>
                  <a:gd name="connsiteX32" fmla="*/ 524789 w 4286641"/>
                  <a:gd name="connsiteY32" fmla="*/ 1081373 h 4876800"/>
                  <a:gd name="connsiteX33" fmla="*/ 524789 w 4286641"/>
                  <a:gd name="connsiteY33" fmla="*/ 1823495 h 4876800"/>
                  <a:gd name="connsiteX34" fmla="*/ 736816 w 4286641"/>
                  <a:gd name="connsiteY34" fmla="*/ 1823495 h 4876800"/>
                  <a:gd name="connsiteX35" fmla="*/ 736816 w 4286641"/>
                  <a:gd name="connsiteY35" fmla="*/ 1081373 h 4876800"/>
                  <a:gd name="connsiteX36" fmla="*/ 2703443 w 4286641"/>
                  <a:gd name="connsiteY36" fmla="*/ 1081373 h 4876800"/>
                  <a:gd name="connsiteX37" fmla="*/ 2703443 w 4286641"/>
                  <a:gd name="connsiteY37" fmla="*/ 1743980 h 4876800"/>
                  <a:gd name="connsiteX38" fmla="*/ 2166280 w 4286641"/>
                  <a:gd name="connsiteY38" fmla="*/ 1743980 h 4876800"/>
                  <a:gd name="connsiteX39" fmla="*/ 2166280 w 4286641"/>
                  <a:gd name="connsiteY39" fmla="*/ 1399423 h 4876800"/>
                  <a:gd name="connsiteX40" fmla="*/ 2097138 w 4286641"/>
                  <a:gd name="connsiteY40" fmla="*/ 1300020 h 4876800"/>
                  <a:gd name="connsiteX41" fmla="*/ 1979886 w 4286641"/>
                  <a:gd name="connsiteY41" fmla="*/ 1330290 h 4876800"/>
                  <a:gd name="connsiteX42" fmla="*/ 1068143 w 4286641"/>
                  <a:gd name="connsiteY42" fmla="*/ 2390470 h 4876800"/>
                  <a:gd name="connsiteX43" fmla="*/ 1068143 w 4286641"/>
                  <a:gd name="connsiteY43" fmla="*/ 2528726 h 4876800"/>
                  <a:gd name="connsiteX44" fmla="*/ 1979895 w 4286641"/>
                  <a:gd name="connsiteY44" fmla="*/ 3588896 h 4876800"/>
                  <a:gd name="connsiteX45" fmla="*/ 2060296 w 4286641"/>
                  <a:gd name="connsiteY45" fmla="*/ 3625777 h 4876800"/>
                  <a:gd name="connsiteX46" fmla="*/ 2097148 w 4286641"/>
                  <a:gd name="connsiteY46" fmla="*/ 3619157 h 4876800"/>
                  <a:gd name="connsiteX47" fmla="*/ 2166290 w 4286641"/>
                  <a:gd name="connsiteY47" fmla="*/ 3519754 h 4876800"/>
                  <a:gd name="connsiteX48" fmla="*/ 2166290 w 4286641"/>
                  <a:gd name="connsiteY48" fmla="*/ 3175197 h 4876800"/>
                  <a:gd name="connsiteX49" fmla="*/ 2703452 w 4286641"/>
                  <a:gd name="connsiteY49" fmla="*/ 3175197 h 4876800"/>
                  <a:gd name="connsiteX50" fmla="*/ 2703452 w 4286641"/>
                  <a:gd name="connsiteY50" fmla="*/ 3837832 h 4876800"/>
                  <a:gd name="connsiteX51" fmla="*/ 2703443 w 4286641"/>
                  <a:gd name="connsiteY51" fmla="*/ 3837832 h 4876800"/>
                  <a:gd name="connsiteX52" fmla="*/ 4074614 w 4286641"/>
                  <a:gd name="connsiteY52" fmla="*/ 2963190 h 4876800"/>
                  <a:gd name="connsiteX53" fmla="*/ 2060286 w 4286641"/>
                  <a:gd name="connsiteY53" fmla="*/ 2963190 h 4876800"/>
                  <a:gd name="connsiteX54" fmla="*/ 1954273 w 4286641"/>
                  <a:gd name="connsiteY54" fmla="*/ 3069203 h 4876800"/>
                  <a:gd name="connsiteX55" fmla="*/ 1954273 w 4286641"/>
                  <a:gd name="connsiteY55" fmla="*/ 3233900 h 4876800"/>
                  <a:gd name="connsiteX56" fmla="*/ 1288371 w 4286641"/>
                  <a:gd name="connsiteY56" fmla="*/ 2459603 h 4876800"/>
                  <a:gd name="connsiteX57" fmla="*/ 1954273 w 4286641"/>
                  <a:gd name="connsiteY57" fmla="*/ 1685306 h 4876800"/>
                  <a:gd name="connsiteX58" fmla="*/ 1954273 w 4286641"/>
                  <a:gd name="connsiteY58" fmla="*/ 1850003 h 4876800"/>
                  <a:gd name="connsiteX59" fmla="*/ 2060286 w 4286641"/>
                  <a:gd name="connsiteY59" fmla="*/ 1956016 h 4876800"/>
                  <a:gd name="connsiteX60" fmla="*/ 4074614 w 4286641"/>
                  <a:gd name="connsiteY60" fmla="*/ 1956016 h 4876800"/>
                  <a:gd name="connsiteX61" fmla="*/ 4074614 w 4286641"/>
                  <a:gd name="connsiteY61" fmla="*/ 2963190 h 4876800"/>
                  <a:gd name="connsiteX0" fmla="*/ 4180628 w 4286641"/>
                  <a:gd name="connsiteY0" fmla="*/ 1743989 h 4876800"/>
                  <a:gd name="connsiteX1" fmla="*/ 2915479 w 4286641"/>
                  <a:gd name="connsiteY1" fmla="*/ 1743989 h 4876800"/>
                  <a:gd name="connsiteX2" fmla="*/ 2915479 w 4286641"/>
                  <a:gd name="connsiteY2" fmla="*/ 361340 h 4876800"/>
                  <a:gd name="connsiteX3" fmla="*/ 2554138 w 4286641"/>
                  <a:gd name="connsiteY3" fmla="*/ 0 h 4876800"/>
                  <a:gd name="connsiteX4" fmla="*/ 361350 w 4286641"/>
                  <a:gd name="connsiteY4" fmla="*/ 0 h 4876800"/>
                  <a:gd name="connsiteX5" fmla="*/ 0 w 4286641"/>
                  <a:gd name="connsiteY5" fmla="*/ 361340 h 4876800"/>
                  <a:gd name="connsiteX6" fmla="*/ 0 w 4286641"/>
                  <a:gd name="connsiteY6" fmla="*/ 4515460 h 4876800"/>
                  <a:gd name="connsiteX7" fmla="*/ 361340 w 4286641"/>
                  <a:gd name="connsiteY7" fmla="*/ 4876800 h 4876800"/>
                  <a:gd name="connsiteX8" fmla="*/ 2554138 w 4286641"/>
                  <a:gd name="connsiteY8" fmla="*/ 4876800 h 4876800"/>
                  <a:gd name="connsiteX9" fmla="*/ 2915488 w 4286641"/>
                  <a:gd name="connsiteY9" fmla="*/ 4515460 h 4876800"/>
                  <a:gd name="connsiteX10" fmla="*/ 2915488 w 4286641"/>
                  <a:gd name="connsiteY10" fmla="*/ 3175225 h 4876800"/>
                  <a:gd name="connsiteX11" fmla="*/ 4180628 w 4286641"/>
                  <a:gd name="connsiteY11" fmla="*/ 3175225 h 4876800"/>
                  <a:gd name="connsiteX12" fmla="*/ 4286641 w 4286641"/>
                  <a:gd name="connsiteY12" fmla="*/ 3069212 h 4876800"/>
                  <a:gd name="connsiteX13" fmla="*/ 4286641 w 4286641"/>
                  <a:gd name="connsiteY13" fmla="*/ 1850012 h 4876800"/>
                  <a:gd name="connsiteX14" fmla="*/ 4180628 w 4286641"/>
                  <a:gd name="connsiteY14" fmla="*/ 1743989 h 4876800"/>
                  <a:gd name="connsiteX15" fmla="*/ 361350 w 4286641"/>
                  <a:gd name="connsiteY15" fmla="*/ 212036 h 4876800"/>
                  <a:gd name="connsiteX16" fmla="*/ 2554138 w 4286641"/>
                  <a:gd name="connsiteY16" fmla="*/ 212036 h 4876800"/>
                  <a:gd name="connsiteX17" fmla="*/ 2703452 w 4286641"/>
                  <a:gd name="connsiteY17" fmla="*/ 361340 h 4876800"/>
                  <a:gd name="connsiteX18" fmla="*/ 2703452 w 4286641"/>
                  <a:gd name="connsiteY18" fmla="*/ 869347 h 4876800"/>
                  <a:gd name="connsiteX19" fmla="*/ 212046 w 4286641"/>
                  <a:gd name="connsiteY19" fmla="*/ 869347 h 4876800"/>
                  <a:gd name="connsiteX20" fmla="*/ 212046 w 4286641"/>
                  <a:gd name="connsiteY20" fmla="*/ 361340 h 4876800"/>
                  <a:gd name="connsiteX21" fmla="*/ 361350 w 4286641"/>
                  <a:gd name="connsiteY21" fmla="*/ 212036 h 4876800"/>
                  <a:gd name="connsiteX22" fmla="*/ 2554138 w 4286641"/>
                  <a:gd name="connsiteY22" fmla="*/ 4664764 h 4876800"/>
                  <a:gd name="connsiteX23" fmla="*/ 361350 w 4286641"/>
                  <a:gd name="connsiteY23" fmla="*/ 4664764 h 4876800"/>
                  <a:gd name="connsiteX24" fmla="*/ 212046 w 4286641"/>
                  <a:gd name="connsiteY24" fmla="*/ 4515460 h 4876800"/>
                  <a:gd name="connsiteX25" fmla="*/ 212046 w 4286641"/>
                  <a:gd name="connsiteY25" fmla="*/ 4049859 h 4876800"/>
                  <a:gd name="connsiteX26" fmla="*/ 2703452 w 4286641"/>
                  <a:gd name="connsiteY26" fmla="*/ 4049859 h 4876800"/>
                  <a:gd name="connsiteX27" fmla="*/ 2703452 w 4286641"/>
                  <a:gd name="connsiteY27" fmla="*/ 4515460 h 4876800"/>
                  <a:gd name="connsiteX28" fmla="*/ 2554138 w 4286641"/>
                  <a:gd name="connsiteY28" fmla="*/ 4664764 h 4876800"/>
                  <a:gd name="connsiteX29" fmla="*/ 2703443 w 4286641"/>
                  <a:gd name="connsiteY29" fmla="*/ 3837832 h 4876800"/>
                  <a:gd name="connsiteX30" fmla="*/ 212036 w 4286641"/>
                  <a:gd name="connsiteY30" fmla="*/ 3837832 h 4876800"/>
                  <a:gd name="connsiteX31" fmla="*/ 212036 w 4286641"/>
                  <a:gd name="connsiteY31" fmla="*/ 1081373 h 4876800"/>
                  <a:gd name="connsiteX32" fmla="*/ 524789 w 4286641"/>
                  <a:gd name="connsiteY32" fmla="*/ 1081373 h 4876800"/>
                  <a:gd name="connsiteX33" fmla="*/ 524789 w 4286641"/>
                  <a:gd name="connsiteY33" fmla="*/ 1823495 h 4876800"/>
                  <a:gd name="connsiteX34" fmla="*/ 736816 w 4286641"/>
                  <a:gd name="connsiteY34" fmla="*/ 1081373 h 4876800"/>
                  <a:gd name="connsiteX35" fmla="*/ 2703443 w 4286641"/>
                  <a:gd name="connsiteY35" fmla="*/ 1081373 h 4876800"/>
                  <a:gd name="connsiteX36" fmla="*/ 2703443 w 4286641"/>
                  <a:gd name="connsiteY36" fmla="*/ 1743980 h 4876800"/>
                  <a:gd name="connsiteX37" fmla="*/ 2166280 w 4286641"/>
                  <a:gd name="connsiteY37" fmla="*/ 1743980 h 4876800"/>
                  <a:gd name="connsiteX38" fmla="*/ 2166280 w 4286641"/>
                  <a:gd name="connsiteY38" fmla="*/ 1399423 h 4876800"/>
                  <a:gd name="connsiteX39" fmla="*/ 2097138 w 4286641"/>
                  <a:gd name="connsiteY39" fmla="*/ 1300020 h 4876800"/>
                  <a:gd name="connsiteX40" fmla="*/ 1979886 w 4286641"/>
                  <a:gd name="connsiteY40" fmla="*/ 1330290 h 4876800"/>
                  <a:gd name="connsiteX41" fmla="*/ 1068143 w 4286641"/>
                  <a:gd name="connsiteY41" fmla="*/ 2390470 h 4876800"/>
                  <a:gd name="connsiteX42" fmla="*/ 1068143 w 4286641"/>
                  <a:gd name="connsiteY42" fmla="*/ 2528726 h 4876800"/>
                  <a:gd name="connsiteX43" fmla="*/ 1979895 w 4286641"/>
                  <a:gd name="connsiteY43" fmla="*/ 3588896 h 4876800"/>
                  <a:gd name="connsiteX44" fmla="*/ 2060296 w 4286641"/>
                  <a:gd name="connsiteY44" fmla="*/ 3625777 h 4876800"/>
                  <a:gd name="connsiteX45" fmla="*/ 2097148 w 4286641"/>
                  <a:gd name="connsiteY45" fmla="*/ 3619157 h 4876800"/>
                  <a:gd name="connsiteX46" fmla="*/ 2166290 w 4286641"/>
                  <a:gd name="connsiteY46" fmla="*/ 3519754 h 4876800"/>
                  <a:gd name="connsiteX47" fmla="*/ 2166290 w 4286641"/>
                  <a:gd name="connsiteY47" fmla="*/ 3175197 h 4876800"/>
                  <a:gd name="connsiteX48" fmla="*/ 2703452 w 4286641"/>
                  <a:gd name="connsiteY48" fmla="*/ 3175197 h 4876800"/>
                  <a:gd name="connsiteX49" fmla="*/ 2703452 w 4286641"/>
                  <a:gd name="connsiteY49" fmla="*/ 3837832 h 4876800"/>
                  <a:gd name="connsiteX50" fmla="*/ 2703443 w 4286641"/>
                  <a:gd name="connsiteY50" fmla="*/ 3837832 h 4876800"/>
                  <a:gd name="connsiteX51" fmla="*/ 4074614 w 4286641"/>
                  <a:gd name="connsiteY51" fmla="*/ 2963190 h 4876800"/>
                  <a:gd name="connsiteX52" fmla="*/ 2060286 w 4286641"/>
                  <a:gd name="connsiteY52" fmla="*/ 2963190 h 4876800"/>
                  <a:gd name="connsiteX53" fmla="*/ 1954273 w 4286641"/>
                  <a:gd name="connsiteY53" fmla="*/ 3069203 h 4876800"/>
                  <a:gd name="connsiteX54" fmla="*/ 1954273 w 4286641"/>
                  <a:gd name="connsiteY54" fmla="*/ 3233900 h 4876800"/>
                  <a:gd name="connsiteX55" fmla="*/ 1288371 w 4286641"/>
                  <a:gd name="connsiteY55" fmla="*/ 2459603 h 4876800"/>
                  <a:gd name="connsiteX56" fmla="*/ 1954273 w 4286641"/>
                  <a:gd name="connsiteY56" fmla="*/ 1685306 h 4876800"/>
                  <a:gd name="connsiteX57" fmla="*/ 1954273 w 4286641"/>
                  <a:gd name="connsiteY57" fmla="*/ 1850003 h 4876800"/>
                  <a:gd name="connsiteX58" fmla="*/ 2060286 w 4286641"/>
                  <a:gd name="connsiteY58" fmla="*/ 1956016 h 4876800"/>
                  <a:gd name="connsiteX59" fmla="*/ 4074614 w 4286641"/>
                  <a:gd name="connsiteY59" fmla="*/ 1956016 h 4876800"/>
                  <a:gd name="connsiteX60" fmla="*/ 4074614 w 4286641"/>
                  <a:gd name="connsiteY60" fmla="*/ 2963190 h 4876800"/>
                  <a:gd name="connsiteX0" fmla="*/ 4180628 w 4286641"/>
                  <a:gd name="connsiteY0" fmla="*/ 1743989 h 4876800"/>
                  <a:gd name="connsiteX1" fmla="*/ 2915479 w 4286641"/>
                  <a:gd name="connsiteY1" fmla="*/ 1743989 h 4876800"/>
                  <a:gd name="connsiteX2" fmla="*/ 2915479 w 4286641"/>
                  <a:gd name="connsiteY2" fmla="*/ 361340 h 4876800"/>
                  <a:gd name="connsiteX3" fmla="*/ 2554138 w 4286641"/>
                  <a:gd name="connsiteY3" fmla="*/ 0 h 4876800"/>
                  <a:gd name="connsiteX4" fmla="*/ 361350 w 4286641"/>
                  <a:gd name="connsiteY4" fmla="*/ 0 h 4876800"/>
                  <a:gd name="connsiteX5" fmla="*/ 0 w 4286641"/>
                  <a:gd name="connsiteY5" fmla="*/ 361340 h 4876800"/>
                  <a:gd name="connsiteX6" fmla="*/ 0 w 4286641"/>
                  <a:gd name="connsiteY6" fmla="*/ 4515460 h 4876800"/>
                  <a:gd name="connsiteX7" fmla="*/ 361340 w 4286641"/>
                  <a:gd name="connsiteY7" fmla="*/ 4876800 h 4876800"/>
                  <a:gd name="connsiteX8" fmla="*/ 2554138 w 4286641"/>
                  <a:gd name="connsiteY8" fmla="*/ 4876800 h 4876800"/>
                  <a:gd name="connsiteX9" fmla="*/ 2915488 w 4286641"/>
                  <a:gd name="connsiteY9" fmla="*/ 4515460 h 4876800"/>
                  <a:gd name="connsiteX10" fmla="*/ 2915488 w 4286641"/>
                  <a:gd name="connsiteY10" fmla="*/ 3175225 h 4876800"/>
                  <a:gd name="connsiteX11" fmla="*/ 4180628 w 4286641"/>
                  <a:gd name="connsiteY11" fmla="*/ 3175225 h 4876800"/>
                  <a:gd name="connsiteX12" fmla="*/ 4286641 w 4286641"/>
                  <a:gd name="connsiteY12" fmla="*/ 3069212 h 4876800"/>
                  <a:gd name="connsiteX13" fmla="*/ 4286641 w 4286641"/>
                  <a:gd name="connsiteY13" fmla="*/ 1850012 h 4876800"/>
                  <a:gd name="connsiteX14" fmla="*/ 4180628 w 4286641"/>
                  <a:gd name="connsiteY14" fmla="*/ 1743989 h 4876800"/>
                  <a:gd name="connsiteX15" fmla="*/ 361350 w 4286641"/>
                  <a:gd name="connsiteY15" fmla="*/ 212036 h 4876800"/>
                  <a:gd name="connsiteX16" fmla="*/ 2554138 w 4286641"/>
                  <a:gd name="connsiteY16" fmla="*/ 212036 h 4876800"/>
                  <a:gd name="connsiteX17" fmla="*/ 2703452 w 4286641"/>
                  <a:gd name="connsiteY17" fmla="*/ 361340 h 4876800"/>
                  <a:gd name="connsiteX18" fmla="*/ 2703452 w 4286641"/>
                  <a:gd name="connsiteY18" fmla="*/ 869347 h 4876800"/>
                  <a:gd name="connsiteX19" fmla="*/ 212046 w 4286641"/>
                  <a:gd name="connsiteY19" fmla="*/ 869347 h 4876800"/>
                  <a:gd name="connsiteX20" fmla="*/ 212046 w 4286641"/>
                  <a:gd name="connsiteY20" fmla="*/ 361340 h 4876800"/>
                  <a:gd name="connsiteX21" fmla="*/ 361350 w 4286641"/>
                  <a:gd name="connsiteY21" fmla="*/ 212036 h 4876800"/>
                  <a:gd name="connsiteX22" fmla="*/ 2554138 w 4286641"/>
                  <a:gd name="connsiteY22" fmla="*/ 4664764 h 4876800"/>
                  <a:gd name="connsiteX23" fmla="*/ 361350 w 4286641"/>
                  <a:gd name="connsiteY23" fmla="*/ 4664764 h 4876800"/>
                  <a:gd name="connsiteX24" fmla="*/ 212046 w 4286641"/>
                  <a:gd name="connsiteY24" fmla="*/ 4515460 h 4876800"/>
                  <a:gd name="connsiteX25" fmla="*/ 212046 w 4286641"/>
                  <a:gd name="connsiteY25" fmla="*/ 4049859 h 4876800"/>
                  <a:gd name="connsiteX26" fmla="*/ 2703452 w 4286641"/>
                  <a:gd name="connsiteY26" fmla="*/ 4049859 h 4876800"/>
                  <a:gd name="connsiteX27" fmla="*/ 2703452 w 4286641"/>
                  <a:gd name="connsiteY27" fmla="*/ 4515460 h 4876800"/>
                  <a:gd name="connsiteX28" fmla="*/ 2554138 w 4286641"/>
                  <a:gd name="connsiteY28" fmla="*/ 4664764 h 4876800"/>
                  <a:gd name="connsiteX29" fmla="*/ 2703443 w 4286641"/>
                  <a:gd name="connsiteY29" fmla="*/ 3837832 h 4876800"/>
                  <a:gd name="connsiteX30" fmla="*/ 212036 w 4286641"/>
                  <a:gd name="connsiteY30" fmla="*/ 3837832 h 4876800"/>
                  <a:gd name="connsiteX31" fmla="*/ 212036 w 4286641"/>
                  <a:gd name="connsiteY31" fmla="*/ 1081373 h 4876800"/>
                  <a:gd name="connsiteX32" fmla="*/ 524789 w 4286641"/>
                  <a:gd name="connsiteY32" fmla="*/ 1081373 h 4876800"/>
                  <a:gd name="connsiteX33" fmla="*/ 736816 w 4286641"/>
                  <a:gd name="connsiteY33" fmla="*/ 1081373 h 4876800"/>
                  <a:gd name="connsiteX34" fmla="*/ 2703443 w 4286641"/>
                  <a:gd name="connsiteY34" fmla="*/ 1081373 h 4876800"/>
                  <a:gd name="connsiteX35" fmla="*/ 2703443 w 4286641"/>
                  <a:gd name="connsiteY35" fmla="*/ 1743980 h 4876800"/>
                  <a:gd name="connsiteX36" fmla="*/ 2166280 w 4286641"/>
                  <a:gd name="connsiteY36" fmla="*/ 1743980 h 4876800"/>
                  <a:gd name="connsiteX37" fmla="*/ 2166280 w 4286641"/>
                  <a:gd name="connsiteY37" fmla="*/ 1399423 h 4876800"/>
                  <a:gd name="connsiteX38" fmla="*/ 2097138 w 4286641"/>
                  <a:gd name="connsiteY38" fmla="*/ 1300020 h 4876800"/>
                  <a:gd name="connsiteX39" fmla="*/ 1979886 w 4286641"/>
                  <a:gd name="connsiteY39" fmla="*/ 1330290 h 4876800"/>
                  <a:gd name="connsiteX40" fmla="*/ 1068143 w 4286641"/>
                  <a:gd name="connsiteY40" fmla="*/ 2390470 h 4876800"/>
                  <a:gd name="connsiteX41" fmla="*/ 1068143 w 4286641"/>
                  <a:gd name="connsiteY41" fmla="*/ 2528726 h 4876800"/>
                  <a:gd name="connsiteX42" fmla="*/ 1979895 w 4286641"/>
                  <a:gd name="connsiteY42" fmla="*/ 3588896 h 4876800"/>
                  <a:gd name="connsiteX43" fmla="*/ 2060296 w 4286641"/>
                  <a:gd name="connsiteY43" fmla="*/ 3625777 h 4876800"/>
                  <a:gd name="connsiteX44" fmla="*/ 2097148 w 4286641"/>
                  <a:gd name="connsiteY44" fmla="*/ 3619157 h 4876800"/>
                  <a:gd name="connsiteX45" fmla="*/ 2166290 w 4286641"/>
                  <a:gd name="connsiteY45" fmla="*/ 3519754 h 4876800"/>
                  <a:gd name="connsiteX46" fmla="*/ 2166290 w 4286641"/>
                  <a:gd name="connsiteY46" fmla="*/ 3175197 h 4876800"/>
                  <a:gd name="connsiteX47" fmla="*/ 2703452 w 4286641"/>
                  <a:gd name="connsiteY47" fmla="*/ 3175197 h 4876800"/>
                  <a:gd name="connsiteX48" fmla="*/ 2703452 w 4286641"/>
                  <a:gd name="connsiteY48" fmla="*/ 3837832 h 4876800"/>
                  <a:gd name="connsiteX49" fmla="*/ 2703443 w 4286641"/>
                  <a:gd name="connsiteY49" fmla="*/ 3837832 h 4876800"/>
                  <a:gd name="connsiteX50" fmla="*/ 4074614 w 4286641"/>
                  <a:gd name="connsiteY50" fmla="*/ 2963190 h 4876800"/>
                  <a:gd name="connsiteX51" fmla="*/ 2060286 w 4286641"/>
                  <a:gd name="connsiteY51" fmla="*/ 2963190 h 4876800"/>
                  <a:gd name="connsiteX52" fmla="*/ 1954273 w 4286641"/>
                  <a:gd name="connsiteY52" fmla="*/ 3069203 h 4876800"/>
                  <a:gd name="connsiteX53" fmla="*/ 1954273 w 4286641"/>
                  <a:gd name="connsiteY53" fmla="*/ 3233900 h 4876800"/>
                  <a:gd name="connsiteX54" fmla="*/ 1288371 w 4286641"/>
                  <a:gd name="connsiteY54" fmla="*/ 2459603 h 4876800"/>
                  <a:gd name="connsiteX55" fmla="*/ 1954273 w 4286641"/>
                  <a:gd name="connsiteY55" fmla="*/ 1685306 h 4876800"/>
                  <a:gd name="connsiteX56" fmla="*/ 1954273 w 4286641"/>
                  <a:gd name="connsiteY56" fmla="*/ 1850003 h 4876800"/>
                  <a:gd name="connsiteX57" fmla="*/ 2060286 w 4286641"/>
                  <a:gd name="connsiteY57" fmla="*/ 1956016 h 4876800"/>
                  <a:gd name="connsiteX58" fmla="*/ 4074614 w 4286641"/>
                  <a:gd name="connsiteY58" fmla="*/ 1956016 h 4876800"/>
                  <a:gd name="connsiteX59" fmla="*/ 4074614 w 4286641"/>
                  <a:gd name="connsiteY59" fmla="*/ 2963190 h 4876800"/>
                  <a:gd name="connsiteX0" fmla="*/ 4180628 w 4286641"/>
                  <a:gd name="connsiteY0" fmla="*/ 1743989 h 4876800"/>
                  <a:gd name="connsiteX1" fmla="*/ 2915479 w 4286641"/>
                  <a:gd name="connsiteY1" fmla="*/ 1743989 h 4876800"/>
                  <a:gd name="connsiteX2" fmla="*/ 2915479 w 4286641"/>
                  <a:gd name="connsiteY2" fmla="*/ 361340 h 4876800"/>
                  <a:gd name="connsiteX3" fmla="*/ 2554138 w 4286641"/>
                  <a:gd name="connsiteY3" fmla="*/ 0 h 4876800"/>
                  <a:gd name="connsiteX4" fmla="*/ 361350 w 4286641"/>
                  <a:gd name="connsiteY4" fmla="*/ 0 h 4876800"/>
                  <a:gd name="connsiteX5" fmla="*/ 0 w 4286641"/>
                  <a:gd name="connsiteY5" fmla="*/ 361340 h 4876800"/>
                  <a:gd name="connsiteX6" fmla="*/ 0 w 4286641"/>
                  <a:gd name="connsiteY6" fmla="*/ 4515460 h 4876800"/>
                  <a:gd name="connsiteX7" fmla="*/ 361340 w 4286641"/>
                  <a:gd name="connsiteY7" fmla="*/ 4876800 h 4876800"/>
                  <a:gd name="connsiteX8" fmla="*/ 2554138 w 4286641"/>
                  <a:gd name="connsiteY8" fmla="*/ 4876800 h 4876800"/>
                  <a:gd name="connsiteX9" fmla="*/ 2915488 w 4286641"/>
                  <a:gd name="connsiteY9" fmla="*/ 4515460 h 4876800"/>
                  <a:gd name="connsiteX10" fmla="*/ 2915488 w 4286641"/>
                  <a:gd name="connsiteY10" fmla="*/ 3175225 h 4876800"/>
                  <a:gd name="connsiteX11" fmla="*/ 4180628 w 4286641"/>
                  <a:gd name="connsiteY11" fmla="*/ 3175225 h 4876800"/>
                  <a:gd name="connsiteX12" fmla="*/ 4286641 w 4286641"/>
                  <a:gd name="connsiteY12" fmla="*/ 3069212 h 4876800"/>
                  <a:gd name="connsiteX13" fmla="*/ 4286641 w 4286641"/>
                  <a:gd name="connsiteY13" fmla="*/ 1850012 h 4876800"/>
                  <a:gd name="connsiteX14" fmla="*/ 4180628 w 4286641"/>
                  <a:gd name="connsiteY14" fmla="*/ 1743989 h 4876800"/>
                  <a:gd name="connsiteX15" fmla="*/ 361350 w 4286641"/>
                  <a:gd name="connsiteY15" fmla="*/ 212036 h 4876800"/>
                  <a:gd name="connsiteX16" fmla="*/ 2554138 w 4286641"/>
                  <a:gd name="connsiteY16" fmla="*/ 212036 h 4876800"/>
                  <a:gd name="connsiteX17" fmla="*/ 2703452 w 4286641"/>
                  <a:gd name="connsiteY17" fmla="*/ 361340 h 4876800"/>
                  <a:gd name="connsiteX18" fmla="*/ 2703452 w 4286641"/>
                  <a:gd name="connsiteY18" fmla="*/ 869347 h 4876800"/>
                  <a:gd name="connsiteX19" fmla="*/ 212046 w 4286641"/>
                  <a:gd name="connsiteY19" fmla="*/ 869347 h 4876800"/>
                  <a:gd name="connsiteX20" fmla="*/ 212046 w 4286641"/>
                  <a:gd name="connsiteY20" fmla="*/ 361340 h 4876800"/>
                  <a:gd name="connsiteX21" fmla="*/ 361350 w 4286641"/>
                  <a:gd name="connsiteY21" fmla="*/ 212036 h 4876800"/>
                  <a:gd name="connsiteX22" fmla="*/ 2554138 w 4286641"/>
                  <a:gd name="connsiteY22" fmla="*/ 4664764 h 4876800"/>
                  <a:gd name="connsiteX23" fmla="*/ 361350 w 4286641"/>
                  <a:gd name="connsiteY23" fmla="*/ 4664764 h 4876800"/>
                  <a:gd name="connsiteX24" fmla="*/ 212046 w 4286641"/>
                  <a:gd name="connsiteY24" fmla="*/ 4515460 h 4876800"/>
                  <a:gd name="connsiteX25" fmla="*/ 212046 w 4286641"/>
                  <a:gd name="connsiteY25" fmla="*/ 4049859 h 4876800"/>
                  <a:gd name="connsiteX26" fmla="*/ 2703452 w 4286641"/>
                  <a:gd name="connsiteY26" fmla="*/ 4049859 h 4876800"/>
                  <a:gd name="connsiteX27" fmla="*/ 2703452 w 4286641"/>
                  <a:gd name="connsiteY27" fmla="*/ 4515460 h 4876800"/>
                  <a:gd name="connsiteX28" fmla="*/ 2554138 w 4286641"/>
                  <a:gd name="connsiteY28" fmla="*/ 4664764 h 4876800"/>
                  <a:gd name="connsiteX29" fmla="*/ 2703443 w 4286641"/>
                  <a:gd name="connsiteY29" fmla="*/ 3837832 h 4876800"/>
                  <a:gd name="connsiteX30" fmla="*/ 212036 w 4286641"/>
                  <a:gd name="connsiteY30" fmla="*/ 3837832 h 4876800"/>
                  <a:gd name="connsiteX31" fmla="*/ 212036 w 4286641"/>
                  <a:gd name="connsiteY31" fmla="*/ 1081373 h 4876800"/>
                  <a:gd name="connsiteX32" fmla="*/ 524789 w 4286641"/>
                  <a:gd name="connsiteY32" fmla="*/ 1081373 h 4876800"/>
                  <a:gd name="connsiteX33" fmla="*/ 736816 w 4286641"/>
                  <a:gd name="connsiteY33" fmla="*/ 1081373 h 4876800"/>
                  <a:gd name="connsiteX34" fmla="*/ 2703443 w 4286641"/>
                  <a:gd name="connsiteY34" fmla="*/ 1081373 h 4876800"/>
                  <a:gd name="connsiteX35" fmla="*/ 2703443 w 4286641"/>
                  <a:gd name="connsiteY35" fmla="*/ 1743980 h 4876800"/>
                  <a:gd name="connsiteX36" fmla="*/ 2166280 w 4286641"/>
                  <a:gd name="connsiteY36" fmla="*/ 1743980 h 4876800"/>
                  <a:gd name="connsiteX37" fmla="*/ 2166280 w 4286641"/>
                  <a:gd name="connsiteY37" fmla="*/ 1399423 h 4876800"/>
                  <a:gd name="connsiteX38" fmla="*/ 2097138 w 4286641"/>
                  <a:gd name="connsiteY38" fmla="*/ 1300020 h 4876800"/>
                  <a:gd name="connsiteX39" fmla="*/ 1979886 w 4286641"/>
                  <a:gd name="connsiteY39" fmla="*/ 1330290 h 4876800"/>
                  <a:gd name="connsiteX40" fmla="*/ 1068143 w 4286641"/>
                  <a:gd name="connsiteY40" fmla="*/ 2528726 h 4876800"/>
                  <a:gd name="connsiteX41" fmla="*/ 1979895 w 4286641"/>
                  <a:gd name="connsiteY41" fmla="*/ 3588896 h 4876800"/>
                  <a:gd name="connsiteX42" fmla="*/ 2060296 w 4286641"/>
                  <a:gd name="connsiteY42" fmla="*/ 3625777 h 4876800"/>
                  <a:gd name="connsiteX43" fmla="*/ 2097148 w 4286641"/>
                  <a:gd name="connsiteY43" fmla="*/ 3619157 h 4876800"/>
                  <a:gd name="connsiteX44" fmla="*/ 2166290 w 4286641"/>
                  <a:gd name="connsiteY44" fmla="*/ 3519754 h 4876800"/>
                  <a:gd name="connsiteX45" fmla="*/ 2166290 w 4286641"/>
                  <a:gd name="connsiteY45" fmla="*/ 3175197 h 4876800"/>
                  <a:gd name="connsiteX46" fmla="*/ 2703452 w 4286641"/>
                  <a:gd name="connsiteY46" fmla="*/ 3175197 h 4876800"/>
                  <a:gd name="connsiteX47" fmla="*/ 2703452 w 4286641"/>
                  <a:gd name="connsiteY47" fmla="*/ 3837832 h 4876800"/>
                  <a:gd name="connsiteX48" fmla="*/ 2703443 w 4286641"/>
                  <a:gd name="connsiteY48" fmla="*/ 3837832 h 4876800"/>
                  <a:gd name="connsiteX49" fmla="*/ 4074614 w 4286641"/>
                  <a:gd name="connsiteY49" fmla="*/ 2963190 h 4876800"/>
                  <a:gd name="connsiteX50" fmla="*/ 2060286 w 4286641"/>
                  <a:gd name="connsiteY50" fmla="*/ 2963190 h 4876800"/>
                  <a:gd name="connsiteX51" fmla="*/ 1954273 w 4286641"/>
                  <a:gd name="connsiteY51" fmla="*/ 3069203 h 4876800"/>
                  <a:gd name="connsiteX52" fmla="*/ 1954273 w 4286641"/>
                  <a:gd name="connsiteY52" fmla="*/ 3233900 h 4876800"/>
                  <a:gd name="connsiteX53" fmla="*/ 1288371 w 4286641"/>
                  <a:gd name="connsiteY53" fmla="*/ 2459603 h 4876800"/>
                  <a:gd name="connsiteX54" fmla="*/ 1954273 w 4286641"/>
                  <a:gd name="connsiteY54" fmla="*/ 1685306 h 4876800"/>
                  <a:gd name="connsiteX55" fmla="*/ 1954273 w 4286641"/>
                  <a:gd name="connsiteY55" fmla="*/ 1850003 h 4876800"/>
                  <a:gd name="connsiteX56" fmla="*/ 2060286 w 4286641"/>
                  <a:gd name="connsiteY56" fmla="*/ 1956016 h 4876800"/>
                  <a:gd name="connsiteX57" fmla="*/ 4074614 w 4286641"/>
                  <a:gd name="connsiteY57" fmla="*/ 1956016 h 4876800"/>
                  <a:gd name="connsiteX58" fmla="*/ 4074614 w 4286641"/>
                  <a:gd name="connsiteY58" fmla="*/ 2963190 h 4876800"/>
                  <a:gd name="connsiteX0" fmla="*/ 4180628 w 4286641"/>
                  <a:gd name="connsiteY0" fmla="*/ 1743989 h 4876800"/>
                  <a:gd name="connsiteX1" fmla="*/ 2915479 w 4286641"/>
                  <a:gd name="connsiteY1" fmla="*/ 1743989 h 4876800"/>
                  <a:gd name="connsiteX2" fmla="*/ 2915479 w 4286641"/>
                  <a:gd name="connsiteY2" fmla="*/ 361340 h 4876800"/>
                  <a:gd name="connsiteX3" fmla="*/ 2554138 w 4286641"/>
                  <a:gd name="connsiteY3" fmla="*/ 0 h 4876800"/>
                  <a:gd name="connsiteX4" fmla="*/ 361350 w 4286641"/>
                  <a:gd name="connsiteY4" fmla="*/ 0 h 4876800"/>
                  <a:gd name="connsiteX5" fmla="*/ 0 w 4286641"/>
                  <a:gd name="connsiteY5" fmla="*/ 361340 h 4876800"/>
                  <a:gd name="connsiteX6" fmla="*/ 0 w 4286641"/>
                  <a:gd name="connsiteY6" fmla="*/ 4515460 h 4876800"/>
                  <a:gd name="connsiteX7" fmla="*/ 361340 w 4286641"/>
                  <a:gd name="connsiteY7" fmla="*/ 4876800 h 4876800"/>
                  <a:gd name="connsiteX8" fmla="*/ 2554138 w 4286641"/>
                  <a:gd name="connsiteY8" fmla="*/ 4876800 h 4876800"/>
                  <a:gd name="connsiteX9" fmla="*/ 2915488 w 4286641"/>
                  <a:gd name="connsiteY9" fmla="*/ 4515460 h 4876800"/>
                  <a:gd name="connsiteX10" fmla="*/ 2915488 w 4286641"/>
                  <a:gd name="connsiteY10" fmla="*/ 3175225 h 4876800"/>
                  <a:gd name="connsiteX11" fmla="*/ 4180628 w 4286641"/>
                  <a:gd name="connsiteY11" fmla="*/ 3175225 h 4876800"/>
                  <a:gd name="connsiteX12" fmla="*/ 4286641 w 4286641"/>
                  <a:gd name="connsiteY12" fmla="*/ 3069212 h 4876800"/>
                  <a:gd name="connsiteX13" fmla="*/ 4286641 w 4286641"/>
                  <a:gd name="connsiteY13" fmla="*/ 1850012 h 4876800"/>
                  <a:gd name="connsiteX14" fmla="*/ 4180628 w 4286641"/>
                  <a:gd name="connsiteY14" fmla="*/ 1743989 h 4876800"/>
                  <a:gd name="connsiteX15" fmla="*/ 361350 w 4286641"/>
                  <a:gd name="connsiteY15" fmla="*/ 212036 h 4876800"/>
                  <a:gd name="connsiteX16" fmla="*/ 2554138 w 4286641"/>
                  <a:gd name="connsiteY16" fmla="*/ 212036 h 4876800"/>
                  <a:gd name="connsiteX17" fmla="*/ 2703452 w 4286641"/>
                  <a:gd name="connsiteY17" fmla="*/ 361340 h 4876800"/>
                  <a:gd name="connsiteX18" fmla="*/ 2703452 w 4286641"/>
                  <a:gd name="connsiteY18" fmla="*/ 869347 h 4876800"/>
                  <a:gd name="connsiteX19" fmla="*/ 212046 w 4286641"/>
                  <a:gd name="connsiteY19" fmla="*/ 869347 h 4876800"/>
                  <a:gd name="connsiteX20" fmla="*/ 212046 w 4286641"/>
                  <a:gd name="connsiteY20" fmla="*/ 361340 h 4876800"/>
                  <a:gd name="connsiteX21" fmla="*/ 361350 w 4286641"/>
                  <a:gd name="connsiteY21" fmla="*/ 212036 h 4876800"/>
                  <a:gd name="connsiteX22" fmla="*/ 2554138 w 4286641"/>
                  <a:gd name="connsiteY22" fmla="*/ 4664764 h 4876800"/>
                  <a:gd name="connsiteX23" fmla="*/ 361350 w 4286641"/>
                  <a:gd name="connsiteY23" fmla="*/ 4664764 h 4876800"/>
                  <a:gd name="connsiteX24" fmla="*/ 212046 w 4286641"/>
                  <a:gd name="connsiteY24" fmla="*/ 4515460 h 4876800"/>
                  <a:gd name="connsiteX25" fmla="*/ 212046 w 4286641"/>
                  <a:gd name="connsiteY25" fmla="*/ 4049859 h 4876800"/>
                  <a:gd name="connsiteX26" fmla="*/ 2703452 w 4286641"/>
                  <a:gd name="connsiteY26" fmla="*/ 4049859 h 4876800"/>
                  <a:gd name="connsiteX27" fmla="*/ 2703452 w 4286641"/>
                  <a:gd name="connsiteY27" fmla="*/ 4515460 h 4876800"/>
                  <a:gd name="connsiteX28" fmla="*/ 2554138 w 4286641"/>
                  <a:gd name="connsiteY28" fmla="*/ 4664764 h 4876800"/>
                  <a:gd name="connsiteX29" fmla="*/ 2703443 w 4286641"/>
                  <a:gd name="connsiteY29" fmla="*/ 3837832 h 4876800"/>
                  <a:gd name="connsiteX30" fmla="*/ 212036 w 4286641"/>
                  <a:gd name="connsiteY30" fmla="*/ 3837832 h 4876800"/>
                  <a:gd name="connsiteX31" fmla="*/ 212036 w 4286641"/>
                  <a:gd name="connsiteY31" fmla="*/ 1081373 h 4876800"/>
                  <a:gd name="connsiteX32" fmla="*/ 524789 w 4286641"/>
                  <a:gd name="connsiteY32" fmla="*/ 1081373 h 4876800"/>
                  <a:gd name="connsiteX33" fmla="*/ 736816 w 4286641"/>
                  <a:gd name="connsiteY33" fmla="*/ 1081373 h 4876800"/>
                  <a:gd name="connsiteX34" fmla="*/ 2703443 w 4286641"/>
                  <a:gd name="connsiteY34" fmla="*/ 1081373 h 4876800"/>
                  <a:gd name="connsiteX35" fmla="*/ 2703443 w 4286641"/>
                  <a:gd name="connsiteY35" fmla="*/ 1743980 h 4876800"/>
                  <a:gd name="connsiteX36" fmla="*/ 2166280 w 4286641"/>
                  <a:gd name="connsiteY36" fmla="*/ 1743980 h 4876800"/>
                  <a:gd name="connsiteX37" fmla="*/ 2166280 w 4286641"/>
                  <a:gd name="connsiteY37" fmla="*/ 1399423 h 4876800"/>
                  <a:gd name="connsiteX38" fmla="*/ 2097138 w 4286641"/>
                  <a:gd name="connsiteY38" fmla="*/ 1300020 h 4876800"/>
                  <a:gd name="connsiteX39" fmla="*/ 1979886 w 4286641"/>
                  <a:gd name="connsiteY39" fmla="*/ 1330290 h 4876800"/>
                  <a:gd name="connsiteX40" fmla="*/ 1068143 w 4286641"/>
                  <a:gd name="connsiteY40" fmla="*/ 2528726 h 4876800"/>
                  <a:gd name="connsiteX41" fmla="*/ 1979895 w 4286641"/>
                  <a:gd name="connsiteY41" fmla="*/ 3588896 h 4876800"/>
                  <a:gd name="connsiteX42" fmla="*/ 2060296 w 4286641"/>
                  <a:gd name="connsiteY42" fmla="*/ 3625777 h 4876800"/>
                  <a:gd name="connsiteX43" fmla="*/ 2097148 w 4286641"/>
                  <a:gd name="connsiteY43" fmla="*/ 3619157 h 4876800"/>
                  <a:gd name="connsiteX44" fmla="*/ 2166290 w 4286641"/>
                  <a:gd name="connsiteY44" fmla="*/ 3519754 h 4876800"/>
                  <a:gd name="connsiteX45" fmla="*/ 2166290 w 4286641"/>
                  <a:gd name="connsiteY45" fmla="*/ 3175197 h 4876800"/>
                  <a:gd name="connsiteX46" fmla="*/ 2703452 w 4286641"/>
                  <a:gd name="connsiteY46" fmla="*/ 3175197 h 4876800"/>
                  <a:gd name="connsiteX47" fmla="*/ 2703452 w 4286641"/>
                  <a:gd name="connsiteY47" fmla="*/ 3837832 h 4876800"/>
                  <a:gd name="connsiteX48" fmla="*/ 2703443 w 4286641"/>
                  <a:gd name="connsiteY48" fmla="*/ 3837832 h 4876800"/>
                  <a:gd name="connsiteX49" fmla="*/ 4074614 w 4286641"/>
                  <a:gd name="connsiteY49" fmla="*/ 2963190 h 4876800"/>
                  <a:gd name="connsiteX50" fmla="*/ 2060286 w 4286641"/>
                  <a:gd name="connsiteY50" fmla="*/ 2963190 h 4876800"/>
                  <a:gd name="connsiteX51" fmla="*/ 1954273 w 4286641"/>
                  <a:gd name="connsiteY51" fmla="*/ 3069203 h 4876800"/>
                  <a:gd name="connsiteX52" fmla="*/ 1954273 w 4286641"/>
                  <a:gd name="connsiteY52" fmla="*/ 3233900 h 4876800"/>
                  <a:gd name="connsiteX53" fmla="*/ 1954273 w 4286641"/>
                  <a:gd name="connsiteY53" fmla="*/ 1685306 h 4876800"/>
                  <a:gd name="connsiteX54" fmla="*/ 1954273 w 4286641"/>
                  <a:gd name="connsiteY54" fmla="*/ 1850003 h 4876800"/>
                  <a:gd name="connsiteX55" fmla="*/ 2060286 w 4286641"/>
                  <a:gd name="connsiteY55" fmla="*/ 1956016 h 4876800"/>
                  <a:gd name="connsiteX56" fmla="*/ 4074614 w 4286641"/>
                  <a:gd name="connsiteY56" fmla="*/ 1956016 h 4876800"/>
                  <a:gd name="connsiteX57" fmla="*/ 4074614 w 4286641"/>
                  <a:gd name="connsiteY57" fmla="*/ 2963190 h 4876800"/>
                  <a:gd name="connsiteX0" fmla="*/ 4180628 w 4286641"/>
                  <a:gd name="connsiteY0" fmla="*/ 1743989 h 4876800"/>
                  <a:gd name="connsiteX1" fmla="*/ 2915479 w 4286641"/>
                  <a:gd name="connsiteY1" fmla="*/ 1743989 h 4876800"/>
                  <a:gd name="connsiteX2" fmla="*/ 2915479 w 4286641"/>
                  <a:gd name="connsiteY2" fmla="*/ 361340 h 4876800"/>
                  <a:gd name="connsiteX3" fmla="*/ 2554138 w 4286641"/>
                  <a:gd name="connsiteY3" fmla="*/ 0 h 4876800"/>
                  <a:gd name="connsiteX4" fmla="*/ 361350 w 4286641"/>
                  <a:gd name="connsiteY4" fmla="*/ 0 h 4876800"/>
                  <a:gd name="connsiteX5" fmla="*/ 0 w 4286641"/>
                  <a:gd name="connsiteY5" fmla="*/ 361340 h 4876800"/>
                  <a:gd name="connsiteX6" fmla="*/ 0 w 4286641"/>
                  <a:gd name="connsiteY6" fmla="*/ 4515460 h 4876800"/>
                  <a:gd name="connsiteX7" fmla="*/ 361340 w 4286641"/>
                  <a:gd name="connsiteY7" fmla="*/ 4876800 h 4876800"/>
                  <a:gd name="connsiteX8" fmla="*/ 2554138 w 4286641"/>
                  <a:gd name="connsiteY8" fmla="*/ 4876800 h 4876800"/>
                  <a:gd name="connsiteX9" fmla="*/ 2915488 w 4286641"/>
                  <a:gd name="connsiteY9" fmla="*/ 4515460 h 4876800"/>
                  <a:gd name="connsiteX10" fmla="*/ 2915488 w 4286641"/>
                  <a:gd name="connsiteY10" fmla="*/ 3175225 h 4876800"/>
                  <a:gd name="connsiteX11" fmla="*/ 4180628 w 4286641"/>
                  <a:gd name="connsiteY11" fmla="*/ 3175225 h 4876800"/>
                  <a:gd name="connsiteX12" fmla="*/ 4286641 w 4286641"/>
                  <a:gd name="connsiteY12" fmla="*/ 3069212 h 4876800"/>
                  <a:gd name="connsiteX13" fmla="*/ 4286641 w 4286641"/>
                  <a:gd name="connsiteY13" fmla="*/ 1850012 h 4876800"/>
                  <a:gd name="connsiteX14" fmla="*/ 4180628 w 4286641"/>
                  <a:gd name="connsiteY14" fmla="*/ 1743989 h 4876800"/>
                  <a:gd name="connsiteX15" fmla="*/ 361350 w 4286641"/>
                  <a:gd name="connsiteY15" fmla="*/ 212036 h 4876800"/>
                  <a:gd name="connsiteX16" fmla="*/ 2554138 w 4286641"/>
                  <a:gd name="connsiteY16" fmla="*/ 212036 h 4876800"/>
                  <a:gd name="connsiteX17" fmla="*/ 2703452 w 4286641"/>
                  <a:gd name="connsiteY17" fmla="*/ 361340 h 4876800"/>
                  <a:gd name="connsiteX18" fmla="*/ 2703452 w 4286641"/>
                  <a:gd name="connsiteY18" fmla="*/ 869347 h 4876800"/>
                  <a:gd name="connsiteX19" fmla="*/ 212046 w 4286641"/>
                  <a:gd name="connsiteY19" fmla="*/ 869347 h 4876800"/>
                  <a:gd name="connsiteX20" fmla="*/ 212046 w 4286641"/>
                  <a:gd name="connsiteY20" fmla="*/ 361340 h 4876800"/>
                  <a:gd name="connsiteX21" fmla="*/ 361350 w 4286641"/>
                  <a:gd name="connsiteY21" fmla="*/ 212036 h 4876800"/>
                  <a:gd name="connsiteX22" fmla="*/ 2554138 w 4286641"/>
                  <a:gd name="connsiteY22" fmla="*/ 4664764 h 4876800"/>
                  <a:gd name="connsiteX23" fmla="*/ 361350 w 4286641"/>
                  <a:gd name="connsiteY23" fmla="*/ 4664764 h 4876800"/>
                  <a:gd name="connsiteX24" fmla="*/ 212046 w 4286641"/>
                  <a:gd name="connsiteY24" fmla="*/ 4515460 h 4876800"/>
                  <a:gd name="connsiteX25" fmla="*/ 212046 w 4286641"/>
                  <a:gd name="connsiteY25" fmla="*/ 4049859 h 4876800"/>
                  <a:gd name="connsiteX26" fmla="*/ 2703452 w 4286641"/>
                  <a:gd name="connsiteY26" fmla="*/ 4049859 h 4876800"/>
                  <a:gd name="connsiteX27" fmla="*/ 2703452 w 4286641"/>
                  <a:gd name="connsiteY27" fmla="*/ 4515460 h 4876800"/>
                  <a:gd name="connsiteX28" fmla="*/ 2554138 w 4286641"/>
                  <a:gd name="connsiteY28" fmla="*/ 4664764 h 4876800"/>
                  <a:gd name="connsiteX29" fmla="*/ 2703443 w 4286641"/>
                  <a:gd name="connsiteY29" fmla="*/ 3837832 h 4876800"/>
                  <a:gd name="connsiteX30" fmla="*/ 212036 w 4286641"/>
                  <a:gd name="connsiteY30" fmla="*/ 3837832 h 4876800"/>
                  <a:gd name="connsiteX31" fmla="*/ 212036 w 4286641"/>
                  <a:gd name="connsiteY31" fmla="*/ 1081373 h 4876800"/>
                  <a:gd name="connsiteX32" fmla="*/ 524789 w 4286641"/>
                  <a:gd name="connsiteY32" fmla="*/ 1081373 h 4876800"/>
                  <a:gd name="connsiteX33" fmla="*/ 736816 w 4286641"/>
                  <a:gd name="connsiteY33" fmla="*/ 1081373 h 4876800"/>
                  <a:gd name="connsiteX34" fmla="*/ 2703443 w 4286641"/>
                  <a:gd name="connsiteY34" fmla="*/ 1081373 h 4876800"/>
                  <a:gd name="connsiteX35" fmla="*/ 2703443 w 4286641"/>
                  <a:gd name="connsiteY35" fmla="*/ 1743980 h 4876800"/>
                  <a:gd name="connsiteX36" fmla="*/ 2166280 w 4286641"/>
                  <a:gd name="connsiteY36" fmla="*/ 1743980 h 4876800"/>
                  <a:gd name="connsiteX37" fmla="*/ 2166280 w 4286641"/>
                  <a:gd name="connsiteY37" fmla="*/ 1399423 h 4876800"/>
                  <a:gd name="connsiteX38" fmla="*/ 2097138 w 4286641"/>
                  <a:gd name="connsiteY38" fmla="*/ 1300020 h 4876800"/>
                  <a:gd name="connsiteX39" fmla="*/ 1979886 w 4286641"/>
                  <a:gd name="connsiteY39" fmla="*/ 1330290 h 4876800"/>
                  <a:gd name="connsiteX40" fmla="*/ 1068143 w 4286641"/>
                  <a:gd name="connsiteY40" fmla="*/ 2528726 h 4876800"/>
                  <a:gd name="connsiteX41" fmla="*/ 1979895 w 4286641"/>
                  <a:gd name="connsiteY41" fmla="*/ 3588896 h 4876800"/>
                  <a:gd name="connsiteX42" fmla="*/ 2060296 w 4286641"/>
                  <a:gd name="connsiteY42" fmla="*/ 3625777 h 4876800"/>
                  <a:gd name="connsiteX43" fmla="*/ 2097148 w 4286641"/>
                  <a:gd name="connsiteY43" fmla="*/ 3619157 h 4876800"/>
                  <a:gd name="connsiteX44" fmla="*/ 2166290 w 4286641"/>
                  <a:gd name="connsiteY44" fmla="*/ 3519754 h 4876800"/>
                  <a:gd name="connsiteX45" fmla="*/ 2166290 w 4286641"/>
                  <a:gd name="connsiteY45" fmla="*/ 3175197 h 4876800"/>
                  <a:gd name="connsiteX46" fmla="*/ 2703452 w 4286641"/>
                  <a:gd name="connsiteY46" fmla="*/ 3175197 h 4876800"/>
                  <a:gd name="connsiteX47" fmla="*/ 2703452 w 4286641"/>
                  <a:gd name="connsiteY47" fmla="*/ 3837832 h 4876800"/>
                  <a:gd name="connsiteX48" fmla="*/ 2703443 w 4286641"/>
                  <a:gd name="connsiteY48" fmla="*/ 3837832 h 4876800"/>
                  <a:gd name="connsiteX49" fmla="*/ 4074614 w 4286641"/>
                  <a:gd name="connsiteY49" fmla="*/ 2963190 h 4876800"/>
                  <a:gd name="connsiteX50" fmla="*/ 2060286 w 4286641"/>
                  <a:gd name="connsiteY50" fmla="*/ 2963190 h 4876800"/>
                  <a:gd name="connsiteX51" fmla="*/ 1954273 w 4286641"/>
                  <a:gd name="connsiteY51" fmla="*/ 3069203 h 4876800"/>
                  <a:gd name="connsiteX52" fmla="*/ 1954273 w 4286641"/>
                  <a:gd name="connsiteY52" fmla="*/ 3233900 h 4876800"/>
                  <a:gd name="connsiteX53" fmla="*/ 1954273 w 4286641"/>
                  <a:gd name="connsiteY53" fmla="*/ 1685306 h 4876800"/>
                  <a:gd name="connsiteX54" fmla="*/ 2060286 w 4286641"/>
                  <a:gd name="connsiteY54" fmla="*/ 1956016 h 4876800"/>
                  <a:gd name="connsiteX55" fmla="*/ 4074614 w 4286641"/>
                  <a:gd name="connsiteY55" fmla="*/ 1956016 h 4876800"/>
                  <a:gd name="connsiteX56" fmla="*/ 4074614 w 4286641"/>
                  <a:gd name="connsiteY56" fmla="*/ 2963190 h 4876800"/>
                  <a:gd name="connsiteX0" fmla="*/ 4180628 w 4286641"/>
                  <a:gd name="connsiteY0" fmla="*/ 1743989 h 4876800"/>
                  <a:gd name="connsiteX1" fmla="*/ 2915479 w 4286641"/>
                  <a:gd name="connsiteY1" fmla="*/ 1743989 h 4876800"/>
                  <a:gd name="connsiteX2" fmla="*/ 2915479 w 4286641"/>
                  <a:gd name="connsiteY2" fmla="*/ 361340 h 4876800"/>
                  <a:gd name="connsiteX3" fmla="*/ 2554138 w 4286641"/>
                  <a:gd name="connsiteY3" fmla="*/ 0 h 4876800"/>
                  <a:gd name="connsiteX4" fmla="*/ 361350 w 4286641"/>
                  <a:gd name="connsiteY4" fmla="*/ 0 h 4876800"/>
                  <a:gd name="connsiteX5" fmla="*/ 0 w 4286641"/>
                  <a:gd name="connsiteY5" fmla="*/ 361340 h 4876800"/>
                  <a:gd name="connsiteX6" fmla="*/ 0 w 4286641"/>
                  <a:gd name="connsiteY6" fmla="*/ 4515460 h 4876800"/>
                  <a:gd name="connsiteX7" fmla="*/ 361340 w 4286641"/>
                  <a:gd name="connsiteY7" fmla="*/ 4876800 h 4876800"/>
                  <a:gd name="connsiteX8" fmla="*/ 2554138 w 4286641"/>
                  <a:gd name="connsiteY8" fmla="*/ 4876800 h 4876800"/>
                  <a:gd name="connsiteX9" fmla="*/ 2915488 w 4286641"/>
                  <a:gd name="connsiteY9" fmla="*/ 4515460 h 4876800"/>
                  <a:gd name="connsiteX10" fmla="*/ 2915488 w 4286641"/>
                  <a:gd name="connsiteY10" fmla="*/ 3175225 h 4876800"/>
                  <a:gd name="connsiteX11" fmla="*/ 4180628 w 4286641"/>
                  <a:gd name="connsiteY11" fmla="*/ 3175225 h 4876800"/>
                  <a:gd name="connsiteX12" fmla="*/ 4286641 w 4286641"/>
                  <a:gd name="connsiteY12" fmla="*/ 3069212 h 4876800"/>
                  <a:gd name="connsiteX13" fmla="*/ 4286641 w 4286641"/>
                  <a:gd name="connsiteY13" fmla="*/ 1850012 h 4876800"/>
                  <a:gd name="connsiteX14" fmla="*/ 4180628 w 4286641"/>
                  <a:gd name="connsiteY14" fmla="*/ 1743989 h 4876800"/>
                  <a:gd name="connsiteX15" fmla="*/ 361350 w 4286641"/>
                  <a:gd name="connsiteY15" fmla="*/ 212036 h 4876800"/>
                  <a:gd name="connsiteX16" fmla="*/ 2554138 w 4286641"/>
                  <a:gd name="connsiteY16" fmla="*/ 212036 h 4876800"/>
                  <a:gd name="connsiteX17" fmla="*/ 2703452 w 4286641"/>
                  <a:gd name="connsiteY17" fmla="*/ 361340 h 4876800"/>
                  <a:gd name="connsiteX18" fmla="*/ 2703452 w 4286641"/>
                  <a:gd name="connsiteY18" fmla="*/ 869347 h 4876800"/>
                  <a:gd name="connsiteX19" fmla="*/ 212046 w 4286641"/>
                  <a:gd name="connsiteY19" fmla="*/ 869347 h 4876800"/>
                  <a:gd name="connsiteX20" fmla="*/ 212046 w 4286641"/>
                  <a:gd name="connsiteY20" fmla="*/ 361340 h 4876800"/>
                  <a:gd name="connsiteX21" fmla="*/ 361350 w 4286641"/>
                  <a:gd name="connsiteY21" fmla="*/ 212036 h 4876800"/>
                  <a:gd name="connsiteX22" fmla="*/ 2554138 w 4286641"/>
                  <a:gd name="connsiteY22" fmla="*/ 4664764 h 4876800"/>
                  <a:gd name="connsiteX23" fmla="*/ 361350 w 4286641"/>
                  <a:gd name="connsiteY23" fmla="*/ 4664764 h 4876800"/>
                  <a:gd name="connsiteX24" fmla="*/ 212046 w 4286641"/>
                  <a:gd name="connsiteY24" fmla="*/ 4515460 h 4876800"/>
                  <a:gd name="connsiteX25" fmla="*/ 212046 w 4286641"/>
                  <a:gd name="connsiteY25" fmla="*/ 4049859 h 4876800"/>
                  <a:gd name="connsiteX26" fmla="*/ 2703452 w 4286641"/>
                  <a:gd name="connsiteY26" fmla="*/ 4049859 h 4876800"/>
                  <a:gd name="connsiteX27" fmla="*/ 2703452 w 4286641"/>
                  <a:gd name="connsiteY27" fmla="*/ 4515460 h 4876800"/>
                  <a:gd name="connsiteX28" fmla="*/ 2554138 w 4286641"/>
                  <a:gd name="connsiteY28" fmla="*/ 4664764 h 4876800"/>
                  <a:gd name="connsiteX29" fmla="*/ 2703443 w 4286641"/>
                  <a:gd name="connsiteY29" fmla="*/ 3837832 h 4876800"/>
                  <a:gd name="connsiteX30" fmla="*/ 212036 w 4286641"/>
                  <a:gd name="connsiteY30" fmla="*/ 3837832 h 4876800"/>
                  <a:gd name="connsiteX31" fmla="*/ 212036 w 4286641"/>
                  <a:gd name="connsiteY31" fmla="*/ 1081373 h 4876800"/>
                  <a:gd name="connsiteX32" fmla="*/ 524789 w 4286641"/>
                  <a:gd name="connsiteY32" fmla="*/ 1081373 h 4876800"/>
                  <a:gd name="connsiteX33" fmla="*/ 736816 w 4286641"/>
                  <a:gd name="connsiteY33" fmla="*/ 1081373 h 4876800"/>
                  <a:gd name="connsiteX34" fmla="*/ 2703443 w 4286641"/>
                  <a:gd name="connsiteY34" fmla="*/ 1081373 h 4876800"/>
                  <a:gd name="connsiteX35" fmla="*/ 2703443 w 4286641"/>
                  <a:gd name="connsiteY35" fmla="*/ 1743980 h 4876800"/>
                  <a:gd name="connsiteX36" fmla="*/ 2166280 w 4286641"/>
                  <a:gd name="connsiteY36" fmla="*/ 1743980 h 4876800"/>
                  <a:gd name="connsiteX37" fmla="*/ 2166280 w 4286641"/>
                  <a:gd name="connsiteY37" fmla="*/ 1399423 h 4876800"/>
                  <a:gd name="connsiteX38" fmla="*/ 2097138 w 4286641"/>
                  <a:gd name="connsiteY38" fmla="*/ 1300020 h 4876800"/>
                  <a:gd name="connsiteX39" fmla="*/ 1979886 w 4286641"/>
                  <a:gd name="connsiteY39" fmla="*/ 1330290 h 4876800"/>
                  <a:gd name="connsiteX40" fmla="*/ 1068143 w 4286641"/>
                  <a:gd name="connsiteY40" fmla="*/ 2528726 h 4876800"/>
                  <a:gd name="connsiteX41" fmla="*/ 1979895 w 4286641"/>
                  <a:gd name="connsiteY41" fmla="*/ 3588896 h 4876800"/>
                  <a:gd name="connsiteX42" fmla="*/ 2060296 w 4286641"/>
                  <a:gd name="connsiteY42" fmla="*/ 3625777 h 4876800"/>
                  <a:gd name="connsiteX43" fmla="*/ 2097148 w 4286641"/>
                  <a:gd name="connsiteY43" fmla="*/ 3619157 h 4876800"/>
                  <a:gd name="connsiteX44" fmla="*/ 2166290 w 4286641"/>
                  <a:gd name="connsiteY44" fmla="*/ 3519754 h 4876800"/>
                  <a:gd name="connsiteX45" fmla="*/ 2166290 w 4286641"/>
                  <a:gd name="connsiteY45" fmla="*/ 3175197 h 4876800"/>
                  <a:gd name="connsiteX46" fmla="*/ 2703452 w 4286641"/>
                  <a:gd name="connsiteY46" fmla="*/ 3175197 h 4876800"/>
                  <a:gd name="connsiteX47" fmla="*/ 2703452 w 4286641"/>
                  <a:gd name="connsiteY47" fmla="*/ 3837832 h 4876800"/>
                  <a:gd name="connsiteX48" fmla="*/ 2703443 w 4286641"/>
                  <a:gd name="connsiteY48" fmla="*/ 3837832 h 4876800"/>
                  <a:gd name="connsiteX49" fmla="*/ 4074614 w 4286641"/>
                  <a:gd name="connsiteY49" fmla="*/ 2963190 h 4876800"/>
                  <a:gd name="connsiteX50" fmla="*/ 2060286 w 4286641"/>
                  <a:gd name="connsiteY50" fmla="*/ 2963190 h 4876800"/>
                  <a:gd name="connsiteX51" fmla="*/ 1954273 w 4286641"/>
                  <a:gd name="connsiteY51" fmla="*/ 3069203 h 4876800"/>
                  <a:gd name="connsiteX52" fmla="*/ 1954273 w 4286641"/>
                  <a:gd name="connsiteY52" fmla="*/ 3233900 h 4876800"/>
                  <a:gd name="connsiteX53" fmla="*/ 1954273 w 4286641"/>
                  <a:gd name="connsiteY53" fmla="*/ 1685306 h 4876800"/>
                  <a:gd name="connsiteX54" fmla="*/ 4074614 w 4286641"/>
                  <a:gd name="connsiteY54" fmla="*/ 1956016 h 4876800"/>
                  <a:gd name="connsiteX55" fmla="*/ 4074614 w 4286641"/>
                  <a:gd name="connsiteY55" fmla="*/ 2963190 h 4876800"/>
                  <a:gd name="connsiteX0" fmla="*/ 4180628 w 4286641"/>
                  <a:gd name="connsiteY0" fmla="*/ 1743989 h 4876800"/>
                  <a:gd name="connsiteX1" fmla="*/ 2915479 w 4286641"/>
                  <a:gd name="connsiteY1" fmla="*/ 1743989 h 4876800"/>
                  <a:gd name="connsiteX2" fmla="*/ 2915479 w 4286641"/>
                  <a:gd name="connsiteY2" fmla="*/ 361340 h 4876800"/>
                  <a:gd name="connsiteX3" fmla="*/ 2554138 w 4286641"/>
                  <a:gd name="connsiteY3" fmla="*/ 0 h 4876800"/>
                  <a:gd name="connsiteX4" fmla="*/ 361350 w 4286641"/>
                  <a:gd name="connsiteY4" fmla="*/ 0 h 4876800"/>
                  <a:gd name="connsiteX5" fmla="*/ 0 w 4286641"/>
                  <a:gd name="connsiteY5" fmla="*/ 361340 h 4876800"/>
                  <a:gd name="connsiteX6" fmla="*/ 0 w 4286641"/>
                  <a:gd name="connsiteY6" fmla="*/ 4515460 h 4876800"/>
                  <a:gd name="connsiteX7" fmla="*/ 361340 w 4286641"/>
                  <a:gd name="connsiteY7" fmla="*/ 4876800 h 4876800"/>
                  <a:gd name="connsiteX8" fmla="*/ 2554138 w 4286641"/>
                  <a:gd name="connsiteY8" fmla="*/ 4876800 h 4876800"/>
                  <a:gd name="connsiteX9" fmla="*/ 2915488 w 4286641"/>
                  <a:gd name="connsiteY9" fmla="*/ 4515460 h 4876800"/>
                  <a:gd name="connsiteX10" fmla="*/ 2915488 w 4286641"/>
                  <a:gd name="connsiteY10" fmla="*/ 3175225 h 4876800"/>
                  <a:gd name="connsiteX11" fmla="*/ 4180628 w 4286641"/>
                  <a:gd name="connsiteY11" fmla="*/ 3175225 h 4876800"/>
                  <a:gd name="connsiteX12" fmla="*/ 4286641 w 4286641"/>
                  <a:gd name="connsiteY12" fmla="*/ 3069212 h 4876800"/>
                  <a:gd name="connsiteX13" fmla="*/ 4286641 w 4286641"/>
                  <a:gd name="connsiteY13" fmla="*/ 1850012 h 4876800"/>
                  <a:gd name="connsiteX14" fmla="*/ 4180628 w 4286641"/>
                  <a:gd name="connsiteY14" fmla="*/ 1743989 h 4876800"/>
                  <a:gd name="connsiteX15" fmla="*/ 361350 w 4286641"/>
                  <a:gd name="connsiteY15" fmla="*/ 212036 h 4876800"/>
                  <a:gd name="connsiteX16" fmla="*/ 2554138 w 4286641"/>
                  <a:gd name="connsiteY16" fmla="*/ 212036 h 4876800"/>
                  <a:gd name="connsiteX17" fmla="*/ 2703452 w 4286641"/>
                  <a:gd name="connsiteY17" fmla="*/ 361340 h 4876800"/>
                  <a:gd name="connsiteX18" fmla="*/ 2703452 w 4286641"/>
                  <a:gd name="connsiteY18" fmla="*/ 869347 h 4876800"/>
                  <a:gd name="connsiteX19" fmla="*/ 212046 w 4286641"/>
                  <a:gd name="connsiteY19" fmla="*/ 869347 h 4876800"/>
                  <a:gd name="connsiteX20" fmla="*/ 212046 w 4286641"/>
                  <a:gd name="connsiteY20" fmla="*/ 361340 h 4876800"/>
                  <a:gd name="connsiteX21" fmla="*/ 361350 w 4286641"/>
                  <a:gd name="connsiteY21" fmla="*/ 212036 h 4876800"/>
                  <a:gd name="connsiteX22" fmla="*/ 2554138 w 4286641"/>
                  <a:gd name="connsiteY22" fmla="*/ 4664764 h 4876800"/>
                  <a:gd name="connsiteX23" fmla="*/ 361350 w 4286641"/>
                  <a:gd name="connsiteY23" fmla="*/ 4664764 h 4876800"/>
                  <a:gd name="connsiteX24" fmla="*/ 212046 w 4286641"/>
                  <a:gd name="connsiteY24" fmla="*/ 4515460 h 4876800"/>
                  <a:gd name="connsiteX25" fmla="*/ 212046 w 4286641"/>
                  <a:gd name="connsiteY25" fmla="*/ 4049859 h 4876800"/>
                  <a:gd name="connsiteX26" fmla="*/ 2703452 w 4286641"/>
                  <a:gd name="connsiteY26" fmla="*/ 4049859 h 4876800"/>
                  <a:gd name="connsiteX27" fmla="*/ 2703452 w 4286641"/>
                  <a:gd name="connsiteY27" fmla="*/ 4515460 h 4876800"/>
                  <a:gd name="connsiteX28" fmla="*/ 2554138 w 4286641"/>
                  <a:gd name="connsiteY28" fmla="*/ 4664764 h 4876800"/>
                  <a:gd name="connsiteX29" fmla="*/ 2703443 w 4286641"/>
                  <a:gd name="connsiteY29" fmla="*/ 3837832 h 4876800"/>
                  <a:gd name="connsiteX30" fmla="*/ 212036 w 4286641"/>
                  <a:gd name="connsiteY30" fmla="*/ 3837832 h 4876800"/>
                  <a:gd name="connsiteX31" fmla="*/ 212036 w 4286641"/>
                  <a:gd name="connsiteY31" fmla="*/ 1081373 h 4876800"/>
                  <a:gd name="connsiteX32" fmla="*/ 524789 w 4286641"/>
                  <a:gd name="connsiteY32" fmla="*/ 1081373 h 4876800"/>
                  <a:gd name="connsiteX33" fmla="*/ 736816 w 4286641"/>
                  <a:gd name="connsiteY33" fmla="*/ 1081373 h 4876800"/>
                  <a:gd name="connsiteX34" fmla="*/ 2703443 w 4286641"/>
                  <a:gd name="connsiteY34" fmla="*/ 1081373 h 4876800"/>
                  <a:gd name="connsiteX35" fmla="*/ 2703443 w 4286641"/>
                  <a:gd name="connsiteY35" fmla="*/ 1743980 h 4876800"/>
                  <a:gd name="connsiteX36" fmla="*/ 2166280 w 4286641"/>
                  <a:gd name="connsiteY36" fmla="*/ 1743980 h 4876800"/>
                  <a:gd name="connsiteX37" fmla="*/ 2166280 w 4286641"/>
                  <a:gd name="connsiteY37" fmla="*/ 1399423 h 4876800"/>
                  <a:gd name="connsiteX38" fmla="*/ 2097138 w 4286641"/>
                  <a:gd name="connsiteY38" fmla="*/ 1300020 h 4876800"/>
                  <a:gd name="connsiteX39" fmla="*/ 1979886 w 4286641"/>
                  <a:gd name="connsiteY39" fmla="*/ 1330290 h 4876800"/>
                  <a:gd name="connsiteX40" fmla="*/ 1068143 w 4286641"/>
                  <a:gd name="connsiteY40" fmla="*/ 2528726 h 4876800"/>
                  <a:gd name="connsiteX41" fmla="*/ 1979895 w 4286641"/>
                  <a:gd name="connsiteY41" fmla="*/ 3588896 h 4876800"/>
                  <a:gd name="connsiteX42" fmla="*/ 2060296 w 4286641"/>
                  <a:gd name="connsiteY42" fmla="*/ 3625777 h 4876800"/>
                  <a:gd name="connsiteX43" fmla="*/ 2097148 w 4286641"/>
                  <a:gd name="connsiteY43" fmla="*/ 3619157 h 4876800"/>
                  <a:gd name="connsiteX44" fmla="*/ 2166290 w 4286641"/>
                  <a:gd name="connsiteY44" fmla="*/ 3519754 h 4876800"/>
                  <a:gd name="connsiteX45" fmla="*/ 2166290 w 4286641"/>
                  <a:gd name="connsiteY45" fmla="*/ 3175197 h 4876800"/>
                  <a:gd name="connsiteX46" fmla="*/ 2703452 w 4286641"/>
                  <a:gd name="connsiteY46" fmla="*/ 3175197 h 4876800"/>
                  <a:gd name="connsiteX47" fmla="*/ 2703452 w 4286641"/>
                  <a:gd name="connsiteY47" fmla="*/ 3837832 h 4876800"/>
                  <a:gd name="connsiteX48" fmla="*/ 2703443 w 4286641"/>
                  <a:gd name="connsiteY48" fmla="*/ 3837832 h 4876800"/>
                  <a:gd name="connsiteX49" fmla="*/ 4074614 w 4286641"/>
                  <a:gd name="connsiteY49" fmla="*/ 2963190 h 4876800"/>
                  <a:gd name="connsiteX50" fmla="*/ 2060286 w 4286641"/>
                  <a:gd name="connsiteY50" fmla="*/ 2963190 h 4876800"/>
                  <a:gd name="connsiteX51" fmla="*/ 1954273 w 4286641"/>
                  <a:gd name="connsiteY51" fmla="*/ 3233900 h 4876800"/>
                  <a:gd name="connsiteX52" fmla="*/ 1954273 w 4286641"/>
                  <a:gd name="connsiteY52" fmla="*/ 1685306 h 4876800"/>
                  <a:gd name="connsiteX53" fmla="*/ 4074614 w 4286641"/>
                  <a:gd name="connsiteY53" fmla="*/ 1956016 h 4876800"/>
                  <a:gd name="connsiteX54" fmla="*/ 4074614 w 4286641"/>
                  <a:gd name="connsiteY54" fmla="*/ 2963190 h 4876800"/>
                  <a:gd name="connsiteX0" fmla="*/ 4180628 w 4286641"/>
                  <a:gd name="connsiteY0" fmla="*/ 1743989 h 4876800"/>
                  <a:gd name="connsiteX1" fmla="*/ 2915479 w 4286641"/>
                  <a:gd name="connsiteY1" fmla="*/ 1743989 h 4876800"/>
                  <a:gd name="connsiteX2" fmla="*/ 2915479 w 4286641"/>
                  <a:gd name="connsiteY2" fmla="*/ 361340 h 4876800"/>
                  <a:gd name="connsiteX3" fmla="*/ 2554138 w 4286641"/>
                  <a:gd name="connsiteY3" fmla="*/ 0 h 4876800"/>
                  <a:gd name="connsiteX4" fmla="*/ 361350 w 4286641"/>
                  <a:gd name="connsiteY4" fmla="*/ 0 h 4876800"/>
                  <a:gd name="connsiteX5" fmla="*/ 0 w 4286641"/>
                  <a:gd name="connsiteY5" fmla="*/ 361340 h 4876800"/>
                  <a:gd name="connsiteX6" fmla="*/ 0 w 4286641"/>
                  <a:gd name="connsiteY6" fmla="*/ 4515460 h 4876800"/>
                  <a:gd name="connsiteX7" fmla="*/ 361340 w 4286641"/>
                  <a:gd name="connsiteY7" fmla="*/ 4876800 h 4876800"/>
                  <a:gd name="connsiteX8" fmla="*/ 2554138 w 4286641"/>
                  <a:gd name="connsiteY8" fmla="*/ 4876800 h 4876800"/>
                  <a:gd name="connsiteX9" fmla="*/ 2915488 w 4286641"/>
                  <a:gd name="connsiteY9" fmla="*/ 4515460 h 4876800"/>
                  <a:gd name="connsiteX10" fmla="*/ 2915488 w 4286641"/>
                  <a:gd name="connsiteY10" fmla="*/ 3175225 h 4876800"/>
                  <a:gd name="connsiteX11" fmla="*/ 4180628 w 4286641"/>
                  <a:gd name="connsiteY11" fmla="*/ 3175225 h 4876800"/>
                  <a:gd name="connsiteX12" fmla="*/ 4286641 w 4286641"/>
                  <a:gd name="connsiteY12" fmla="*/ 3069212 h 4876800"/>
                  <a:gd name="connsiteX13" fmla="*/ 4286641 w 4286641"/>
                  <a:gd name="connsiteY13" fmla="*/ 1850012 h 4876800"/>
                  <a:gd name="connsiteX14" fmla="*/ 4180628 w 4286641"/>
                  <a:gd name="connsiteY14" fmla="*/ 1743989 h 4876800"/>
                  <a:gd name="connsiteX15" fmla="*/ 361350 w 4286641"/>
                  <a:gd name="connsiteY15" fmla="*/ 212036 h 4876800"/>
                  <a:gd name="connsiteX16" fmla="*/ 2554138 w 4286641"/>
                  <a:gd name="connsiteY16" fmla="*/ 212036 h 4876800"/>
                  <a:gd name="connsiteX17" fmla="*/ 2703452 w 4286641"/>
                  <a:gd name="connsiteY17" fmla="*/ 361340 h 4876800"/>
                  <a:gd name="connsiteX18" fmla="*/ 2703452 w 4286641"/>
                  <a:gd name="connsiteY18" fmla="*/ 869347 h 4876800"/>
                  <a:gd name="connsiteX19" fmla="*/ 212046 w 4286641"/>
                  <a:gd name="connsiteY19" fmla="*/ 869347 h 4876800"/>
                  <a:gd name="connsiteX20" fmla="*/ 212046 w 4286641"/>
                  <a:gd name="connsiteY20" fmla="*/ 361340 h 4876800"/>
                  <a:gd name="connsiteX21" fmla="*/ 361350 w 4286641"/>
                  <a:gd name="connsiteY21" fmla="*/ 212036 h 4876800"/>
                  <a:gd name="connsiteX22" fmla="*/ 2554138 w 4286641"/>
                  <a:gd name="connsiteY22" fmla="*/ 4664764 h 4876800"/>
                  <a:gd name="connsiteX23" fmla="*/ 361350 w 4286641"/>
                  <a:gd name="connsiteY23" fmla="*/ 4664764 h 4876800"/>
                  <a:gd name="connsiteX24" fmla="*/ 212046 w 4286641"/>
                  <a:gd name="connsiteY24" fmla="*/ 4515460 h 4876800"/>
                  <a:gd name="connsiteX25" fmla="*/ 212046 w 4286641"/>
                  <a:gd name="connsiteY25" fmla="*/ 4049859 h 4876800"/>
                  <a:gd name="connsiteX26" fmla="*/ 2703452 w 4286641"/>
                  <a:gd name="connsiteY26" fmla="*/ 4049859 h 4876800"/>
                  <a:gd name="connsiteX27" fmla="*/ 2703452 w 4286641"/>
                  <a:gd name="connsiteY27" fmla="*/ 4515460 h 4876800"/>
                  <a:gd name="connsiteX28" fmla="*/ 2554138 w 4286641"/>
                  <a:gd name="connsiteY28" fmla="*/ 4664764 h 4876800"/>
                  <a:gd name="connsiteX29" fmla="*/ 2703443 w 4286641"/>
                  <a:gd name="connsiteY29" fmla="*/ 3837832 h 4876800"/>
                  <a:gd name="connsiteX30" fmla="*/ 212036 w 4286641"/>
                  <a:gd name="connsiteY30" fmla="*/ 3837832 h 4876800"/>
                  <a:gd name="connsiteX31" fmla="*/ 212036 w 4286641"/>
                  <a:gd name="connsiteY31" fmla="*/ 1081373 h 4876800"/>
                  <a:gd name="connsiteX32" fmla="*/ 524789 w 4286641"/>
                  <a:gd name="connsiteY32" fmla="*/ 1081373 h 4876800"/>
                  <a:gd name="connsiteX33" fmla="*/ 736816 w 4286641"/>
                  <a:gd name="connsiteY33" fmla="*/ 1081373 h 4876800"/>
                  <a:gd name="connsiteX34" fmla="*/ 2703443 w 4286641"/>
                  <a:gd name="connsiteY34" fmla="*/ 1081373 h 4876800"/>
                  <a:gd name="connsiteX35" fmla="*/ 2703443 w 4286641"/>
                  <a:gd name="connsiteY35" fmla="*/ 1743980 h 4876800"/>
                  <a:gd name="connsiteX36" fmla="*/ 2166280 w 4286641"/>
                  <a:gd name="connsiteY36" fmla="*/ 1743980 h 4876800"/>
                  <a:gd name="connsiteX37" fmla="*/ 2166280 w 4286641"/>
                  <a:gd name="connsiteY37" fmla="*/ 1399423 h 4876800"/>
                  <a:gd name="connsiteX38" fmla="*/ 2097138 w 4286641"/>
                  <a:gd name="connsiteY38" fmla="*/ 1300020 h 4876800"/>
                  <a:gd name="connsiteX39" fmla="*/ 1979886 w 4286641"/>
                  <a:gd name="connsiteY39" fmla="*/ 1330290 h 4876800"/>
                  <a:gd name="connsiteX40" fmla="*/ 1068143 w 4286641"/>
                  <a:gd name="connsiteY40" fmla="*/ 2528726 h 4876800"/>
                  <a:gd name="connsiteX41" fmla="*/ 1979895 w 4286641"/>
                  <a:gd name="connsiteY41" fmla="*/ 3588896 h 4876800"/>
                  <a:gd name="connsiteX42" fmla="*/ 2060296 w 4286641"/>
                  <a:gd name="connsiteY42" fmla="*/ 3625777 h 4876800"/>
                  <a:gd name="connsiteX43" fmla="*/ 2097148 w 4286641"/>
                  <a:gd name="connsiteY43" fmla="*/ 3619157 h 4876800"/>
                  <a:gd name="connsiteX44" fmla="*/ 2166290 w 4286641"/>
                  <a:gd name="connsiteY44" fmla="*/ 3519754 h 4876800"/>
                  <a:gd name="connsiteX45" fmla="*/ 2166290 w 4286641"/>
                  <a:gd name="connsiteY45" fmla="*/ 3175197 h 4876800"/>
                  <a:gd name="connsiteX46" fmla="*/ 2703452 w 4286641"/>
                  <a:gd name="connsiteY46" fmla="*/ 3175197 h 4876800"/>
                  <a:gd name="connsiteX47" fmla="*/ 2703452 w 4286641"/>
                  <a:gd name="connsiteY47" fmla="*/ 3837832 h 4876800"/>
                  <a:gd name="connsiteX48" fmla="*/ 2703443 w 4286641"/>
                  <a:gd name="connsiteY48" fmla="*/ 3837832 h 4876800"/>
                  <a:gd name="connsiteX49" fmla="*/ 4074614 w 4286641"/>
                  <a:gd name="connsiteY49" fmla="*/ 2963190 h 4876800"/>
                  <a:gd name="connsiteX50" fmla="*/ 2060286 w 4286641"/>
                  <a:gd name="connsiteY50" fmla="*/ 2963190 h 4876800"/>
                  <a:gd name="connsiteX51" fmla="*/ 1954273 w 4286641"/>
                  <a:gd name="connsiteY51" fmla="*/ 1685306 h 4876800"/>
                  <a:gd name="connsiteX52" fmla="*/ 4074614 w 4286641"/>
                  <a:gd name="connsiteY52" fmla="*/ 1956016 h 4876800"/>
                  <a:gd name="connsiteX53" fmla="*/ 4074614 w 4286641"/>
                  <a:gd name="connsiteY53" fmla="*/ 2963190 h 4876800"/>
                  <a:gd name="connsiteX0" fmla="*/ 4180628 w 4286641"/>
                  <a:gd name="connsiteY0" fmla="*/ 1743989 h 4876800"/>
                  <a:gd name="connsiteX1" fmla="*/ 2915479 w 4286641"/>
                  <a:gd name="connsiteY1" fmla="*/ 1743989 h 4876800"/>
                  <a:gd name="connsiteX2" fmla="*/ 2915479 w 4286641"/>
                  <a:gd name="connsiteY2" fmla="*/ 361340 h 4876800"/>
                  <a:gd name="connsiteX3" fmla="*/ 2554138 w 4286641"/>
                  <a:gd name="connsiteY3" fmla="*/ 0 h 4876800"/>
                  <a:gd name="connsiteX4" fmla="*/ 361350 w 4286641"/>
                  <a:gd name="connsiteY4" fmla="*/ 0 h 4876800"/>
                  <a:gd name="connsiteX5" fmla="*/ 0 w 4286641"/>
                  <a:gd name="connsiteY5" fmla="*/ 361340 h 4876800"/>
                  <a:gd name="connsiteX6" fmla="*/ 0 w 4286641"/>
                  <a:gd name="connsiteY6" fmla="*/ 4515460 h 4876800"/>
                  <a:gd name="connsiteX7" fmla="*/ 361340 w 4286641"/>
                  <a:gd name="connsiteY7" fmla="*/ 4876800 h 4876800"/>
                  <a:gd name="connsiteX8" fmla="*/ 2554138 w 4286641"/>
                  <a:gd name="connsiteY8" fmla="*/ 4876800 h 4876800"/>
                  <a:gd name="connsiteX9" fmla="*/ 2915488 w 4286641"/>
                  <a:gd name="connsiteY9" fmla="*/ 4515460 h 4876800"/>
                  <a:gd name="connsiteX10" fmla="*/ 2915488 w 4286641"/>
                  <a:gd name="connsiteY10" fmla="*/ 3175225 h 4876800"/>
                  <a:gd name="connsiteX11" fmla="*/ 4180628 w 4286641"/>
                  <a:gd name="connsiteY11" fmla="*/ 3175225 h 4876800"/>
                  <a:gd name="connsiteX12" fmla="*/ 4286641 w 4286641"/>
                  <a:gd name="connsiteY12" fmla="*/ 3069212 h 4876800"/>
                  <a:gd name="connsiteX13" fmla="*/ 4286641 w 4286641"/>
                  <a:gd name="connsiteY13" fmla="*/ 1850012 h 4876800"/>
                  <a:gd name="connsiteX14" fmla="*/ 4180628 w 4286641"/>
                  <a:gd name="connsiteY14" fmla="*/ 1743989 h 4876800"/>
                  <a:gd name="connsiteX15" fmla="*/ 361350 w 4286641"/>
                  <a:gd name="connsiteY15" fmla="*/ 212036 h 4876800"/>
                  <a:gd name="connsiteX16" fmla="*/ 2554138 w 4286641"/>
                  <a:gd name="connsiteY16" fmla="*/ 212036 h 4876800"/>
                  <a:gd name="connsiteX17" fmla="*/ 2703452 w 4286641"/>
                  <a:gd name="connsiteY17" fmla="*/ 361340 h 4876800"/>
                  <a:gd name="connsiteX18" fmla="*/ 2703452 w 4286641"/>
                  <a:gd name="connsiteY18" fmla="*/ 869347 h 4876800"/>
                  <a:gd name="connsiteX19" fmla="*/ 212046 w 4286641"/>
                  <a:gd name="connsiteY19" fmla="*/ 869347 h 4876800"/>
                  <a:gd name="connsiteX20" fmla="*/ 212046 w 4286641"/>
                  <a:gd name="connsiteY20" fmla="*/ 361340 h 4876800"/>
                  <a:gd name="connsiteX21" fmla="*/ 361350 w 4286641"/>
                  <a:gd name="connsiteY21" fmla="*/ 212036 h 4876800"/>
                  <a:gd name="connsiteX22" fmla="*/ 2554138 w 4286641"/>
                  <a:gd name="connsiteY22" fmla="*/ 4664764 h 4876800"/>
                  <a:gd name="connsiteX23" fmla="*/ 361350 w 4286641"/>
                  <a:gd name="connsiteY23" fmla="*/ 4664764 h 4876800"/>
                  <a:gd name="connsiteX24" fmla="*/ 212046 w 4286641"/>
                  <a:gd name="connsiteY24" fmla="*/ 4515460 h 4876800"/>
                  <a:gd name="connsiteX25" fmla="*/ 212046 w 4286641"/>
                  <a:gd name="connsiteY25" fmla="*/ 4049859 h 4876800"/>
                  <a:gd name="connsiteX26" fmla="*/ 2703452 w 4286641"/>
                  <a:gd name="connsiteY26" fmla="*/ 4049859 h 4876800"/>
                  <a:gd name="connsiteX27" fmla="*/ 2703452 w 4286641"/>
                  <a:gd name="connsiteY27" fmla="*/ 4515460 h 4876800"/>
                  <a:gd name="connsiteX28" fmla="*/ 2554138 w 4286641"/>
                  <a:gd name="connsiteY28" fmla="*/ 4664764 h 4876800"/>
                  <a:gd name="connsiteX29" fmla="*/ 2703443 w 4286641"/>
                  <a:gd name="connsiteY29" fmla="*/ 3837832 h 4876800"/>
                  <a:gd name="connsiteX30" fmla="*/ 212036 w 4286641"/>
                  <a:gd name="connsiteY30" fmla="*/ 3837832 h 4876800"/>
                  <a:gd name="connsiteX31" fmla="*/ 212036 w 4286641"/>
                  <a:gd name="connsiteY31" fmla="*/ 1081373 h 4876800"/>
                  <a:gd name="connsiteX32" fmla="*/ 524789 w 4286641"/>
                  <a:gd name="connsiteY32" fmla="*/ 1081373 h 4876800"/>
                  <a:gd name="connsiteX33" fmla="*/ 736816 w 4286641"/>
                  <a:gd name="connsiteY33" fmla="*/ 1081373 h 4876800"/>
                  <a:gd name="connsiteX34" fmla="*/ 2703443 w 4286641"/>
                  <a:gd name="connsiteY34" fmla="*/ 1081373 h 4876800"/>
                  <a:gd name="connsiteX35" fmla="*/ 2703443 w 4286641"/>
                  <a:gd name="connsiteY35" fmla="*/ 1743980 h 4876800"/>
                  <a:gd name="connsiteX36" fmla="*/ 2166280 w 4286641"/>
                  <a:gd name="connsiteY36" fmla="*/ 1743980 h 4876800"/>
                  <a:gd name="connsiteX37" fmla="*/ 2166280 w 4286641"/>
                  <a:gd name="connsiteY37" fmla="*/ 1399423 h 4876800"/>
                  <a:gd name="connsiteX38" fmla="*/ 2097138 w 4286641"/>
                  <a:gd name="connsiteY38" fmla="*/ 1300020 h 4876800"/>
                  <a:gd name="connsiteX39" fmla="*/ 1979886 w 4286641"/>
                  <a:gd name="connsiteY39" fmla="*/ 1330290 h 4876800"/>
                  <a:gd name="connsiteX40" fmla="*/ 1068143 w 4286641"/>
                  <a:gd name="connsiteY40" fmla="*/ 2528726 h 4876800"/>
                  <a:gd name="connsiteX41" fmla="*/ 1979895 w 4286641"/>
                  <a:gd name="connsiteY41" fmla="*/ 3588896 h 4876800"/>
                  <a:gd name="connsiteX42" fmla="*/ 2060296 w 4286641"/>
                  <a:gd name="connsiteY42" fmla="*/ 3625777 h 4876800"/>
                  <a:gd name="connsiteX43" fmla="*/ 2097148 w 4286641"/>
                  <a:gd name="connsiteY43" fmla="*/ 3619157 h 4876800"/>
                  <a:gd name="connsiteX44" fmla="*/ 2166290 w 4286641"/>
                  <a:gd name="connsiteY44" fmla="*/ 3519754 h 4876800"/>
                  <a:gd name="connsiteX45" fmla="*/ 2166290 w 4286641"/>
                  <a:gd name="connsiteY45" fmla="*/ 3175197 h 4876800"/>
                  <a:gd name="connsiteX46" fmla="*/ 2703452 w 4286641"/>
                  <a:gd name="connsiteY46" fmla="*/ 3175197 h 4876800"/>
                  <a:gd name="connsiteX47" fmla="*/ 2703452 w 4286641"/>
                  <a:gd name="connsiteY47" fmla="*/ 3837832 h 4876800"/>
                  <a:gd name="connsiteX48" fmla="*/ 2703443 w 4286641"/>
                  <a:gd name="connsiteY48" fmla="*/ 3837832 h 4876800"/>
                  <a:gd name="connsiteX49" fmla="*/ 4074614 w 4286641"/>
                  <a:gd name="connsiteY49" fmla="*/ 2963190 h 4876800"/>
                  <a:gd name="connsiteX50" fmla="*/ 1954273 w 4286641"/>
                  <a:gd name="connsiteY50" fmla="*/ 1685306 h 4876800"/>
                  <a:gd name="connsiteX51" fmla="*/ 4074614 w 4286641"/>
                  <a:gd name="connsiteY51" fmla="*/ 1956016 h 4876800"/>
                  <a:gd name="connsiteX52" fmla="*/ 4074614 w 4286641"/>
                  <a:gd name="connsiteY52" fmla="*/ 2963190 h 4876800"/>
                  <a:gd name="connsiteX0" fmla="*/ 4180628 w 4286641"/>
                  <a:gd name="connsiteY0" fmla="*/ 1743989 h 4876800"/>
                  <a:gd name="connsiteX1" fmla="*/ 2915479 w 4286641"/>
                  <a:gd name="connsiteY1" fmla="*/ 1743989 h 4876800"/>
                  <a:gd name="connsiteX2" fmla="*/ 2915479 w 4286641"/>
                  <a:gd name="connsiteY2" fmla="*/ 361340 h 4876800"/>
                  <a:gd name="connsiteX3" fmla="*/ 2554138 w 4286641"/>
                  <a:gd name="connsiteY3" fmla="*/ 0 h 4876800"/>
                  <a:gd name="connsiteX4" fmla="*/ 361350 w 4286641"/>
                  <a:gd name="connsiteY4" fmla="*/ 0 h 4876800"/>
                  <a:gd name="connsiteX5" fmla="*/ 0 w 4286641"/>
                  <a:gd name="connsiteY5" fmla="*/ 361340 h 4876800"/>
                  <a:gd name="connsiteX6" fmla="*/ 0 w 4286641"/>
                  <a:gd name="connsiteY6" fmla="*/ 4515460 h 4876800"/>
                  <a:gd name="connsiteX7" fmla="*/ 361340 w 4286641"/>
                  <a:gd name="connsiteY7" fmla="*/ 4876800 h 4876800"/>
                  <a:gd name="connsiteX8" fmla="*/ 2554138 w 4286641"/>
                  <a:gd name="connsiteY8" fmla="*/ 4876800 h 4876800"/>
                  <a:gd name="connsiteX9" fmla="*/ 2915488 w 4286641"/>
                  <a:gd name="connsiteY9" fmla="*/ 4515460 h 4876800"/>
                  <a:gd name="connsiteX10" fmla="*/ 2915488 w 4286641"/>
                  <a:gd name="connsiteY10" fmla="*/ 3175225 h 4876800"/>
                  <a:gd name="connsiteX11" fmla="*/ 4180628 w 4286641"/>
                  <a:gd name="connsiteY11" fmla="*/ 3175225 h 4876800"/>
                  <a:gd name="connsiteX12" fmla="*/ 4286641 w 4286641"/>
                  <a:gd name="connsiteY12" fmla="*/ 3069212 h 4876800"/>
                  <a:gd name="connsiteX13" fmla="*/ 4286641 w 4286641"/>
                  <a:gd name="connsiteY13" fmla="*/ 1850012 h 4876800"/>
                  <a:gd name="connsiteX14" fmla="*/ 4180628 w 4286641"/>
                  <a:gd name="connsiteY14" fmla="*/ 1743989 h 4876800"/>
                  <a:gd name="connsiteX15" fmla="*/ 361350 w 4286641"/>
                  <a:gd name="connsiteY15" fmla="*/ 212036 h 4876800"/>
                  <a:gd name="connsiteX16" fmla="*/ 2554138 w 4286641"/>
                  <a:gd name="connsiteY16" fmla="*/ 212036 h 4876800"/>
                  <a:gd name="connsiteX17" fmla="*/ 2703452 w 4286641"/>
                  <a:gd name="connsiteY17" fmla="*/ 361340 h 4876800"/>
                  <a:gd name="connsiteX18" fmla="*/ 2703452 w 4286641"/>
                  <a:gd name="connsiteY18" fmla="*/ 869347 h 4876800"/>
                  <a:gd name="connsiteX19" fmla="*/ 212046 w 4286641"/>
                  <a:gd name="connsiteY19" fmla="*/ 869347 h 4876800"/>
                  <a:gd name="connsiteX20" fmla="*/ 212046 w 4286641"/>
                  <a:gd name="connsiteY20" fmla="*/ 361340 h 4876800"/>
                  <a:gd name="connsiteX21" fmla="*/ 361350 w 4286641"/>
                  <a:gd name="connsiteY21" fmla="*/ 212036 h 4876800"/>
                  <a:gd name="connsiteX22" fmla="*/ 2554138 w 4286641"/>
                  <a:gd name="connsiteY22" fmla="*/ 4664764 h 4876800"/>
                  <a:gd name="connsiteX23" fmla="*/ 361350 w 4286641"/>
                  <a:gd name="connsiteY23" fmla="*/ 4664764 h 4876800"/>
                  <a:gd name="connsiteX24" fmla="*/ 212046 w 4286641"/>
                  <a:gd name="connsiteY24" fmla="*/ 4515460 h 4876800"/>
                  <a:gd name="connsiteX25" fmla="*/ 212046 w 4286641"/>
                  <a:gd name="connsiteY25" fmla="*/ 4049859 h 4876800"/>
                  <a:gd name="connsiteX26" fmla="*/ 2703452 w 4286641"/>
                  <a:gd name="connsiteY26" fmla="*/ 4049859 h 4876800"/>
                  <a:gd name="connsiteX27" fmla="*/ 2703452 w 4286641"/>
                  <a:gd name="connsiteY27" fmla="*/ 4515460 h 4876800"/>
                  <a:gd name="connsiteX28" fmla="*/ 2554138 w 4286641"/>
                  <a:gd name="connsiteY28" fmla="*/ 4664764 h 4876800"/>
                  <a:gd name="connsiteX29" fmla="*/ 2703443 w 4286641"/>
                  <a:gd name="connsiteY29" fmla="*/ 3837832 h 4876800"/>
                  <a:gd name="connsiteX30" fmla="*/ 212036 w 4286641"/>
                  <a:gd name="connsiteY30" fmla="*/ 3837832 h 4876800"/>
                  <a:gd name="connsiteX31" fmla="*/ 212036 w 4286641"/>
                  <a:gd name="connsiteY31" fmla="*/ 1081373 h 4876800"/>
                  <a:gd name="connsiteX32" fmla="*/ 524789 w 4286641"/>
                  <a:gd name="connsiteY32" fmla="*/ 1081373 h 4876800"/>
                  <a:gd name="connsiteX33" fmla="*/ 736816 w 4286641"/>
                  <a:gd name="connsiteY33" fmla="*/ 1081373 h 4876800"/>
                  <a:gd name="connsiteX34" fmla="*/ 2703443 w 4286641"/>
                  <a:gd name="connsiteY34" fmla="*/ 1081373 h 4876800"/>
                  <a:gd name="connsiteX35" fmla="*/ 2703443 w 4286641"/>
                  <a:gd name="connsiteY35" fmla="*/ 1743980 h 4876800"/>
                  <a:gd name="connsiteX36" fmla="*/ 2166280 w 4286641"/>
                  <a:gd name="connsiteY36" fmla="*/ 1743980 h 4876800"/>
                  <a:gd name="connsiteX37" fmla="*/ 2166280 w 4286641"/>
                  <a:gd name="connsiteY37" fmla="*/ 1399423 h 4876800"/>
                  <a:gd name="connsiteX38" fmla="*/ 2097138 w 4286641"/>
                  <a:gd name="connsiteY38" fmla="*/ 1300020 h 4876800"/>
                  <a:gd name="connsiteX39" fmla="*/ 1979886 w 4286641"/>
                  <a:gd name="connsiteY39" fmla="*/ 1330290 h 4876800"/>
                  <a:gd name="connsiteX40" fmla="*/ 1979895 w 4286641"/>
                  <a:gd name="connsiteY40" fmla="*/ 3588896 h 4876800"/>
                  <a:gd name="connsiteX41" fmla="*/ 2060296 w 4286641"/>
                  <a:gd name="connsiteY41" fmla="*/ 3625777 h 4876800"/>
                  <a:gd name="connsiteX42" fmla="*/ 2097148 w 4286641"/>
                  <a:gd name="connsiteY42" fmla="*/ 3619157 h 4876800"/>
                  <a:gd name="connsiteX43" fmla="*/ 2166290 w 4286641"/>
                  <a:gd name="connsiteY43" fmla="*/ 3519754 h 4876800"/>
                  <a:gd name="connsiteX44" fmla="*/ 2166290 w 4286641"/>
                  <a:gd name="connsiteY44" fmla="*/ 3175197 h 4876800"/>
                  <a:gd name="connsiteX45" fmla="*/ 2703452 w 4286641"/>
                  <a:gd name="connsiteY45" fmla="*/ 3175197 h 4876800"/>
                  <a:gd name="connsiteX46" fmla="*/ 2703452 w 4286641"/>
                  <a:gd name="connsiteY46" fmla="*/ 3837832 h 4876800"/>
                  <a:gd name="connsiteX47" fmla="*/ 2703443 w 4286641"/>
                  <a:gd name="connsiteY47" fmla="*/ 3837832 h 4876800"/>
                  <a:gd name="connsiteX48" fmla="*/ 4074614 w 4286641"/>
                  <a:gd name="connsiteY48" fmla="*/ 2963190 h 4876800"/>
                  <a:gd name="connsiteX49" fmla="*/ 1954273 w 4286641"/>
                  <a:gd name="connsiteY49" fmla="*/ 1685306 h 4876800"/>
                  <a:gd name="connsiteX50" fmla="*/ 4074614 w 4286641"/>
                  <a:gd name="connsiteY50" fmla="*/ 1956016 h 4876800"/>
                  <a:gd name="connsiteX51" fmla="*/ 4074614 w 4286641"/>
                  <a:gd name="connsiteY51" fmla="*/ 2963190 h 4876800"/>
                  <a:gd name="connsiteX0" fmla="*/ 4180628 w 4286641"/>
                  <a:gd name="connsiteY0" fmla="*/ 1743989 h 4876800"/>
                  <a:gd name="connsiteX1" fmla="*/ 2915479 w 4286641"/>
                  <a:gd name="connsiteY1" fmla="*/ 1743989 h 4876800"/>
                  <a:gd name="connsiteX2" fmla="*/ 2915479 w 4286641"/>
                  <a:gd name="connsiteY2" fmla="*/ 361340 h 4876800"/>
                  <a:gd name="connsiteX3" fmla="*/ 2554138 w 4286641"/>
                  <a:gd name="connsiteY3" fmla="*/ 0 h 4876800"/>
                  <a:gd name="connsiteX4" fmla="*/ 361350 w 4286641"/>
                  <a:gd name="connsiteY4" fmla="*/ 0 h 4876800"/>
                  <a:gd name="connsiteX5" fmla="*/ 0 w 4286641"/>
                  <a:gd name="connsiteY5" fmla="*/ 361340 h 4876800"/>
                  <a:gd name="connsiteX6" fmla="*/ 0 w 4286641"/>
                  <a:gd name="connsiteY6" fmla="*/ 4515460 h 4876800"/>
                  <a:gd name="connsiteX7" fmla="*/ 361340 w 4286641"/>
                  <a:gd name="connsiteY7" fmla="*/ 4876800 h 4876800"/>
                  <a:gd name="connsiteX8" fmla="*/ 2554138 w 4286641"/>
                  <a:gd name="connsiteY8" fmla="*/ 4876800 h 4876800"/>
                  <a:gd name="connsiteX9" fmla="*/ 2915488 w 4286641"/>
                  <a:gd name="connsiteY9" fmla="*/ 4515460 h 4876800"/>
                  <a:gd name="connsiteX10" fmla="*/ 2915488 w 4286641"/>
                  <a:gd name="connsiteY10" fmla="*/ 3175225 h 4876800"/>
                  <a:gd name="connsiteX11" fmla="*/ 4180628 w 4286641"/>
                  <a:gd name="connsiteY11" fmla="*/ 3175225 h 4876800"/>
                  <a:gd name="connsiteX12" fmla="*/ 4286641 w 4286641"/>
                  <a:gd name="connsiteY12" fmla="*/ 3069212 h 4876800"/>
                  <a:gd name="connsiteX13" fmla="*/ 4286641 w 4286641"/>
                  <a:gd name="connsiteY13" fmla="*/ 1850012 h 4876800"/>
                  <a:gd name="connsiteX14" fmla="*/ 4180628 w 4286641"/>
                  <a:gd name="connsiteY14" fmla="*/ 1743989 h 4876800"/>
                  <a:gd name="connsiteX15" fmla="*/ 361350 w 4286641"/>
                  <a:gd name="connsiteY15" fmla="*/ 212036 h 4876800"/>
                  <a:gd name="connsiteX16" fmla="*/ 2554138 w 4286641"/>
                  <a:gd name="connsiteY16" fmla="*/ 212036 h 4876800"/>
                  <a:gd name="connsiteX17" fmla="*/ 2703452 w 4286641"/>
                  <a:gd name="connsiteY17" fmla="*/ 361340 h 4876800"/>
                  <a:gd name="connsiteX18" fmla="*/ 2703452 w 4286641"/>
                  <a:gd name="connsiteY18" fmla="*/ 869347 h 4876800"/>
                  <a:gd name="connsiteX19" fmla="*/ 212046 w 4286641"/>
                  <a:gd name="connsiteY19" fmla="*/ 869347 h 4876800"/>
                  <a:gd name="connsiteX20" fmla="*/ 212046 w 4286641"/>
                  <a:gd name="connsiteY20" fmla="*/ 361340 h 4876800"/>
                  <a:gd name="connsiteX21" fmla="*/ 361350 w 4286641"/>
                  <a:gd name="connsiteY21" fmla="*/ 212036 h 4876800"/>
                  <a:gd name="connsiteX22" fmla="*/ 2554138 w 4286641"/>
                  <a:gd name="connsiteY22" fmla="*/ 4664764 h 4876800"/>
                  <a:gd name="connsiteX23" fmla="*/ 361350 w 4286641"/>
                  <a:gd name="connsiteY23" fmla="*/ 4664764 h 4876800"/>
                  <a:gd name="connsiteX24" fmla="*/ 212046 w 4286641"/>
                  <a:gd name="connsiteY24" fmla="*/ 4515460 h 4876800"/>
                  <a:gd name="connsiteX25" fmla="*/ 212046 w 4286641"/>
                  <a:gd name="connsiteY25" fmla="*/ 4049859 h 4876800"/>
                  <a:gd name="connsiteX26" fmla="*/ 2703452 w 4286641"/>
                  <a:gd name="connsiteY26" fmla="*/ 4049859 h 4876800"/>
                  <a:gd name="connsiteX27" fmla="*/ 2703452 w 4286641"/>
                  <a:gd name="connsiteY27" fmla="*/ 4515460 h 4876800"/>
                  <a:gd name="connsiteX28" fmla="*/ 2554138 w 4286641"/>
                  <a:gd name="connsiteY28" fmla="*/ 4664764 h 4876800"/>
                  <a:gd name="connsiteX29" fmla="*/ 2703443 w 4286641"/>
                  <a:gd name="connsiteY29" fmla="*/ 3837832 h 4876800"/>
                  <a:gd name="connsiteX30" fmla="*/ 212036 w 4286641"/>
                  <a:gd name="connsiteY30" fmla="*/ 3837832 h 4876800"/>
                  <a:gd name="connsiteX31" fmla="*/ 212036 w 4286641"/>
                  <a:gd name="connsiteY31" fmla="*/ 1081373 h 4876800"/>
                  <a:gd name="connsiteX32" fmla="*/ 524789 w 4286641"/>
                  <a:gd name="connsiteY32" fmla="*/ 1081373 h 4876800"/>
                  <a:gd name="connsiteX33" fmla="*/ 736816 w 4286641"/>
                  <a:gd name="connsiteY33" fmla="*/ 1081373 h 4876800"/>
                  <a:gd name="connsiteX34" fmla="*/ 2703443 w 4286641"/>
                  <a:gd name="connsiteY34" fmla="*/ 1081373 h 4876800"/>
                  <a:gd name="connsiteX35" fmla="*/ 2703443 w 4286641"/>
                  <a:gd name="connsiteY35" fmla="*/ 1743980 h 4876800"/>
                  <a:gd name="connsiteX36" fmla="*/ 2166280 w 4286641"/>
                  <a:gd name="connsiteY36" fmla="*/ 1743980 h 4876800"/>
                  <a:gd name="connsiteX37" fmla="*/ 2166280 w 4286641"/>
                  <a:gd name="connsiteY37" fmla="*/ 1399423 h 4876800"/>
                  <a:gd name="connsiteX38" fmla="*/ 2097138 w 4286641"/>
                  <a:gd name="connsiteY38" fmla="*/ 1300020 h 4876800"/>
                  <a:gd name="connsiteX39" fmla="*/ 1979886 w 4286641"/>
                  <a:gd name="connsiteY39" fmla="*/ 1330290 h 4876800"/>
                  <a:gd name="connsiteX40" fmla="*/ 1979895 w 4286641"/>
                  <a:gd name="connsiteY40" fmla="*/ 3588896 h 4876800"/>
                  <a:gd name="connsiteX41" fmla="*/ 2060296 w 4286641"/>
                  <a:gd name="connsiteY41" fmla="*/ 3625777 h 4876800"/>
                  <a:gd name="connsiteX42" fmla="*/ 2097148 w 4286641"/>
                  <a:gd name="connsiteY42" fmla="*/ 3619157 h 4876800"/>
                  <a:gd name="connsiteX43" fmla="*/ 2166290 w 4286641"/>
                  <a:gd name="connsiteY43" fmla="*/ 3519754 h 4876800"/>
                  <a:gd name="connsiteX44" fmla="*/ 2166290 w 4286641"/>
                  <a:gd name="connsiteY44" fmla="*/ 3175197 h 4876800"/>
                  <a:gd name="connsiteX45" fmla="*/ 2703452 w 4286641"/>
                  <a:gd name="connsiteY45" fmla="*/ 3175197 h 4876800"/>
                  <a:gd name="connsiteX46" fmla="*/ 2703452 w 4286641"/>
                  <a:gd name="connsiteY46" fmla="*/ 3837832 h 4876800"/>
                  <a:gd name="connsiteX47" fmla="*/ 2703443 w 4286641"/>
                  <a:gd name="connsiteY47" fmla="*/ 3837832 h 4876800"/>
                  <a:gd name="connsiteX48" fmla="*/ 4074614 w 4286641"/>
                  <a:gd name="connsiteY48" fmla="*/ 1956016 h 4876800"/>
                  <a:gd name="connsiteX49" fmla="*/ 1954273 w 4286641"/>
                  <a:gd name="connsiteY49" fmla="*/ 1685306 h 4876800"/>
                  <a:gd name="connsiteX50" fmla="*/ 4074614 w 4286641"/>
                  <a:gd name="connsiteY50" fmla="*/ 1956016 h 4876800"/>
                  <a:gd name="connsiteX0" fmla="*/ 4180628 w 4286641"/>
                  <a:gd name="connsiteY0" fmla="*/ 1743989 h 4876800"/>
                  <a:gd name="connsiteX1" fmla="*/ 2915479 w 4286641"/>
                  <a:gd name="connsiteY1" fmla="*/ 1743989 h 4876800"/>
                  <a:gd name="connsiteX2" fmla="*/ 2915479 w 4286641"/>
                  <a:gd name="connsiteY2" fmla="*/ 361340 h 4876800"/>
                  <a:gd name="connsiteX3" fmla="*/ 2554138 w 4286641"/>
                  <a:gd name="connsiteY3" fmla="*/ 0 h 4876800"/>
                  <a:gd name="connsiteX4" fmla="*/ 361350 w 4286641"/>
                  <a:gd name="connsiteY4" fmla="*/ 0 h 4876800"/>
                  <a:gd name="connsiteX5" fmla="*/ 0 w 4286641"/>
                  <a:gd name="connsiteY5" fmla="*/ 361340 h 4876800"/>
                  <a:gd name="connsiteX6" fmla="*/ 0 w 4286641"/>
                  <a:gd name="connsiteY6" fmla="*/ 4515460 h 4876800"/>
                  <a:gd name="connsiteX7" fmla="*/ 361340 w 4286641"/>
                  <a:gd name="connsiteY7" fmla="*/ 4876800 h 4876800"/>
                  <a:gd name="connsiteX8" fmla="*/ 2554138 w 4286641"/>
                  <a:gd name="connsiteY8" fmla="*/ 4876800 h 4876800"/>
                  <a:gd name="connsiteX9" fmla="*/ 2915488 w 4286641"/>
                  <a:gd name="connsiteY9" fmla="*/ 4515460 h 4876800"/>
                  <a:gd name="connsiteX10" fmla="*/ 2915488 w 4286641"/>
                  <a:gd name="connsiteY10" fmla="*/ 3175225 h 4876800"/>
                  <a:gd name="connsiteX11" fmla="*/ 4180628 w 4286641"/>
                  <a:gd name="connsiteY11" fmla="*/ 3175225 h 4876800"/>
                  <a:gd name="connsiteX12" fmla="*/ 4286641 w 4286641"/>
                  <a:gd name="connsiteY12" fmla="*/ 3069212 h 4876800"/>
                  <a:gd name="connsiteX13" fmla="*/ 4286641 w 4286641"/>
                  <a:gd name="connsiteY13" fmla="*/ 1850012 h 4876800"/>
                  <a:gd name="connsiteX14" fmla="*/ 4180628 w 4286641"/>
                  <a:gd name="connsiteY14" fmla="*/ 1743989 h 4876800"/>
                  <a:gd name="connsiteX15" fmla="*/ 361350 w 4286641"/>
                  <a:gd name="connsiteY15" fmla="*/ 212036 h 4876800"/>
                  <a:gd name="connsiteX16" fmla="*/ 2554138 w 4286641"/>
                  <a:gd name="connsiteY16" fmla="*/ 212036 h 4876800"/>
                  <a:gd name="connsiteX17" fmla="*/ 2703452 w 4286641"/>
                  <a:gd name="connsiteY17" fmla="*/ 361340 h 4876800"/>
                  <a:gd name="connsiteX18" fmla="*/ 2703452 w 4286641"/>
                  <a:gd name="connsiteY18" fmla="*/ 869347 h 4876800"/>
                  <a:gd name="connsiteX19" fmla="*/ 212046 w 4286641"/>
                  <a:gd name="connsiteY19" fmla="*/ 869347 h 4876800"/>
                  <a:gd name="connsiteX20" fmla="*/ 212046 w 4286641"/>
                  <a:gd name="connsiteY20" fmla="*/ 361340 h 4876800"/>
                  <a:gd name="connsiteX21" fmla="*/ 361350 w 4286641"/>
                  <a:gd name="connsiteY21" fmla="*/ 212036 h 4876800"/>
                  <a:gd name="connsiteX22" fmla="*/ 2554138 w 4286641"/>
                  <a:gd name="connsiteY22" fmla="*/ 4664764 h 4876800"/>
                  <a:gd name="connsiteX23" fmla="*/ 361350 w 4286641"/>
                  <a:gd name="connsiteY23" fmla="*/ 4664764 h 4876800"/>
                  <a:gd name="connsiteX24" fmla="*/ 212046 w 4286641"/>
                  <a:gd name="connsiteY24" fmla="*/ 4515460 h 4876800"/>
                  <a:gd name="connsiteX25" fmla="*/ 212046 w 4286641"/>
                  <a:gd name="connsiteY25" fmla="*/ 4049859 h 4876800"/>
                  <a:gd name="connsiteX26" fmla="*/ 2703452 w 4286641"/>
                  <a:gd name="connsiteY26" fmla="*/ 4049859 h 4876800"/>
                  <a:gd name="connsiteX27" fmla="*/ 2703452 w 4286641"/>
                  <a:gd name="connsiteY27" fmla="*/ 4515460 h 4876800"/>
                  <a:gd name="connsiteX28" fmla="*/ 2554138 w 4286641"/>
                  <a:gd name="connsiteY28" fmla="*/ 4664764 h 4876800"/>
                  <a:gd name="connsiteX29" fmla="*/ 2703443 w 4286641"/>
                  <a:gd name="connsiteY29" fmla="*/ 3837832 h 4876800"/>
                  <a:gd name="connsiteX30" fmla="*/ 212036 w 4286641"/>
                  <a:gd name="connsiteY30" fmla="*/ 3837832 h 4876800"/>
                  <a:gd name="connsiteX31" fmla="*/ 212036 w 4286641"/>
                  <a:gd name="connsiteY31" fmla="*/ 1081373 h 4876800"/>
                  <a:gd name="connsiteX32" fmla="*/ 524789 w 4286641"/>
                  <a:gd name="connsiteY32" fmla="*/ 1081373 h 4876800"/>
                  <a:gd name="connsiteX33" fmla="*/ 736816 w 4286641"/>
                  <a:gd name="connsiteY33" fmla="*/ 1081373 h 4876800"/>
                  <a:gd name="connsiteX34" fmla="*/ 2703443 w 4286641"/>
                  <a:gd name="connsiteY34" fmla="*/ 1081373 h 4876800"/>
                  <a:gd name="connsiteX35" fmla="*/ 2703443 w 4286641"/>
                  <a:gd name="connsiteY35" fmla="*/ 1743980 h 4876800"/>
                  <a:gd name="connsiteX36" fmla="*/ 2166280 w 4286641"/>
                  <a:gd name="connsiteY36" fmla="*/ 1743980 h 4876800"/>
                  <a:gd name="connsiteX37" fmla="*/ 2166280 w 4286641"/>
                  <a:gd name="connsiteY37" fmla="*/ 1399423 h 4876800"/>
                  <a:gd name="connsiteX38" fmla="*/ 2097138 w 4286641"/>
                  <a:gd name="connsiteY38" fmla="*/ 1300020 h 4876800"/>
                  <a:gd name="connsiteX39" fmla="*/ 1979886 w 4286641"/>
                  <a:gd name="connsiteY39" fmla="*/ 1330290 h 4876800"/>
                  <a:gd name="connsiteX40" fmla="*/ 1979895 w 4286641"/>
                  <a:gd name="connsiteY40" fmla="*/ 3588896 h 4876800"/>
                  <a:gd name="connsiteX41" fmla="*/ 2060296 w 4286641"/>
                  <a:gd name="connsiteY41" fmla="*/ 3625777 h 4876800"/>
                  <a:gd name="connsiteX42" fmla="*/ 2097148 w 4286641"/>
                  <a:gd name="connsiteY42" fmla="*/ 3619157 h 4876800"/>
                  <a:gd name="connsiteX43" fmla="*/ 2166290 w 4286641"/>
                  <a:gd name="connsiteY43" fmla="*/ 3519754 h 4876800"/>
                  <a:gd name="connsiteX44" fmla="*/ 2166290 w 4286641"/>
                  <a:gd name="connsiteY44" fmla="*/ 3175197 h 4876800"/>
                  <a:gd name="connsiteX45" fmla="*/ 2703452 w 4286641"/>
                  <a:gd name="connsiteY45" fmla="*/ 3175197 h 4876800"/>
                  <a:gd name="connsiteX46" fmla="*/ 2703452 w 4286641"/>
                  <a:gd name="connsiteY46" fmla="*/ 3837832 h 4876800"/>
                  <a:gd name="connsiteX47" fmla="*/ 2703443 w 4286641"/>
                  <a:gd name="connsiteY47" fmla="*/ 3837832 h 4876800"/>
                  <a:gd name="connsiteX0" fmla="*/ 4286641 w 4286641"/>
                  <a:gd name="connsiteY0" fmla="*/ 1850012 h 4876800"/>
                  <a:gd name="connsiteX1" fmla="*/ 2915479 w 4286641"/>
                  <a:gd name="connsiteY1" fmla="*/ 1743989 h 4876800"/>
                  <a:gd name="connsiteX2" fmla="*/ 2915479 w 4286641"/>
                  <a:gd name="connsiteY2" fmla="*/ 361340 h 4876800"/>
                  <a:gd name="connsiteX3" fmla="*/ 2554138 w 4286641"/>
                  <a:gd name="connsiteY3" fmla="*/ 0 h 4876800"/>
                  <a:gd name="connsiteX4" fmla="*/ 361350 w 4286641"/>
                  <a:gd name="connsiteY4" fmla="*/ 0 h 4876800"/>
                  <a:gd name="connsiteX5" fmla="*/ 0 w 4286641"/>
                  <a:gd name="connsiteY5" fmla="*/ 361340 h 4876800"/>
                  <a:gd name="connsiteX6" fmla="*/ 0 w 4286641"/>
                  <a:gd name="connsiteY6" fmla="*/ 4515460 h 4876800"/>
                  <a:gd name="connsiteX7" fmla="*/ 361340 w 4286641"/>
                  <a:gd name="connsiteY7" fmla="*/ 4876800 h 4876800"/>
                  <a:gd name="connsiteX8" fmla="*/ 2554138 w 4286641"/>
                  <a:gd name="connsiteY8" fmla="*/ 4876800 h 4876800"/>
                  <a:gd name="connsiteX9" fmla="*/ 2915488 w 4286641"/>
                  <a:gd name="connsiteY9" fmla="*/ 4515460 h 4876800"/>
                  <a:gd name="connsiteX10" fmla="*/ 2915488 w 4286641"/>
                  <a:gd name="connsiteY10" fmla="*/ 3175225 h 4876800"/>
                  <a:gd name="connsiteX11" fmla="*/ 4180628 w 4286641"/>
                  <a:gd name="connsiteY11" fmla="*/ 3175225 h 4876800"/>
                  <a:gd name="connsiteX12" fmla="*/ 4286641 w 4286641"/>
                  <a:gd name="connsiteY12" fmla="*/ 3069212 h 4876800"/>
                  <a:gd name="connsiteX13" fmla="*/ 4286641 w 4286641"/>
                  <a:gd name="connsiteY13" fmla="*/ 1850012 h 4876800"/>
                  <a:gd name="connsiteX14" fmla="*/ 361350 w 4286641"/>
                  <a:gd name="connsiteY14" fmla="*/ 212036 h 4876800"/>
                  <a:gd name="connsiteX15" fmla="*/ 2554138 w 4286641"/>
                  <a:gd name="connsiteY15" fmla="*/ 212036 h 4876800"/>
                  <a:gd name="connsiteX16" fmla="*/ 2703452 w 4286641"/>
                  <a:gd name="connsiteY16" fmla="*/ 361340 h 4876800"/>
                  <a:gd name="connsiteX17" fmla="*/ 2703452 w 4286641"/>
                  <a:gd name="connsiteY17" fmla="*/ 869347 h 4876800"/>
                  <a:gd name="connsiteX18" fmla="*/ 212046 w 4286641"/>
                  <a:gd name="connsiteY18" fmla="*/ 869347 h 4876800"/>
                  <a:gd name="connsiteX19" fmla="*/ 212046 w 4286641"/>
                  <a:gd name="connsiteY19" fmla="*/ 361340 h 4876800"/>
                  <a:gd name="connsiteX20" fmla="*/ 361350 w 4286641"/>
                  <a:gd name="connsiteY20" fmla="*/ 212036 h 4876800"/>
                  <a:gd name="connsiteX21" fmla="*/ 2554138 w 4286641"/>
                  <a:gd name="connsiteY21" fmla="*/ 4664764 h 4876800"/>
                  <a:gd name="connsiteX22" fmla="*/ 361350 w 4286641"/>
                  <a:gd name="connsiteY22" fmla="*/ 4664764 h 4876800"/>
                  <a:gd name="connsiteX23" fmla="*/ 212046 w 4286641"/>
                  <a:gd name="connsiteY23" fmla="*/ 4515460 h 4876800"/>
                  <a:gd name="connsiteX24" fmla="*/ 212046 w 4286641"/>
                  <a:gd name="connsiteY24" fmla="*/ 4049859 h 4876800"/>
                  <a:gd name="connsiteX25" fmla="*/ 2703452 w 4286641"/>
                  <a:gd name="connsiteY25" fmla="*/ 4049859 h 4876800"/>
                  <a:gd name="connsiteX26" fmla="*/ 2703452 w 4286641"/>
                  <a:gd name="connsiteY26" fmla="*/ 4515460 h 4876800"/>
                  <a:gd name="connsiteX27" fmla="*/ 2554138 w 4286641"/>
                  <a:gd name="connsiteY27" fmla="*/ 4664764 h 4876800"/>
                  <a:gd name="connsiteX28" fmla="*/ 2703443 w 4286641"/>
                  <a:gd name="connsiteY28" fmla="*/ 3837832 h 4876800"/>
                  <a:gd name="connsiteX29" fmla="*/ 212036 w 4286641"/>
                  <a:gd name="connsiteY29" fmla="*/ 3837832 h 4876800"/>
                  <a:gd name="connsiteX30" fmla="*/ 212036 w 4286641"/>
                  <a:gd name="connsiteY30" fmla="*/ 1081373 h 4876800"/>
                  <a:gd name="connsiteX31" fmla="*/ 524789 w 4286641"/>
                  <a:gd name="connsiteY31" fmla="*/ 1081373 h 4876800"/>
                  <a:gd name="connsiteX32" fmla="*/ 736816 w 4286641"/>
                  <a:gd name="connsiteY32" fmla="*/ 1081373 h 4876800"/>
                  <a:gd name="connsiteX33" fmla="*/ 2703443 w 4286641"/>
                  <a:gd name="connsiteY33" fmla="*/ 1081373 h 4876800"/>
                  <a:gd name="connsiteX34" fmla="*/ 2703443 w 4286641"/>
                  <a:gd name="connsiteY34" fmla="*/ 1743980 h 4876800"/>
                  <a:gd name="connsiteX35" fmla="*/ 2166280 w 4286641"/>
                  <a:gd name="connsiteY35" fmla="*/ 1743980 h 4876800"/>
                  <a:gd name="connsiteX36" fmla="*/ 2166280 w 4286641"/>
                  <a:gd name="connsiteY36" fmla="*/ 1399423 h 4876800"/>
                  <a:gd name="connsiteX37" fmla="*/ 2097138 w 4286641"/>
                  <a:gd name="connsiteY37" fmla="*/ 1300020 h 4876800"/>
                  <a:gd name="connsiteX38" fmla="*/ 1979886 w 4286641"/>
                  <a:gd name="connsiteY38" fmla="*/ 1330290 h 4876800"/>
                  <a:gd name="connsiteX39" fmla="*/ 1979895 w 4286641"/>
                  <a:gd name="connsiteY39" fmla="*/ 3588896 h 4876800"/>
                  <a:gd name="connsiteX40" fmla="*/ 2060296 w 4286641"/>
                  <a:gd name="connsiteY40" fmla="*/ 3625777 h 4876800"/>
                  <a:gd name="connsiteX41" fmla="*/ 2097148 w 4286641"/>
                  <a:gd name="connsiteY41" fmla="*/ 3619157 h 4876800"/>
                  <a:gd name="connsiteX42" fmla="*/ 2166290 w 4286641"/>
                  <a:gd name="connsiteY42" fmla="*/ 3519754 h 4876800"/>
                  <a:gd name="connsiteX43" fmla="*/ 2166290 w 4286641"/>
                  <a:gd name="connsiteY43" fmla="*/ 3175197 h 4876800"/>
                  <a:gd name="connsiteX44" fmla="*/ 2703452 w 4286641"/>
                  <a:gd name="connsiteY44" fmla="*/ 3175197 h 4876800"/>
                  <a:gd name="connsiteX45" fmla="*/ 2703452 w 4286641"/>
                  <a:gd name="connsiteY45" fmla="*/ 3837832 h 4876800"/>
                  <a:gd name="connsiteX46" fmla="*/ 2703443 w 4286641"/>
                  <a:gd name="connsiteY46" fmla="*/ 3837832 h 4876800"/>
                  <a:gd name="connsiteX0" fmla="*/ 4286641 w 4286641"/>
                  <a:gd name="connsiteY0" fmla="*/ 1850012 h 4876800"/>
                  <a:gd name="connsiteX1" fmla="*/ 2915479 w 4286641"/>
                  <a:gd name="connsiteY1" fmla="*/ 1743989 h 4876800"/>
                  <a:gd name="connsiteX2" fmla="*/ 2915479 w 4286641"/>
                  <a:gd name="connsiteY2" fmla="*/ 361340 h 4876800"/>
                  <a:gd name="connsiteX3" fmla="*/ 2554138 w 4286641"/>
                  <a:gd name="connsiteY3" fmla="*/ 0 h 4876800"/>
                  <a:gd name="connsiteX4" fmla="*/ 361350 w 4286641"/>
                  <a:gd name="connsiteY4" fmla="*/ 0 h 4876800"/>
                  <a:gd name="connsiteX5" fmla="*/ 0 w 4286641"/>
                  <a:gd name="connsiteY5" fmla="*/ 361340 h 4876800"/>
                  <a:gd name="connsiteX6" fmla="*/ 0 w 4286641"/>
                  <a:gd name="connsiteY6" fmla="*/ 4515460 h 4876800"/>
                  <a:gd name="connsiteX7" fmla="*/ 361340 w 4286641"/>
                  <a:gd name="connsiteY7" fmla="*/ 4876800 h 4876800"/>
                  <a:gd name="connsiteX8" fmla="*/ 2554138 w 4286641"/>
                  <a:gd name="connsiteY8" fmla="*/ 4876800 h 4876800"/>
                  <a:gd name="connsiteX9" fmla="*/ 2915488 w 4286641"/>
                  <a:gd name="connsiteY9" fmla="*/ 4515460 h 4876800"/>
                  <a:gd name="connsiteX10" fmla="*/ 2915488 w 4286641"/>
                  <a:gd name="connsiteY10" fmla="*/ 3175225 h 4876800"/>
                  <a:gd name="connsiteX11" fmla="*/ 4180628 w 4286641"/>
                  <a:gd name="connsiteY11" fmla="*/ 3175225 h 4876800"/>
                  <a:gd name="connsiteX12" fmla="*/ 4286641 w 4286641"/>
                  <a:gd name="connsiteY12" fmla="*/ 3069212 h 4876800"/>
                  <a:gd name="connsiteX13" fmla="*/ 4286641 w 4286641"/>
                  <a:gd name="connsiteY13" fmla="*/ 1850012 h 4876800"/>
                  <a:gd name="connsiteX14" fmla="*/ 361350 w 4286641"/>
                  <a:gd name="connsiteY14" fmla="*/ 212036 h 4876800"/>
                  <a:gd name="connsiteX15" fmla="*/ 2554138 w 4286641"/>
                  <a:gd name="connsiteY15" fmla="*/ 212036 h 4876800"/>
                  <a:gd name="connsiteX16" fmla="*/ 2703452 w 4286641"/>
                  <a:gd name="connsiteY16" fmla="*/ 361340 h 4876800"/>
                  <a:gd name="connsiteX17" fmla="*/ 2703452 w 4286641"/>
                  <a:gd name="connsiteY17" fmla="*/ 869347 h 4876800"/>
                  <a:gd name="connsiteX18" fmla="*/ 212046 w 4286641"/>
                  <a:gd name="connsiteY18" fmla="*/ 869347 h 4876800"/>
                  <a:gd name="connsiteX19" fmla="*/ 212046 w 4286641"/>
                  <a:gd name="connsiteY19" fmla="*/ 361340 h 4876800"/>
                  <a:gd name="connsiteX20" fmla="*/ 361350 w 4286641"/>
                  <a:gd name="connsiteY20" fmla="*/ 212036 h 4876800"/>
                  <a:gd name="connsiteX21" fmla="*/ 2554138 w 4286641"/>
                  <a:gd name="connsiteY21" fmla="*/ 4664764 h 4876800"/>
                  <a:gd name="connsiteX22" fmla="*/ 361350 w 4286641"/>
                  <a:gd name="connsiteY22" fmla="*/ 4664764 h 4876800"/>
                  <a:gd name="connsiteX23" fmla="*/ 212046 w 4286641"/>
                  <a:gd name="connsiteY23" fmla="*/ 4515460 h 4876800"/>
                  <a:gd name="connsiteX24" fmla="*/ 212046 w 4286641"/>
                  <a:gd name="connsiteY24" fmla="*/ 4049859 h 4876800"/>
                  <a:gd name="connsiteX25" fmla="*/ 2703452 w 4286641"/>
                  <a:gd name="connsiteY25" fmla="*/ 4049859 h 4876800"/>
                  <a:gd name="connsiteX26" fmla="*/ 2703452 w 4286641"/>
                  <a:gd name="connsiteY26" fmla="*/ 4515460 h 4876800"/>
                  <a:gd name="connsiteX27" fmla="*/ 2554138 w 4286641"/>
                  <a:gd name="connsiteY27" fmla="*/ 4664764 h 4876800"/>
                  <a:gd name="connsiteX28" fmla="*/ 2703443 w 4286641"/>
                  <a:gd name="connsiteY28" fmla="*/ 3837832 h 4876800"/>
                  <a:gd name="connsiteX29" fmla="*/ 212036 w 4286641"/>
                  <a:gd name="connsiteY29" fmla="*/ 3837832 h 4876800"/>
                  <a:gd name="connsiteX30" fmla="*/ 212036 w 4286641"/>
                  <a:gd name="connsiteY30" fmla="*/ 1081373 h 4876800"/>
                  <a:gd name="connsiteX31" fmla="*/ 524789 w 4286641"/>
                  <a:gd name="connsiteY31" fmla="*/ 1081373 h 4876800"/>
                  <a:gd name="connsiteX32" fmla="*/ 736816 w 4286641"/>
                  <a:gd name="connsiteY32" fmla="*/ 1081373 h 4876800"/>
                  <a:gd name="connsiteX33" fmla="*/ 2703443 w 4286641"/>
                  <a:gd name="connsiteY33" fmla="*/ 1081373 h 4876800"/>
                  <a:gd name="connsiteX34" fmla="*/ 2703443 w 4286641"/>
                  <a:gd name="connsiteY34" fmla="*/ 1743980 h 4876800"/>
                  <a:gd name="connsiteX35" fmla="*/ 2166280 w 4286641"/>
                  <a:gd name="connsiteY35" fmla="*/ 1743980 h 4876800"/>
                  <a:gd name="connsiteX36" fmla="*/ 2166280 w 4286641"/>
                  <a:gd name="connsiteY36" fmla="*/ 1399423 h 4876800"/>
                  <a:gd name="connsiteX37" fmla="*/ 2097138 w 4286641"/>
                  <a:gd name="connsiteY37" fmla="*/ 1300020 h 4876800"/>
                  <a:gd name="connsiteX38" fmla="*/ 1979886 w 4286641"/>
                  <a:gd name="connsiteY38" fmla="*/ 1330290 h 4876800"/>
                  <a:gd name="connsiteX39" fmla="*/ 1979895 w 4286641"/>
                  <a:gd name="connsiteY39" fmla="*/ 3588896 h 4876800"/>
                  <a:gd name="connsiteX40" fmla="*/ 2060296 w 4286641"/>
                  <a:gd name="connsiteY40" fmla="*/ 3625777 h 4876800"/>
                  <a:gd name="connsiteX41" fmla="*/ 2097148 w 4286641"/>
                  <a:gd name="connsiteY41" fmla="*/ 3619157 h 4876800"/>
                  <a:gd name="connsiteX42" fmla="*/ 2166290 w 4286641"/>
                  <a:gd name="connsiteY42" fmla="*/ 3519754 h 4876800"/>
                  <a:gd name="connsiteX43" fmla="*/ 2703452 w 4286641"/>
                  <a:gd name="connsiteY43" fmla="*/ 3175197 h 4876800"/>
                  <a:gd name="connsiteX44" fmla="*/ 2703452 w 4286641"/>
                  <a:gd name="connsiteY44" fmla="*/ 3837832 h 4876800"/>
                  <a:gd name="connsiteX45" fmla="*/ 2703443 w 4286641"/>
                  <a:gd name="connsiteY45" fmla="*/ 3837832 h 4876800"/>
                  <a:gd name="connsiteX0" fmla="*/ 4286641 w 4286641"/>
                  <a:gd name="connsiteY0" fmla="*/ 1850012 h 4876800"/>
                  <a:gd name="connsiteX1" fmla="*/ 2915479 w 4286641"/>
                  <a:gd name="connsiteY1" fmla="*/ 1743989 h 4876800"/>
                  <a:gd name="connsiteX2" fmla="*/ 2915479 w 4286641"/>
                  <a:gd name="connsiteY2" fmla="*/ 361340 h 4876800"/>
                  <a:gd name="connsiteX3" fmla="*/ 2554138 w 4286641"/>
                  <a:gd name="connsiteY3" fmla="*/ 0 h 4876800"/>
                  <a:gd name="connsiteX4" fmla="*/ 361350 w 4286641"/>
                  <a:gd name="connsiteY4" fmla="*/ 0 h 4876800"/>
                  <a:gd name="connsiteX5" fmla="*/ 0 w 4286641"/>
                  <a:gd name="connsiteY5" fmla="*/ 361340 h 4876800"/>
                  <a:gd name="connsiteX6" fmla="*/ 0 w 4286641"/>
                  <a:gd name="connsiteY6" fmla="*/ 4515460 h 4876800"/>
                  <a:gd name="connsiteX7" fmla="*/ 361340 w 4286641"/>
                  <a:gd name="connsiteY7" fmla="*/ 4876800 h 4876800"/>
                  <a:gd name="connsiteX8" fmla="*/ 2554138 w 4286641"/>
                  <a:gd name="connsiteY8" fmla="*/ 4876800 h 4876800"/>
                  <a:gd name="connsiteX9" fmla="*/ 2915488 w 4286641"/>
                  <a:gd name="connsiteY9" fmla="*/ 4515460 h 4876800"/>
                  <a:gd name="connsiteX10" fmla="*/ 2915488 w 4286641"/>
                  <a:gd name="connsiteY10" fmla="*/ 3175225 h 4876800"/>
                  <a:gd name="connsiteX11" fmla="*/ 4180628 w 4286641"/>
                  <a:gd name="connsiteY11" fmla="*/ 3175225 h 4876800"/>
                  <a:gd name="connsiteX12" fmla="*/ 4286641 w 4286641"/>
                  <a:gd name="connsiteY12" fmla="*/ 3069212 h 4876800"/>
                  <a:gd name="connsiteX13" fmla="*/ 4286641 w 4286641"/>
                  <a:gd name="connsiteY13" fmla="*/ 1850012 h 4876800"/>
                  <a:gd name="connsiteX14" fmla="*/ 361350 w 4286641"/>
                  <a:gd name="connsiteY14" fmla="*/ 212036 h 4876800"/>
                  <a:gd name="connsiteX15" fmla="*/ 2554138 w 4286641"/>
                  <a:gd name="connsiteY15" fmla="*/ 212036 h 4876800"/>
                  <a:gd name="connsiteX16" fmla="*/ 2703452 w 4286641"/>
                  <a:gd name="connsiteY16" fmla="*/ 361340 h 4876800"/>
                  <a:gd name="connsiteX17" fmla="*/ 2703452 w 4286641"/>
                  <a:gd name="connsiteY17" fmla="*/ 869347 h 4876800"/>
                  <a:gd name="connsiteX18" fmla="*/ 212046 w 4286641"/>
                  <a:gd name="connsiteY18" fmla="*/ 869347 h 4876800"/>
                  <a:gd name="connsiteX19" fmla="*/ 212046 w 4286641"/>
                  <a:gd name="connsiteY19" fmla="*/ 361340 h 4876800"/>
                  <a:gd name="connsiteX20" fmla="*/ 361350 w 4286641"/>
                  <a:gd name="connsiteY20" fmla="*/ 212036 h 4876800"/>
                  <a:gd name="connsiteX21" fmla="*/ 2554138 w 4286641"/>
                  <a:gd name="connsiteY21" fmla="*/ 4664764 h 4876800"/>
                  <a:gd name="connsiteX22" fmla="*/ 361350 w 4286641"/>
                  <a:gd name="connsiteY22" fmla="*/ 4664764 h 4876800"/>
                  <a:gd name="connsiteX23" fmla="*/ 212046 w 4286641"/>
                  <a:gd name="connsiteY23" fmla="*/ 4515460 h 4876800"/>
                  <a:gd name="connsiteX24" fmla="*/ 212046 w 4286641"/>
                  <a:gd name="connsiteY24" fmla="*/ 4049859 h 4876800"/>
                  <a:gd name="connsiteX25" fmla="*/ 2703452 w 4286641"/>
                  <a:gd name="connsiteY25" fmla="*/ 4049859 h 4876800"/>
                  <a:gd name="connsiteX26" fmla="*/ 2703452 w 4286641"/>
                  <a:gd name="connsiteY26" fmla="*/ 4515460 h 4876800"/>
                  <a:gd name="connsiteX27" fmla="*/ 2554138 w 4286641"/>
                  <a:gd name="connsiteY27" fmla="*/ 4664764 h 4876800"/>
                  <a:gd name="connsiteX28" fmla="*/ 2703443 w 4286641"/>
                  <a:gd name="connsiteY28" fmla="*/ 3837832 h 4876800"/>
                  <a:gd name="connsiteX29" fmla="*/ 212036 w 4286641"/>
                  <a:gd name="connsiteY29" fmla="*/ 3837832 h 4876800"/>
                  <a:gd name="connsiteX30" fmla="*/ 212036 w 4286641"/>
                  <a:gd name="connsiteY30" fmla="*/ 1081373 h 4876800"/>
                  <a:gd name="connsiteX31" fmla="*/ 524789 w 4286641"/>
                  <a:gd name="connsiteY31" fmla="*/ 1081373 h 4876800"/>
                  <a:gd name="connsiteX32" fmla="*/ 736816 w 4286641"/>
                  <a:gd name="connsiteY32" fmla="*/ 1081373 h 4876800"/>
                  <a:gd name="connsiteX33" fmla="*/ 2703443 w 4286641"/>
                  <a:gd name="connsiteY33" fmla="*/ 1081373 h 4876800"/>
                  <a:gd name="connsiteX34" fmla="*/ 2703443 w 4286641"/>
                  <a:gd name="connsiteY34" fmla="*/ 1743980 h 4876800"/>
                  <a:gd name="connsiteX35" fmla="*/ 2166280 w 4286641"/>
                  <a:gd name="connsiteY35" fmla="*/ 1743980 h 4876800"/>
                  <a:gd name="connsiteX36" fmla="*/ 2166280 w 4286641"/>
                  <a:gd name="connsiteY36" fmla="*/ 1399423 h 4876800"/>
                  <a:gd name="connsiteX37" fmla="*/ 2097138 w 4286641"/>
                  <a:gd name="connsiteY37" fmla="*/ 1300020 h 4876800"/>
                  <a:gd name="connsiteX38" fmla="*/ 1979886 w 4286641"/>
                  <a:gd name="connsiteY38" fmla="*/ 1330290 h 4876800"/>
                  <a:gd name="connsiteX39" fmla="*/ 1979895 w 4286641"/>
                  <a:gd name="connsiteY39" fmla="*/ 3588896 h 4876800"/>
                  <a:gd name="connsiteX40" fmla="*/ 2060296 w 4286641"/>
                  <a:gd name="connsiteY40" fmla="*/ 3625777 h 4876800"/>
                  <a:gd name="connsiteX41" fmla="*/ 2097148 w 4286641"/>
                  <a:gd name="connsiteY41" fmla="*/ 3619157 h 4876800"/>
                  <a:gd name="connsiteX42" fmla="*/ 2703452 w 4286641"/>
                  <a:gd name="connsiteY42" fmla="*/ 3175197 h 4876800"/>
                  <a:gd name="connsiteX43" fmla="*/ 2703452 w 4286641"/>
                  <a:gd name="connsiteY43" fmla="*/ 3837832 h 4876800"/>
                  <a:gd name="connsiteX44" fmla="*/ 2703443 w 4286641"/>
                  <a:gd name="connsiteY44" fmla="*/ 3837832 h 4876800"/>
                  <a:gd name="connsiteX0" fmla="*/ 4286641 w 4286641"/>
                  <a:gd name="connsiteY0" fmla="*/ 1850012 h 4876800"/>
                  <a:gd name="connsiteX1" fmla="*/ 2915479 w 4286641"/>
                  <a:gd name="connsiteY1" fmla="*/ 1743989 h 4876800"/>
                  <a:gd name="connsiteX2" fmla="*/ 2915479 w 4286641"/>
                  <a:gd name="connsiteY2" fmla="*/ 361340 h 4876800"/>
                  <a:gd name="connsiteX3" fmla="*/ 2554138 w 4286641"/>
                  <a:gd name="connsiteY3" fmla="*/ 0 h 4876800"/>
                  <a:gd name="connsiteX4" fmla="*/ 361350 w 4286641"/>
                  <a:gd name="connsiteY4" fmla="*/ 0 h 4876800"/>
                  <a:gd name="connsiteX5" fmla="*/ 0 w 4286641"/>
                  <a:gd name="connsiteY5" fmla="*/ 361340 h 4876800"/>
                  <a:gd name="connsiteX6" fmla="*/ 0 w 4286641"/>
                  <a:gd name="connsiteY6" fmla="*/ 4515460 h 4876800"/>
                  <a:gd name="connsiteX7" fmla="*/ 361340 w 4286641"/>
                  <a:gd name="connsiteY7" fmla="*/ 4876800 h 4876800"/>
                  <a:gd name="connsiteX8" fmla="*/ 2554138 w 4286641"/>
                  <a:gd name="connsiteY8" fmla="*/ 4876800 h 4876800"/>
                  <a:gd name="connsiteX9" fmla="*/ 2915488 w 4286641"/>
                  <a:gd name="connsiteY9" fmla="*/ 4515460 h 4876800"/>
                  <a:gd name="connsiteX10" fmla="*/ 2915488 w 4286641"/>
                  <a:gd name="connsiteY10" fmla="*/ 3175225 h 4876800"/>
                  <a:gd name="connsiteX11" fmla="*/ 4180628 w 4286641"/>
                  <a:gd name="connsiteY11" fmla="*/ 3175225 h 4876800"/>
                  <a:gd name="connsiteX12" fmla="*/ 4286641 w 4286641"/>
                  <a:gd name="connsiteY12" fmla="*/ 3069212 h 4876800"/>
                  <a:gd name="connsiteX13" fmla="*/ 4286641 w 4286641"/>
                  <a:gd name="connsiteY13" fmla="*/ 1850012 h 4876800"/>
                  <a:gd name="connsiteX14" fmla="*/ 361350 w 4286641"/>
                  <a:gd name="connsiteY14" fmla="*/ 212036 h 4876800"/>
                  <a:gd name="connsiteX15" fmla="*/ 2554138 w 4286641"/>
                  <a:gd name="connsiteY15" fmla="*/ 212036 h 4876800"/>
                  <a:gd name="connsiteX16" fmla="*/ 2703452 w 4286641"/>
                  <a:gd name="connsiteY16" fmla="*/ 361340 h 4876800"/>
                  <a:gd name="connsiteX17" fmla="*/ 2703452 w 4286641"/>
                  <a:gd name="connsiteY17" fmla="*/ 869347 h 4876800"/>
                  <a:gd name="connsiteX18" fmla="*/ 212046 w 4286641"/>
                  <a:gd name="connsiteY18" fmla="*/ 869347 h 4876800"/>
                  <a:gd name="connsiteX19" fmla="*/ 212046 w 4286641"/>
                  <a:gd name="connsiteY19" fmla="*/ 361340 h 4876800"/>
                  <a:gd name="connsiteX20" fmla="*/ 361350 w 4286641"/>
                  <a:gd name="connsiteY20" fmla="*/ 212036 h 4876800"/>
                  <a:gd name="connsiteX21" fmla="*/ 2554138 w 4286641"/>
                  <a:gd name="connsiteY21" fmla="*/ 4664764 h 4876800"/>
                  <a:gd name="connsiteX22" fmla="*/ 361350 w 4286641"/>
                  <a:gd name="connsiteY22" fmla="*/ 4664764 h 4876800"/>
                  <a:gd name="connsiteX23" fmla="*/ 212046 w 4286641"/>
                  <a:gd name="connsiteY23" fmla="*/ 4515460 h 4876800"/>
                  <a:gd name="connsiteX24" fmla="*/ 212046 w 4286641"/>
                  <a:gd name="connsiteY24" fmla="*/ 4049859 h 4876800"/>
                  <a:gd name="connsiteX25" fmla="*/ 2703452 w 4286641"/>
                  <a:gd name="connsiteY25" fmla="*/ 4049859 h 4876800"/>
                  <a:gd name="connsiteX26" fmla="*/ 2703452 w 4286641"/>
                  <a:gd name="connsiteY26" fmla="*/ 4515460 h 4876800"/>
                  <a:gd name="connsiteX27" fmla="*/ 2554138 w 4286641"/>
                  <a:gd name="connsiteY27" fmla="*/ 4664764 h 4876800"/>
                  <a:gd name="connsiteX28" fmla="*/ 2703443 w 4286641"/>
                  <a:gd name="connsiteY28" fmla="*/ 3837832 h 4876800"/>
                  <a:gd name="connsiteX29" fmla="*/ 212036 w 4286641"/>
                  <a:gd name="connsiteY29" fmla="*/ 3837832 h 4876800"/>
                  <a:gd name="connsiteX30" fmla="*/ 212036 w 4286641"/>
                  <a:gd name="connsiteY30" fmla="*/ 1081373 h 4876800"/>
                  <a:gd name="connsiteX31" fmla="*/ 524789 w 4286641"/>
                  <a:gd name="connsiteY31" fmla="*/ 1081373 h 4876800"/>
                  <a:gd name="connsiteX32" fmla="*/ 736816 w 4286641"/>
                  <a:gd name="connsiteY32" fmla="*/ 1081373 h 4876800"/>
                  <a:gd name="connsiteX33" fmla="*/ 2703443 w 4286641"/>
                  <a:gd name="connsiteY33" fmla="*/ 1081373 h 4876800"/>
                  <a:gd name="connsiteX34" fmla="*/ 2703443 w 4286641"/>
                  <a:gd name="connsiteY34" fmla="*/ 1743980 h 4876800"/>
                  <a:gd name="connsiteX35" fmla="*/ 2166280 w 4286641"/>
                  <a:gd name="connsiteY35" fmla="*/ 1743980 h 4876800"/>
                  <a:gd name="connsiteX36" fmla="*/ 2166280 w 4286641"/>
                  <a:gd name="connsiteY36" fmla="*/ 1399423 h 4876800"/>
                  <a:gd name="connsiteX37" fmla="*/ 2097138 w 4286641"/>
                  <a:gd name="connsiteY37" fmla="*/ 1300020 h 4876800"/>
                  <a:gd name="connsiteX38" fmla="*/ 1979886 w 4286641"/>
                  <a:gd name="connsiteY38" fmla="*/ 1330290 h 4876800"/>
                  <a:gd name="connsiteX39" fmla="*/ 1979895 w 4286641"/>
                  <a:gd name="connsiteY39" fmla="*/ 3588896 h 4876800"/>
                  <a:gd name="connsiteX40" fmla="*/ 2060296 w 4286641"/>
                  <a:gd name="connsiteY40" fmla="*/ 3625777 h 4876800"/>
                  <a:gd name="connsiteX41" fmla="*/ 2703452 w 4286641"/>
                  <a:gd name="connsiteY41" fmla="*/ 3175197 h 4876800"/>
                  <a:gd name="connsiteX42" fmla="*/ 2703452 w 4286641"/>
                  <a:gd name="connsiteY42" fmla="*/ 3837832 h 4876800"/>
                  <a:gd name="connsiteX43" fmla="*/ 2703443 w 4286641"/>
                  <a:gd name="connsiteY43" fmla="*/ 3837832 h 4876800"/>
                  <a:gd name="connsiteX0" fmla="*/ 4286641 w 4286641"/>
                  <a:gd name="connsiteY0" fmla="*/ 1850012 h 4876800"/>
                  <a:gd name="connsiteX1" fmla="*/ 2915479 w 4286641"/>
                  <a:gd name="connsiteY1" fmla="*/ 1743989 h 4876800"/>
                  <a:gd name="connsiteX2" fmla="*/ 2915479 w 4286641"/>
                  <a:gd name="connsiteY2" fmla="*/ 361340 h 4876800"/>
                  <a:gd name="connsiteX3" fmla="*/ 2554138 w 4286641"/>
                  <a:gd name="connsiteY3" fmla="*/ 0 h 4876800"/>
                  <a:gd name="connsiteX4" fmla="*/ 361350 w 4286641"/>
                  <a:gd name="connsiteY4" fmla="*/ 0 h 4876800"/>
                  <a:gd name="connsiteX5" fmla="*/ 0 w 4286641"/>
                  <a:gd name="connsiteY5" fmla="*/ 361340 h 4876800"/>
                  <a:gd name="connsiteX6" fmla="*/ 0 w 4286641"/>
                  <a:gd name="connsiteY6" fmla="*/ 4515460 h 4876800"/>
                  <a:gd name="connsiteX7" fmla="*/ 361340 w 4286641"/>
                  <a:gd name="connsiteY7" fmla="*/ 4876800 h 4876800"/>
                  <a:gd name="connsiteX8" fmla="*/ 2554138 w 4286641"/>
                  <a:gd name="connsiteY8" fmla="*/ 4876800 h 4876800"/>
                  <a:gd name="connsiteX9" fmla="*/ 2915488 w 4286641"/>
                  <a:gd name="connsiteY9" fmla="*/ 4515460 h 4876800"/>
                  <a:gd name="connsiteX10" fmla="*/ 2915488 w 4286641"/>
                  <a:gd name="connsiteY10" fmla="*/ 3175225 h 4876800"/>
                  <a:gd name="connsiteX11" fmla="*/ 4180628 w 4286641"/>
                  <a:gd name="connsiteY11" fmla="*/ 3175225 h 4876800"/>
                  <a:gd name="connsiteX12" fmla="*/ 4286641 w 4286641"/>
                  <a:gd name="connsiteY12" fmla="*/ 3069212 h 4876800"/>
                  <a:gd name="connsiteX13" fmla="*/ 4286641 w 4286641"/>
                  <a:gd name="connsiteY13" fmla="*/ 1850012 h 4876800"/>
                  <a:gd name="connsiteX14" fmla="*/ 361350 w 4286641"/>
                  <a:gd name="connsiteY14" fmla="*/ 212036 h 4876800"/>
                  <a:gd name="connsiteX15" fmla="*/ 2554138 w 4286641"/>
                  <a:gd name="connsiteY15" fmla="*/ 212036 h 4876800"/>
                  <a:gd name="connsiteX16" fmla="*/ 2703452 w 4286641"/>
                  <a:gd name="connsiteY16" fmla="*/ 361340 h 4876800"/>
                  <a:gd name="connsiteX17" fmla="*/ 2703452 w 4286641"/>
                  <a:gd name="connsiteY17" fmla="*/ 869347 h 4876800"/>
                  <a:gd name="connsiteX18" fmla="*/ 212046 w 4286641"/>
                  <a:gd name="connsiteY18" fmla="*/ 869347 h 4876800"/>
                  <a:gd name="connsiteX19" fmla="*/ 212046 w 4286641"/>
                  <a:gd name="connsiteY19" fmla="*/ 361340 h 4876800"/>
                  <a:gd name="connsiteX20" fmla="*/ 361350 w 4286641"/>
                  <a:gd name="connsiteY20" fmla="*/ 212036 h 4876800"/>
                  <a:gd name="connsiteX21" fmla="*/ 2554138 w 4286641"/>
                  <a:gd name="connsiteY21" fmla="*/ 4664764 h 4876800"/>
                  <a:gd name="connsiteX22" fmla="*/ 361350 w 4286641"/>
                  <a:gd name="connsiteY22" fmla="*/ 4664764 h 4876800"/>
                  <a:gd name="connsiteX23" fmla="*/ 212046 w 4286641"/>
                  <a:gd name="connsiteY23" fmla="*/ 4515460 h 4876800"/>
                  <a:gd name="connsiteX24" fmla="*/ 212046 w 4286641"/>
                  <a:gd name="connsiteY24" fmla="*/ 4049859 h 4876800"/>
                  <a:gd name="connsiteX25" fmla="*/ 2703452 w 4286641"/>
                  <a:gd name="connsiteY25" fmla="*/ 4049859 h 4876800"/>
                  <a:gd name="connsiteX26" fmla="*/ 2703452 w 4286641"/>
                  <a:gd name="connsiteY26" fmla="*/ 4515460 h 4876800"/>
                  <a:gd name="connsiteX27" fmla="*/ 2554138 w 4286641"/>
                  <a:gd name="connsiteY27" fmla="*/ 4664764 h 4876800"/>
                  <a:gd name="connsiteX28" fmla="*/ 2703443 w 4286641"/>
                  <a:gd name="connsiteY28" fmla="*/ 3837832 h 4876800"/>
                  <a:gd name="connsiteX29" fmla="*/ 212036 w 4286641"/>
                  <a:gd name="connsiteY29" fmla="*/ 3837832 h 4876800"/>
                  <a:gd name="connsiteX30" fmla="*/ 212036 w 4286641"/>
                  <a:gd name="connsiteY30" fmla="*/ 1081373 h 4876800"/>
                  <a:gd name="connsiteX31" fmla="*/ 524789 w 4286641"/>
                  <a:gd name="connsiteY31" fmla="*/ 1081373 h 4876800"/>
                  <a:gd name="connsiteX32" fmla="*/ 736816 w 4286641"/>
                  <a:gd name="connsiteY32" fmla="*/ 1081373 h 4876800"/>
                  <a:gd name="connsiteX33" fmla="*/ 2703443 w 4286641"/>
                  <a:gd name="connsiteY33" fmla="*/ 1081373 h 4876800"/>
                  <a:gd name="connsiteX34" fmla="*/ 2703443 w 4286641"/>
                  <a:gd name="connsiteY34" fmla="*/ 1743980 h 4876800"/>
                  <a:gd name="connsiteX35" fmla="*/ 2166280 w 4286641"/>
                  <a:gd name="connsiteY35" fmla="*/ 1743980 h 4876800"/>
                  <a:gd name="connsiteX36" fmla="*/ 2166280 w 4286641"/>
                  <a:gd name="connsiteY36" fmla="*/ 1399423 h 4876800"/>
                  <a:gd name="connsiteX37" fmla="*/ 2097138 w 4286641"/>
                  <a:gd name="connsiteY37" fmla="*/ 1300020 h 4876800"/>
                  <a:gd name="connsiteX38" fmla="*/ 1979886 w 4286641"/>
                  <a:gd name="connsiteY38" fmla="*/ 1330290 h 4876800"/>
                  <a:gd name="connsiteX39" fmla="*/ 1979895 w 4286641"/>
                  <a:gd name="connsiteY39" fmla="*/ 3588896 h 4876800"/>
                  <a:gd name="connsiteX40" fmla="*/ 2703452 w 4286641"/>
                  <a:gd name="connsiteY40" fmla="*/ 3175197 h 4876800"/>
                  <a:gd name="connsiteX41" fmla="*/ 2703452 w 4286641"/>
                  <a:gd name="connsiteY41" fmla="*/ 3837832 h 4876800"/>
                  <a:gd name="connsiteX42" fmla="*/ 2703443 w 4286641"/>
                  <a:gd name="connsiteY42" fmla="*/ 3837832 h 4876800"/>
                  <a:gd name="connsiteX0" fmla="*/ 4286641 w 4286641"/>
                  <a:gd name="connsiteY0" fmla="*/ 1850012 h 4876800"/>
                  <a:gd name="connsiteX1" fmla="*/ 2915479 w 4286641"/>
                  <a:gd name="connsiteY1" fmla="*/ 1743989 h 4876800"/>
                  <a:gd name="connsiteX2" fmla="*/ 2915479 w 4286641"/>
                  <a:gd name="connsiteY2" fmla="*/ 361340 h 4876800"/>
                  <a:gd name="connsiteX3" fmla="*/ 2554138 w 4286641"/>
                  <a:gd name="connsiteY3" fmla="*/ 0 h 4876800"/>
                  <a:gd name="connsiteX4" fmla="*/ 361350 w 4286641"/>
                  <a:gd name="connsiteY4" fmla="*/ 0 h 4876800"/>
                  <a:gd name="connsiteX5" fmla="*/ 0 w 4286641"/>
                  <a:gd name="connsiteY5" fmla="*/ 361340 h 4876800"/>
                  <a:gd name="connsiteX6" fmla="*/ 0 w 4286641"/>
                  <a:gd name="connsiteY6" fmla="*/ 4515460 h 4876800"/>
                  <a:gd name="connsiteX7" fmla="*/ 361340 w 4286641"/>
                  <a:gd name="connsiteY7" fmla="*/ 4876800 h 4876800"/>
                  <a:gd name="connsiteX8" fmla="*/ 2554138 w 4286641"/>
                  <a:gd name="connsiteY8" fmla="*/ 4876800 h 4876800"/>
                  <a:gd name="connsiteX9" fmla="*/ 2915488 w 4286641"/>
                  <a:gd name="connsiteY9" fmla="*/ 4515460 h 4876800"/>
                  <a:gd name="connsiteX10" fmla="*/ 2915488 w 4286641"/>
                  <a:gd name="connsiteY10" fmla="*/ 3175225 h 4876800"/>
                  <a:gd name="connsiteX11" fmla="*/ 4180628 w 4286641"/>
                  <a:gd name="connsiteY11" fmla="*/ 3175225 h 4876800"/>
                  <a:gd name="connsiteX12" fmla="*/ 4286641 w 4286641"/>
                  <a:gd name="connsiteY12" fmla="*/ 3069212 h 4876800"/>
                  <a:gd name="connsiteX13" fmla="*/ 4286641 w 4286641"/>
                  <a:gd name="connsiteY13" fmla="*/ 1850012 h 4876800"/>
                  <a:gd name="connsiteX14" fmla="*/ 361350 w 4286641"/>
                  <a:gd name="connsiteY14" fmla="*/ 212036 h 4876800"/>
                  <a:gd name="connsiteX15" fmla="*/ 2554138 w 4286641"/>
                  <a:gd name="connsiteY15" fmla="*/ 212036 h 4876800"/>
                  <a:gd name="connsiteX16" fmla="*/ 2703452 w 4286641"/>
                  <a:gd name="connsiteY16" fmla="*/ 361340 h 4876800"/>
                  <a:gd name="connsiteX17" fmla="*/ 2703452 w 4286641"/>
                  <a:gd name="connsiteY17" fmla="*/ 869347 h 4876800"/>
                  <a:gd name="connsiteX18" fmla="*/ 212046 w 4286641"/>
                  <a:gd name="connsiteY18" fmla="*/ 869347 h 4876800"/>
                  <a:gd name="connsiteX19" fmla="*/ 212046 w 4286641"/>
                  <a:gd name="connsiteY19" fmla="*/ 361340 h 4876800"/>
                  <a:gd name="connsiteX20" fmla="*/ 361350 w 4286641"/>
                  <a:gd name="connsiteY20" fmla="*/ 212036 h 4876800"/>
                  <a:gd name="connsiteX21" fmla="*/ 2554138 w 4286641"/>
                  <a:gd name="connsiteY21" fmla="*/ 4664764 h 4876800"/>
                  <a:gd name="connsiteX22" fmla="*/ 361350 w 4286641"/>
                  <a:gd name="connsiteY22" fmla="*/ 4664764 h 4876800"/>
                  <a:gd name="connsiteX23" fmla="*/ 212046 w 4286641"/>
                  <a:gd name="connsiteY23" fmla="*/ 4515460 h 4876800"/>
                  <a:gd name="connsiteX24" fmla="*/ 212046 w 4286641"/>
                  <a:gd name="connsiteY24" fmla="*/ 4049859 h 4876800"/>
                  <a:gd name="connsiteX25" fmla="*/ 2703452 w 4286641"/>
                  <a:gd name="connsiteY25" fmla="*/ 4049859 h 4876800"/>
                  <a:gd name="connsiteX26" fmla="*/ 2703452 w 4286641"/>
                  <a:gd name="connsiteY26" fmla="*/ 4515460 h 4876800"/>
                  <a:gd name="connsiteX27" fmla="*/ 2554138 w 4286641"/>
                  <a:gd name="connsiteY27" fmla="*/ 4664764 h 4876800"/>
                  <a:gd name="connsiteX28" fmla="*/ 2703443 w 4286641"/>
                  <a:gd name="connsiteY28" fmla="*/ 3837832 h 4876800"/>
                  <a:gd name="connsiteX29" fmla="*/ 212036 w 4286641"/>
                  <a:gd name="connsiteY29" fmla="*/ 3837832 h 4876800"/>
                  <a:gd name="connsiteX30" fmla="*/ 212036 w 4286641"/>
                  <a:gd name="connsiteY30" fmla="*/ 1081373 h 4876800"/>
                  <a:gd name="connsiteX31" fmla="*/ 524789 w 4286641"/>
                  <a:gd name="connsiteY31" fmla="*/ 1081373 h 4876800"/>
                  <a:gd name="connsiteX32" fmla="*/ 736816 w 4286641"/>
                  <a:gd name="connsiteY32" fmla="*/ 1081373 h 4876800"/>
                  <a:gd name="connsiteX33" fmla="*/ 2703443 w 4286641"/>
                  <a:gd name="connsiteY33" fmla="*/ 1081373 h 4876800"/>
                  <a:gd name="connsiteX34" fmla="*/ 2703443 w 4286641"/>
                  <a:gd name="connsiteY34" fmla="*/ 1743980 h 4876800"/>
                  <a:gd name="connsiteX35" fmla="*/ 2166280 w 4286641"/>
                  <a:gd name="connsiteY35" fmla="*/ 1743980 h 4876800"/>
                  <a:gd name="connsiteX36" fmla="*/ 2166280 w 4286641"/>
                  <a:gd name="connsiteY36" fmla="*/ 1399423 h 4876800"/>
                  <a:gd name="connsiteX37" fmla="*/ 2097138 w 4286641"/>
                  <a:gd name="connsiteY37" fmla="*/ 1300020 h 4876800"/>
                  <a:gd name="connsiteX38" fmla="*/ 1979886 w 4286641"/>
                  <a:gd name="connsiteY38" fmla="*/ 1330290 h 4876800"/>
                  <a:gd name="connsiteX39" fmla="*/ 2703452 w 4286641"/>
                  <a:gd name="connsiteY39" fmla="*/ 3175197 h 4876800"/>
                  <a:gd name="connsiteX40" fmla="*/ 2703452 w 4286641"/>
                  <a:gd name="connsiteY40" fmla="*/ 3837832 h 4876800"/>
                  <a:gd name="connsiteX41" fmla="*/ 2703443 w 4286641"/>
                  <a:gd name="connsiteY41" fmla="*/ 3837832 h 4876800"/>
                  <a:gd name="connsiteX0" fmla="*/ 4286641 w 4286641"/>
                  <a:gd name="connsiteY0" fmla="*/ 1850012 h 4876800"/>
                  <a:gd name="connsiteX1" fmla="*/ 2915479 w 4286641"/>
                  <a:gd name="connsiteY1" fmla="*/ 1743989 h 4876800"/>
                  <a:gd name="connsiteX2" fmla="*/ 2915479 w 4286641"/>
                  <a:gd name="connsiteY2" fmla="*/ 361340 h 4876800"/>
                  <a:gd name="connsiteX3" fmla="*/ 2554138 w 4286641"/>
                  <a:gd name="connsiteY3" fmla="*/ 0 h 4876800"/>
                  <a:gd name="connsiteX4" fmla="*/ 361350 w 4286641"/>
                  <a:gd name="connsiteY4" fmla="*/ 0 h 4876800"/>
                  <a:gd name="connsiteX5" fmla="*/ 0 w 4286641"/>
                  <a:gd name="connsiteY5" fmla="*/ 361340 h 4876800"/>
                  <a:gd name="connsiteX6" fmla="*/ 0 w 4286641"/>
                  <a:gd name="connsiteY6" fmla="*/ 4515460 h 4876800"/>
                  <a:gd name="connsiteX7" fmla="*/ 361340 w 4286641"/>
                  <a:gd name="connsiteY7" fmla="*/ 4876800 h 4876800"/>
                  <a:gd name="connsiteX8" fmla="*/ 2554138 w 4286641"/>
                  <a:gd name="connsiteY8" fmla="*/ 4876800 h 4876800"/>
                  <a:gd name="connsiteX9" fmla="*/ 2915488 w 4286641"/>
                  <a:gd name="connsiteY9" fmla="*/ 4515460 h 4876800"/>
                  <a:gd name="connsiteX10" fmla="*/ 2915488 w 4286641"/>
                  <a:gd name="connsiteY10" fmla="*/ 3175225 h 4876800"/>
                  <a:gd name="connsiteX11" fmla="*/ 4180628 w 4286641"/>
                  <a:gd name="connsiteY11" fmla="*/ 3175225 h 4876800"/>
                  <a:gd name="connsiteX12" fmla="*/ 4286641 w 4286641"/>
                  <a:gd name="connsiteY12" fmla="*/ 3069212 h 4876800"/>
                  <a:gd name="connsiteX13" fmla="*/ 4286641 w 4286641"/>
                  <a:gd name="connsiteY13" fmla="*/ 1850012 h 4876800"/>
                  <a:gd name="connsiteX14" fmla="*/ 361350 w 4286641"/>
                  <a:gd name="connsiteY14" fmla="*/ 212036 h 4876800"/>
                  <a:gd name="connsiteX15" fmla="*/ 2554138 w 4286641"/>
                  <a:gd name="connsiteY15" fmla="*/ 212036 h 4876800"/>
                  <a:gd name="connsiteX16" fmla="*/ 2703452 w 4286641"/>
                  <a:gd name="connsiteY16" fmla="*/ 361340 h 4876800"/>
                  <a:gd name="connsiteX17" fmla="*/ 2703452 w 4286641"/>
                  <a:gd name="connsiteY17" fmla="*/ 869347 h 4876800"/>
                  <a:gd name="connsiteX18" fmla="*/ 212046 w 4286641"/>
                  <a:gd name="connsiteY18" fmla="*/ 869347 h 4876800"/>
                  <a:gd name="connsiteX19" fmla="*/ 212046 w 4286641"/>
                  <a:gd name="connsiteY19" fmla="*/ 361340 h 4876800"/>
                  <a:gd name="connsiteX20" fmla="*/ 361350 w 4286641"/>
                  <a:gd name="connsiteY20" fmla="*/ 212036 h 4876800"/>
                  <a:gd name="connsiteX21" fmla="*/ 2554138 w 4286641"/>
                  <a:gd name="connsiteY21" fmla="*/ 4664764 h 4876800"/>
                  <a:gd name="connsiteX22" fmla="*/ 361350 w 4286641"/>
                  <a:gd name="connsiteY22" fmla="*/ 4664764 h 4876800"/>
                  <a:gd name="connsiteX23" fmla="*/ 212046 w 4286641"/>
                  <a:gd name="connsiteY23" fmla="*/ 4515460 h 4876800"/>
                  <a:gd name="connsiteX24" fmla="*/ 212046 w 4286641"/>
                  <a:gd name="connsiteY24" fmla="*/ 4049859 h 4876800"/>
                  <a:gd name="connsiteX25" fmla="*/ 2703452 w 4286641"/>
                  <a:gd name="connsiteY25" fmla="*/ 4049859 h 4876800"/>
                  <a:gd name="connsiteX26" fmla="*/ 2703452 w 4286641"/>
                  <a:gd name="connsiteY26" fmla="*/ 4515460 h 4876800"/>
                  <a:gd name="connsiteX27" fmla="*/ 2554138 w 4286641"/>
                  <a:gd name="connsiteY27" fmla="*/ 4664764 h 4876800"/>
                  <a:gd name="connsiteX28" fmla="*/ 2703443 w 4286641"/>
                  <a:gd name="connsiteY28" fmla="*/ 3837832 h 4876800"/>
                  <a:gd name="connsiteX29" fmla="*/ 212036 w 4286641"/>
                  <a:gd name="connsiteY29" fmla="*/ 3837832 h 4876800"/>
                  <a:gd name="connsiteX30" fmla="*/ 212036 w 4286641"/>
                  <a:gd name="connsiteY30" fmla="*/ 1081373 h 4876800"/>
                  <a:gd name="connsiteX31" fmla="*/ 524789 w 4286641"/>
                  <a:gd name="connsiteY31" fmla="*/ 1081373 h 4876800"/>
                  <a:gd name="connsiteX32" fmla="*/ 736816 w 4286641"/>
                  <a:gd name="connsiteY32" fmla="*/ 1081373 h 4876800"/>
                  <a:gd name="connsiteX33" fmla="*/ 2703443 w 4286641"/>
                  <a:gd name="connsiteY33" fmla="*/ 1081373 h 4876800"/>
                  <a:gd name="connsiteX34" fmla="*/ 2703443 w 4286641"/>
                  <a:gd name="connsiteY34" fmla="*/ 1743980 h 4876800"/>
                  <a:gd name="connsiteX35" fmla="*/ 2166280 w 4286641"/>
                  <a:gd name="connsiteY35" fmla="*/ 1399423 h 4876800"/>
                  <a:gd name="connsiteX36" fmla="*/ 2097138 w 4286641"/>
                  <a:gd name="connsiteY36" fmla="*/ 1300020 h 4876800"/>
                  <a:gd name="connsiteX37" fmla="*/ 1979886 w 4286641"/>
                  <a:gd name="connsiteY37" fmla="*/ 1330290 h 4876800"/>
                  <a:gd name="connsiteX38" fmla="*/ 2703452 w 4286641"/>
                  <a:gd name="connsiteY38" fmla="*/ 3175197 h 4876800"/>
                  <a:gd name="connsiteX39" fmla="*/ 2703452 w 4286641"/>
                  <a:gd name="connsiteY39" fmla="*/ 3837832 h 4876800"/>
                  <a:gd name="connsiteX40" fmla="*/ 2703443 w 4286641"/>
                  <a:gd name="connsiteY40" fmla="*/ 3837832 h 4876800"/>
                  <a:gd name="connsiteX0" fmla="*/ 4286641 w 4286641"/>
                  <a:gd name="connsiteY0" fmla="*/ 1850012 h 4876800"/>
                  <a:gd name="connsiteX1" fmla="*/ 2915479 w 4286641"/>
                  <a:gd name="connsiteY1" fmla="*/ 1743989 h 4876800"/>
                  <a:gd name="connsiteX2" fmla="*/ 2915479 w 4286641"/>
                  <a:gd name="connsiteY2" fmla="*/ 361340 h 4876800"/>
                  <a:gd name="connsiteX3" fmla="*/ 2554138 w 4286641"/>
                  <a:gd name="connsiteY3" fmla="*/ 0 h 4876800"/>
                  <a:gd name="connsiteX4" fmla="*/ 361350 w 4286641"/>
                  <a:gd name="connsiteY4" fmla="*/ 0 h 4876800"/>
                  <a:gd name="connsiteX5" fmla="*/ 0 w 4286641"/>
                  <a:gd name="connsiteY5" fmla="*/ 361340 h 4876800"/>
                  <a:gd name="connsiteX6" fmla="*/ 0 w 4286641"/>
                  <a:gd name="connsiteY6" fmla="*/ 4515460 h 4876800"/>
                  <a:gd name="connsiteX7" fmla="*/ 361340 w 4286641"/>
                  <a:gd name="connsiteY7" fmla="*/ 4876800 h 4876800"/>
                  <a:gd name="connsiteX8" fmla="*/ 2554138 w 4286641"/>
                  <a:gd name="connsiteY8" fmla="*/ 4876800 h 4876800"/>
                  <a:gd name="connsiteX9" fmla="*/ 2915488 w 4286641"/>
                  <a:gd name="connsiteY9" fmla="*/ 4515460 h 4876800"/>
                  <a:gd name="connsiteX10" fmla="*/ 2915488 w 4286641"/>
                  <a:gd name="connsiteY10" fmla="*/ 3175225 h 4876800"/>
                  <a:gd name="connsiteX11" fmla="*/ 4180628 w 4286641"/>
                  <a:gd name="connsiteY11" fmla="*/ 3175225 h 4876800"/>
                  <a:gd name="connsiteX12" fmla="*/ 4286641 w 4286641"/>
                  <a:gd name="connsiteY12" fmla="*/ 3069212 h 4876800"/>
                  <a:gd name="connsiteX13" fmla="*/ 4286641 w 4286641"/>
                  <a:gd name="connsiteY13" fmla="*/ 1850012 h 4876800"/>
                  <a:gd name="connsiteX14" fmla="*/ 361350 w 4286641"/>
                  <a:gd name="connsiteY14" fmla="*/ 212036 h 4876800"/>
                  <a:gd name="connsiteX15" fmla="*/ 2554138 w 4286641"/>
                  <a:gd name="connsiteY15" fmla="*/ 212036 h 4876800"/>
                  <a:gd name="connsiteX16" fmla="*/ 2703452 w 4286641"/>
                  <a:gd name="connsiteY16" fmla="*/ 361340 h 4876800"/>
                  <a:gd name="connsiteX17" fmla="*/ 2703452 w 4286641"/>
                  <a:gd name="connsiteY17" fmla="*/ 869347 h 4876800"/>
                  <a:gd name="connsiteX18" fmla="*/ 212046 w 4286641"/>
                  <a:gd name="connsiteY18" fmla="*/ 869347 h 4876800"/>
                  <a:gd name="connsiteX19" fmla="*/ 212046 w 4286641"/>
                  <a:gd name="connsiteY19" fmla="*/ 361340 h 4876800"/>
                  <a:gd name="connsiteX20" fmla="*/ 361350 w 4286641"/>
                  <a:gd name="connsiteY20" fmla="*/ 212036 h 4876800"/>
                  <a:gd name="connsiteX21" fmla="*/ 2554138 w 4286641"/>
                  <a:gd name="connsiteY21" fmla="*/ 4664764 h 4876800"/>
                  <a:gd name="connsiteX22" fmla="*/ 361350 w 4286641"/>
                  <a:gd name="connsiteY22" fmla="*/ 4664764 h 4876800"/>
                  <a:gd name="connsiteX23" fmla="*/ 212046 w 4286641"/>
                  <a:gd name="connsiteY23" fmla="*/ 4515460 h 4876800"/>
                  <a:gd name="connsiteX24" fmla="*/ 212046 w 4286641"/>
                  <a:gd name="connsiteY24" fmla="*/ 4049859 h 4876800"/>
                  <a:gd name="connsiteX25" fmla="*/ 2703452 w 4286641"/>
                  <a:gd name="connsiteY25" fmla="*/ 4049859 h 4876800"/>
                  <a:gd name="connsiteX26" fmla="*/ 2703452 w 4286641"/>
                  <a:gd name="connsiteY26" fmla="*/ 4515460 h 4876800"/>
                  <a:gd name="connsiteX27" fmla="*/ 2554138 w 4286641"/>
                  <a:gd name="connsiteY27" fmla="*/ 4664764 h 4876800"/>
                  <a:gd name="connsiteX28" fmla="*/ 2703443 w 4286641"/>
                  <a:gd name="connsiteY28" fmla="*/ 3837832 h 4876800"/>
                  <a:gd name="connsiteX29" fmla="*/ 212036 w 4286641"/>
                  <a:gd name="connsiteY29" fmla="*/ 3837832 h 4876800"/>
                  <a:gd name="connsiteX30" fmla="*/ 212036 w 4286641"/>
                  <a:gd name="connsiteY30" fmla="*/ 1081373 h 4876800"/>
                  <a:gd name="connsiteX31" fmla="*/ 524789 w 4286641"/>
                  <a:gd name="connsiteY31" fmla="*/ 1081373 h 4876800"/>
                  <a:gd name="connsiteX32" fmla="*/ 736816 w 4286641"/>
                  <a:gd name="connsiteY32" fmla="*/ 1081373 h 4876800"/>
                  <a:gd name="connsiteX33" fmla="*/ 2703443 w 4286641"/>
                  <a:gd name="connsiteY33" fmla="*/ 1081373 h 4876800"/>
                  <a:gd name="connsiteX34" fmla="*/ 2703443 w 4286641"/>
                  <a:gd name="connsiteY34" fmla="*/ 1743980 h 4876800"/>
                  <a:gd name="connsiteX35" fmla="*/ 2166280 w 4286641"/>
                  <a:gd name="connsiteY35" fmla="*/ 1399423 h 4876800"/>
                  <a:gd name="connsiteX36" fmla="*/ 1979886 w 4286641"/>
                  <a:gd name="connsiteY36" fmla="*/ 1330290 h 4876800"/>
                  <a:gd name="connsiteX37" fmla="*/ 2703452 w 4286641"/>
                  <a:gd name="connsiteY37" fmla="*/ 3175197 h 4876800"/>
                  <a:gd name="connsiteX38" fmla="*/ 2703452 w 4286641"/>
                  <a:gd name="connsiteY38" fmla="*/ 3837832 h 4876800"/>
                  <a:gd name="connsiteX39" fmla="*/ 2703443 w 4286641"/>
                  <a:gd name="connsiteY39" fmla="*/ 3837832 h 4876800"/>
                  <a:gd name="connsiteX0" fmla="*/ 4286641 w 4286641"/>
                  <a:gd name="connsiteY0" fmla="*/ 1850012 h 4876800"/>
                  <a:gd name="connsiteX1" fmla="*/ 2915479 w 4286641"/>
                  <a:gd name="connsiteY1" fmla="*/ 1743989 h 4876800"/>
                  <a:gd name="connsiteX2" fmla="*/ 2915479 w 4286641"/>
                  <a:gd name="connsiteY2" fmla="*/ 361340 h 4876800"/>
                  <a:gd name="connsiteX3" fmla="*/ 2554138 w 4286641"/>
                  <a:gd name="connsiteY3" fmla="*/ 0 h 4876800"/>
                  <a:gd name="connsiteX4" fmla="*/ 361350 w 4286641"/>
                  <a:gd name="connsiteY4" fmla="*/ 0 h 4876800"/>
                  <a:gd name="connsiteX5" fmla="*/ 0 w 4286641"/>
                  <a:gd name="connsiteY5" fmla="*/ 361340 h 4876800"/>
                  <a:gd name="connsiteX6" fmla="*/ 0 w 4286641"/>
                  <a:gd name="connsiteY6" fmla="*/ 4515460 h 4876800"/>
                  <a:gd name="connsiteX7" fmla="*/ 361340 w 4286641"/>
                  <a:gd name="connsiteY7" fmla="*/ 4876800 h 4876800"/>
                  <a:gd name="connsiteX8" fmla="*/ 2554138 w 4286641"/>
                  <a:gd name="connsiteY8" fmla="*/ 4876800 h 4876800"/>
                  <a:gd name="connsiteX9" fmla="*/ 2915488 w 4286641"/>
                  <a:gd name="connsiteY9" fmla="*/ 4515460 h 4876800"/>
                  <a:gd name="connsiteX10" fmla="*/ 2915488 w 4286641"/>
                  <a:gd name="connsiteY10" fmla="*/ 3175225 h 4876800"/>
                  <a:gd name="connsiteX11" fmla="*/ 4180628 w 4286641"/>
                  <a:gd name="connsiteY11" fmla="*/ 3175225 h 4876800"/>
                  <a:gd name="connsiteX12" fmla="*/ 4286641 w 4286641"/>
                  <a:gd name="connsiteY12" fmla="*/ 3069212 h 4876800"/>
                  <a:gd name="connsiteX13" fmla="*/ 4286641 w 4286641"/>
                  <a:gd name="connsiteY13" fmla="*/ 1850012 h 4876800"/>
                  <a:gd name="connsiteX14" fmla="*/ 361350 w 4286641"/>
                  <a:gd name="connsiteY14" fmla="*/ 212036 h 4876800"/>
                  <a:gd name="connsiteX15" fmla="*/ 2554138 w 4286641"/>
                  <a:gd name="connsiteY15" fmla="*/ 212036 h 4876800"/>
                  <a:gd name="connsiteX16" fmla="*/ 2703452 w 4286641"/>
                  <a:gd name="connsiteY16" fmla="*/ 361340 h 4876800"/>
                  <a:gd name="connsiteX17" fmla="*/ 2703452 w 4286641"/>
                  <a:gd name="connsiteY17" fmla="*/ 869347 h 4876800"/>
                  <a:gd name="connsiteX18" fmla="*/ 212046 w 4286641"/>
                  <a:gd name="connsiteY18" fmla="*/ 869347 h 4876800"/>
                  <a:gd name="connsiteX19" fmla="*/ 212046 w 4286641"/>
                  <a:gd name="connsiteY19" fmla="*/ 361340 h 4876800"/>
                  <a:gd name="connsiteX20" fmla="*/ 361350 w 4286641"/>
                  <a:gd name="connsiteY20" fmla="*/ 212036 h 4876800"/>
                  <a:gd name="connsiteX21" fmla="*/ 2554138 w 4286641"/>
                  <a:gd name="connsiteY21" fmla="*/ 4664764 h 4876800"/>
                  <a:gd name="connsiteX22" fmla="*/ 361350 w 4286641"/>
                  <a:gd name="connsiteY22" fmla="*/ 4664764 h 4876800"/>
                  <a:gd name="connsiteX23" fmla="*/ 212046 w 4286641"/>
                  <a:gd name="connsiteY23" fmla="*/ 4515460 h 4876800"/>
                  <a:gd name="connsiteX24" fmla="*/ 212046 w 4286641"/>
                  <a:gd name="connsiteY24" fmla="*/ 4049859 h 4876800"/>
                  <a:gd name="connsiteX25" fmla="*/ 2703452 w 4286641"/>
                  <a:gd name="connsiteY25" fmla="*/ 4049859 h 4876800"/>
                  <a:gd name="connsiteX26" fmla="*/ 2703452 w 4286641"/>
                  <a:gd name="connsiteY26" fmla="*/ 4515460 h 4876800"/>
                  <a:gd name="connsiteX27" fmla="*/ 2554138 w 4286641"/>
                  <a:gd name="connsiteY27" fmla="*/ 4664764 h 4876800"/>
                  <a:gd name="connsiteX28" fmla="*/ 2703443 w 4286641"/>
                  <a:gd name="connsiteY28" fmla="*/ 3837832 h 4876800"/>
                  <a:gd name="connsiteX29" fmla="*/ 212036 w 4286641"/>
                  <a:gd name="connsiteY29" fmla="*/ 3837832 h 4876800"/>
                  <a:gd name="connsiteX30" fmla="*/ 212036 w 4286641"/>
                  <a:gd name="connsiteY30" fmla="*/ 1081373 h 4876800"/>
                  <a:gd name="connsiteX31" fmla="*/ 524789 w 4286641"/>
                  <a:gd name="connsiteY31" fmla="*/ 1081373 h 4876800"/>
                  <a:gd name="connsiteX32" fmla="*/ 736816 w 4286641"/>
                  <a:gd name="connsiteY32" fmla="*/ 1081373 h 4876800"/>
                  <a:gd name="connsiteX33" fmla="*/ 2703443 w 4286641"/>
                  <a:gd name="connsiteY33" fmla="*/ 1081373 h 4876800"/>
                  <a:gd name="connsiteX34" fmla="*/ 2703443 w 4286641"/>
                  <a:gd name="connsiteY34" fmla="*/ 1743980 h 4876800"/>
                  <a:gd name="connsiteX35" fmla="*/ 2166280 w 4286641"/>
                  <a:gd name="connsiteY35" fmla="*/ 1399423 h 4876800"/>
                  <a:gd name="connsiteX36" fmla="*/ 2703452 w 4286641"/>
                  <a:gd name="connsiteY36" fmla="*/ 3175197 h 4876800"/>
                  <a:gd name="connsiteX37" fmla="*/ 2703452 w 4286641"/>
                  <a:gd name="connsiteY37" fmla="*/ 3837832 h 4876800"/>
                  <a:gd name="connsiteX38" fmla="*/ 2703443 w 4286641"/>
                  <a:gd name="connsiteY38" fmla="*/ 3837832 h 4876800"/>
                  <a:gd name="connsiteX0" fmla="*/ 4286641 w 4286641"/>
                  <a:gd name="connsiteY0" fmla="*/ 1850012 h 4876800"/>
                  <a:gd name="connsiteX1" fmla="*/ 2915479 w 4286641"/>
                  <a:gd name="connsiteY1" fmla="*/ 1743989 h 4876800"/>
                  <a:gd name="connsiteX2" fmla="*/ 2915479 w 4286641"/>
                  <a:gd name="connsiteY2" fmla="*/ 361340 h 4876800"/>
                  <a:gd name="connsiteX3" fmla="*/ 2554138 w 4286641"/>
                  <a:gd name="connsiteY3" fmla="*/ 0 h 4876800"/>
                  <a:gd name="connsiteX4" fmla="*/ 361350 w 4286641"/>
                  <a:gd name="connsiteY4" fmla="*/ 0 h 4876800"/>
                  <a:gd name="connsiteX5" fmla="*/ 0 w 4286641"/>
                  <a:gd name="connsiteY5" fmla="*/ 361340 h 4876800"/>
                  <a:gd name="connsiteX6" fmla="*/ 0 w 4286641"/>
                  <a:gd name="connsiteY6" fmla="*/ 4515460 h 4876800"/>
                  <a:gd name="connsiteX7" fmla="*/ 361340 w 4286641"/>
                  <a:gd name="connsiteY7" fmla="*/ 4876800 h 4876800"/>
                  <a:gd name="connsiteX8" fmla="*/ 2554138 w 4286641"/>
                  <a:gd name="connsiteY8" fmla="*/ 4876800 h 4876800"/>
                  <a:gd name="connsiteX9" fmla="*/ 2915488 w 4286641"/>
                  <a:gd name="connsiteY9" fmla="*/ 4515460 h 4876800"/>
                  <a:gd name="connsiteX10" fmla="*/ 2915488 w 4286641"/>
                  <a:gd name="connsiteY10" fmla="*/ 3175225 h 4876800"/>
                  <a:gd name="connsiteX11" fmla="*/ 4180628 w 4286641"/>
                  <a:gd name="connsiteY11" fmla="*/ 3175225 h 4876800"/>
                  <a:gd name="connsiteX12" fmla="*/ 4286641 w 4286641"/>
                  <a:gd name="connsiteY12" fmla="*/ 3069212 h 4876800"/>
                  <a:gd name="connsiteX13" fmla="*/ 4286641 w 4286641"/>
                  <a:gd name="connsiteY13" fmla="*/ 1850012 h 4876800"/>
                  <a:gd name="connsiteX14" fmla="*/ 361350 w 4286641"/>
                  <a:gd name="connsiteY14" fmla="*/ 212036 h 4876800"/>
                  <a:gd name="connsiteX15" fmla="*/ 2554138 w 4286641"/>
                  <a:gd name="connsiteY15" fmla="*/ 212036 h 4876800"/>
                  <a:gd name="connsiteX16" fmla="*/ 2703452 w 4286641"/>
                  <a:gd name="connsiteY16" fmla="*/ 361340 h 4876800"/>
                  <a:gd name="connsiteX17" fmla="*/ 2703452 w 4286641"/>
                  <a:gd name="connsiteY17" fmla="*/ 869347 h 4876800"/>
                  <a:gd name="connsiteX18" fmla="*/ 212046 w 4286641"/>
                  <a:gd name="connsiteY18" fmla="*/ 869347 h 4876800"/>
                  <a:gd name="connsiteX19" fmla="*/ 212046 w 4286641"/>
                  <a:gd name="connsiteY19" fmla="*/ 361340 h 4876800"/>
                  <a:gd name="connsiteX20" fmla="*/ 361350 w 4286641"/>
                  <a:gd name="connsiteY20" fmla="*/ 212036 h 4876800"/>
                  <a:gd name="connsiteX21" fmla="*/ 2554138 w 4286641"/>
                  <a:gd name="connsiteY21" fmla="*/ 4664764 h 4876800"/>
                  <a:gd name="connsiteX22" fmla="*/ 361350 w 4286641"/>
                  <a:gd name="connsiteY22" fmla="*/ 4664764 h 4876800"/>
                  <a:gd name="connsiteX23" fmla="*/ 212046 w 4286641"/>
                  <a:gd name="connsiteY23" fmla="*/ 4515460 h 4876800"/>
                  <a:gd name="connsiteX24" fmla="*/ 212046 w 4286641"/>
                  <a:gd name="connsiteY24" fmla="*/ 4049859 h 4876800"/>
                  <a:gd name="connsiteX25" fmla="*/ 2703452 w 4286641"/>
                  <a:gd name="connsiteY25" fmla="*/ 4049859 h 4876800"/>
                  <a:gd name="connsiteX26" fmla="*/ 2703452 w 4286641"/>
                  <a:gd name="connsiteY26" fmla="*/ 4515460 h 4876800"/>
                  <a:gd name="connsiteX27" fmla="*/ 2554138 w 4286641"/>
                  <a:gd name="connsiteY27" fmla="*/ 4664764 h 4876800"/>
                  <a:gd name="connsiteX28" fmla="*/ 2703443 w 4286641"/>
                  <a:gd name="connsiteY28" fmla="*/ 3837832 h 4876800"/>
                  <a:gd name="connsiteX29" fmla="*/ 212036 w 4286641"/>
                  <a:gd name="connsiteY29" fmla="*/ 3837832 h 4876800"/>
                  <a:gd name="connsiteX30" fmla="*/ 212036 w 4286641"/>
                  <a:gd name="connsiteY30" fmla="*/ 1081373 h 4876800"/>
                  <a:gd name="connsiteX31" fmla="*/ 524789 w 4286641"/>
                  <a:gd name="connsiteY31" fmla="*/ 1081373 h 4876800"/>
                  <a:gd name="connsiteX32" fmla="*/ 736816 w 4286641"/>
                  <a:gd name="connsiteY32" fmla="*/ 1081373 h 4876800"/>
                  <a:gd name="connsiteX33" fmla="*/ 2703443 w 4286641"/>
                  <a:gd name="connsiteY33" fmla="*/ 1081373 h 4876800"/>
                  <a:gd name="connsiteX34" fmla="*/ 2703443 w 4286641"/>
                  <a:gd name="connsiteY34" fmla="*/ 1743980 h 4876800"/>
                  <a:gd name="connsiteX35" fmla="*/ 2703452 w 4286641"/>
                  <a:gd name="connsiteY35" fmla="*/ 3175197 h 4876800"/>
                  <a:gd name="connsiteX36" fmla="*/ 2703452 w 4286641"/>
                  <a:gd name="connsiteY36" fmla="*/ 3837832 h 4876800"/>
                  <a:gd name="connsiteX37" fmla="*/ 2703443 w 4286641"/>
                  <a:gd name="connsiteY37" fmla="*/ 3837832 h 4876800"/>
                  <a:gd name="connsiteX0" fmla="*/ 4286641 w 4286641"/>
                  <a:gd name="connsiteY0" fmla="*/ 3069212 h 4876800"/>
                  <a:gd name="connsiteX1" fmla="*/ 2915479 w 4286641"/>
                  <a:gd name="connsiteY1" fmla="*/ 1743989 h 4876800"/>
                  <a:gd name="connsiteX2" fmla="*/ 2915479 w 4286641"/>
                  <a:gd name="connsiteY2" fmla="*/ 361340 h 4876800"/>
                  <a:gd name="connsiteX3" fmla="*/ 2554138 w 4286641"/>
                  <a:gd name="connsiteY3" fmla="*/ 0 h 4876800"/>
                  <a:gd name="connsiteX4" fmla="*/ 361350 w 4286641"/>
                  <a:gd name="connsiteY4" fmla="*/ 0 h 4876800"/>
                  <a:gd name="connsiteX5" fmla="*/ 0 w 4286641"/>
                  <a:gd name="connsiteY5" fmla="*/ 361340 h 4876800"/>
                  <a:gd name="connsiteX6" fmla="*/ 0 w 4286641"/>
                  <a:gd name="connsiteY6" fmla="*/ 4515460 h 4876800"/>
                  <a:gd name="connsiteX7" fmla="*/ 361340 w 4286641"/>
                  <a:gd name="connsiteY7" fmla="*/ 4876800 h 4876800"/>
                  <a:gd name="connsiteX8" fmla="*/ 2554138 w 4286641"/>
                  <a:gd name="connsiteY8" fmla="*/ 4876800 h 4876800"/>
                  <a:gd name="connsiteX9" fmla="*/ 2915488 w 4286641"/>
                  <a:gd name="connsiteY9" fmla="*/ 4515460 h 4876800"/>
                  <a:gd name="connsiteX10" fmla="*/ 2915488 w 4286641"/>
                  <a:gd name="connsiteY10" fmla="*/ 3175225 h 4876800"/>
                  <a:gd name="connsiteX11" fmla="*/ 4180628 w 4286641"/>
                  <a:gd name="connsiteY11" fmla="*/ 3175225 h 4876800"/>
                  <a:gd name="connsiteX12" fmla="*/ 4286641 w 4286641"/>
                  <a:gd name="connsiteY12" fmla="*/ 3069212 h 4876800"/>
                  <a:gd name="connsiteX13" fmla="*/ 361350 w 4286641"/>
                  <a:gd name="connsiteY13" fmla="*/ 212036 h 4876800"/>
                  <a:gd name="connsiteX14" fmla="*/ 2554138 w 4286641"/>
                  <a:gd name="connsiteY14" fmla="*/ 212036 h 4876800"/>
                  <a:gd name="connsiteX15" fmla="*/ 2703452 w 4286641"/>
                  <a:gd name="connsiteY15" fmla="*/ 361340 h 4876800"/>
                  <a:gd name="connsiteX16" fmla="*/ 2703452 w 4286641"/>
                  <a:gd name="connsiteY16" fmla="*/ 869347 h 4876800"/>
                  <a:gd name="connsiteX17" fmla="*/ 212046 w 4286641"/>
                  <a:gd name="connsiteY17" fmla="*/ 869347 h 4876800"/>
                  <a:gd name="connsiteX18" fmla="*/ 212046 w 4286641"/>
                  <a:gd name="connsiteY18" fmla="*/ 361340 h 4876800"/>
                  <a:gd name="connsiteX19" fmla="*/ 361350 w 4286641"/>
                  <a:gd name="connsiteY19" fmla="*/ 212036 h 4876800"/>
                  <a:gd name="connsiteX20" fmla="*/ 2554138 w 4286641"/>
                  <a:gd name="connsiteY20" fmla="*/ 4664764 h 4876800"/>
                  <a:gd name="connsiteX21" fmla="*/ 361350 w 4286641"/>
                  <a:gd name="connsiteY21" fmla="*/ 4664764 h 4876800"/>
                  <a:gd name="connsiteX22" fmla="*/ 212046 w 4286641"/>
                  <a:gd name="connsiteY22" fmla="*/ 4515460 h 4876800"/>
                  <a:gd name="connsiteX23" fmla="*/ 212046 w 4286641"/>
                  <a:gd name="connsiteY23" fmla="*/ 4049859 h 4876800"/>
                  <a:gd name="connsiteX24" fmla="*/ 2703452 w 4286641"/>
                  <a:gd name="connsiteY24" fmla="*/ 4049859 h 4876800"/>
                  <a:gd name="connsiteX25" fmla="*/ 2703452 w 4286641"/>
                  <a:gd name="connsiteY25" fmla="*/ 4515460 h 4876800"/>
                  <a:gd name="connsiteX26" fmla="*/ 2554138 w 4286641"/>
                  <a:gd name="connsiteY26" fmla="*/ 4664764 h 4876800"/>
                  <a:gd name="connsiteX27" fmla="*/ 2703443 w 4286641"/>
                  <a:gd name="connsiteY27" fmla="*/ 3837832 h 4876800"/>
                  <a:gd name="connsiteX28" fmla="*/ 212036 w 4286641"/>
                  <a:gd name="connsiteY28" fmla="*/ 3837832 h 4876800"/>
                  <a:gd name="connsiteX29" fmla="*/ 212036 w 4286641"/>
                  <a:gd name="connsiteY29" fmla="*/ 1081373 h 4876800"/>
                  <a:gd name="connsiteX30" fmla="*/ 524789 w 4286641"/>
                  <a:gd name="connsiteY30" fmla="*/ 1081373 h 4876800"/>
                  <a:gd name="connsiteX31" fmla="*/ 736816 w 4286641"/>
                  <a:gd name="connsiteY31" fmla="*/ 1081373 h 4876800"/>
                  <a:gd name="connsiteX32" fmla="*/ 2703443 w 4286641"/>
                  <a:gd name="connsiteY32" fmla="*/ 1081373 h 4876800"/>
                  <a:gd name="connsiteX33" fmla="*/ 2703443 w 4286641"/>
                  <a:gd name="connsiteY33" fmla="*/ 1743980 h 4876800"/>
                  <a:gd name="connsiteX34" fmla="*/ 2703452 w 4286641"/>
                  <a:gd name="connsiteY34" fmla="*/ 3175197 h 4876800"/>
                  <a:gd name="connsiteX35" fmla="*/ 2703452 w 4286641"/>
                  <a:gd name="connsiteY35" fmla="*/ 3837832 h 4876800"/>
                  <a:gd name="connsiteX36" fmla="*/ 2703443 w 4286641"/>
                  <a:gd name="connsiteY36" fmla="*/ 3837832 h 4876800"/>
                  <a:gd name="connsiteX0" fmla="*/ 4286641 w 4286641"/>
                  <a:gd name="connsiteY0" fmla="*/ 3069212 h 4876800"/>
                  <a:gd name="connsiteX1" fmla="*/ 2915479 w 4286641"/>
                  <a:gd name="connsiteY1" fmla="*/ 1743989 h 4876800"/>
                  <a:gd name="connsiteX2" fmla="*/ 2915479 w 4286641"/>
                  <a:gd name="connsiteY2" fmla="*/ 361340 h 4876800"/>
                  <a:gd name="connsiteX3" fmla="*/ 2554138 w 4286641"/>
                  <a:gd name="connsiteY3" fmla="*/ 0 h 4876800"/>
                  <a:gd name="connsiteX4" fmla="*/ 361350 w 4286641"/>
                  <a:gd name="connsiteY4" fmla="*/ 0 h 4876800"/>
                  <a:gd name="connsiteX5" fmla="*/ 0 w 4286641"/>
                  <a:gd name="connsiteY5" fmla="*/ 361340 h 4876800"/>
                  <a:gd name="connsiteX6" fmla="*/ 0 w 4286641"/>
                  <a:gd name="connsiteY6" fmla="*/ 4515460 h 4876800"/>
                  <a:gd name="connsiteX7" fmla="*/ 361340 w 4286641"/>
                  <a:gd name="connsiteY7" fmla="*/ 4876800 h 4876800"/>
                  <a:gd name="connsiteX8" fmla="*/ 2554138 w 4286641"/>
                  <a:gd name="connsiteY8" fmla="*/ 4876800 h 4876800"/>
                  <a:gd name="connsiteX9" fmla="*/ 2915488 w 4286641"/>
                  <a:gd name="connsiteY9" fmla="*/ 4515460 h 4876800"/>
                  <a:gd name="connsiteX10" fmla="*/ 2915488 w 4286641"/>
                  <a:gd name="connsiteY10" fmla="*/ 3175225 h 4876800"/>
                  <a:gd name="connsiteX11" fmla="*/ 4286641 w 4286641"/>
                  <a:gd name="connsiteY11" fmla="*/ 3069212 h 4876800"/>
                  <a:gd name="connsiteX12" fmla="*/ 361350 w 4286641"/>
                  <a:gd name="connsiteY12" fmla="*/ 212036 h 4876800"/>
                  <a:gd name="connsiteX13" fmla="*/ 2554138 w 4286641"/>
                  <a:gd name="connsiteY13" fmla="*/ 212036 h 4876800"/>
                  <a:gd name="connsiteX14" fmla="*/ 2703452 w 4286641"/>
                  <a:gd name="connsiteY14" fmla="*/ 361340 h 4876800"/>
                  <a:gd name="connsiteX15" fmla="*/ 2703452 w 4286641"/>
                  <a:gd name="connsiteY15" fmla="*/ 869347 h 4876800"/>
                  <a:gd name="connsiteX16" fmla="*/ 212046 w 4286641"/>
                  <a:gd name="connsiteY16" fmla="*/ 869347 h 4876800"/>
                  <a:gd name="connsiteX17" fmla="*/ 212046 w 4286641"/>
                  <a:gd name="connsiteY17" fmla="*/ 361340 h 4876800"/>
                  <a:gd name="connsiteX18" fmla="*/ 361350 w 4286641"/>
                  <a:gd name="connsiteY18" fmla="*/ 212036 h 4876800"/>
                  <a:gd name="connsiteX19" fmla="*/ 2554138 w 4286641"/>
                  <a:gd name="connsiteY19" fmla="*/ 4664764 h 4876800"/>
                  <a:gd name="connsiteX20" fmla="*/ 361350 w 4286641"/>
                  <a:gd name="connsiteY20" fmla="*/ 4664764 h 4876800"/>
                  <a:gd name="connsiteX21" fmla="*/ 212046 w 4286641"/>
                  <a:gd name="connsiteY21" fmla="*/ 4515460 h 4876800"/>
                  <a:gd name="connsiteX22" fmla="*/ 212046 w 4286641"/>
                  <a:gd name="connsiteY22" fmla="*/ 4049859 h 4876800"/>
                  <a:gd name="connsiteX23" fmla="*/ 2703452 w 4286641"/>
                  <a:gd name="connsiteY23" fmla="*/ 4049859 h 4876800"/>
                  <a:gd name="connsiteX24" fmla="*/ 2703452 w 4286641"/>
                  <a:gd name="connsiteY24" fmla="*/ 4515460 h 4876800"/>
                  <a:gd name="connsiteX25" fmla="*/ 2554138 w 4286641"/>
                  <a:gd name="connsiteY25" fmla="*/ 4664764 h 4876800"/>
                  <a:gd name="connsiteX26" fmla="*/ 2703443 w 4286641"/>
                  <a:gd name="connsiteY26" fmla="*/ 3837832 h 4876800"/>
                  <a:gd name="connsiteX27" fmla="*/ 212036 w 4286641"/>
                  <a:gd name="connsiteY27" fmla="*/ 3837832 h 4876800"/>
                  <a:gd name="connsiteX28" fmla="*/ 212036 w 4286641"/>
                  <a:gd name="connsiteY28" fmla="*/ 1081373 h 4876800"/>
                  <a:gd name="connsiteX29" fmla="*/ 524789 w 4286641"/>
                  <a:gd name="connsiteY29" fmla="*/ 1081373 h 4876800"/>
                  <a:gd name="connsiteX30" fmla="*/ 736816 w 4286641"/>
                  <a:gd name="connsiteY30" fmla="*/ 1081373 h 4876800"/>
                  <a:gd name="connsiteX31" fmla="*/ 2703443 w 4286641"/>
                  <a:gd name="connsiteY31" fmla="*/ 1081373 h 4876800"/>
                  <a:gd name="connsiteX32" fmla="*/ 2703443 w 4286641"/>
                  <a:gd name="connsiteY32" fmla="*/ 1743980 h 4876800"/>
                  <a:gd name="connsiteX33" fmla="*/ 2703452 w 4286641"/>
                  <a:gd name="connsiteY33" fmla="*/ 3175197 h 4876800"/>
                  <a:gd name="connsiteX34" fmla="*/ 2703452 w 4286641"/>
                  <a:gd name="connsiteY34" fmla="*/ 3837832 h 4876800"/>
                  <a:gd name="connsiteX35" fmla="*/ 2703443 w 4286641"/>
                  <a:gd name="connsiteY35" fmla="*/ 3837832 h 4876800"/>
                  <a:gd name="connsiteX0" fmla="*/ 2915488 w 2915488"/>
                  <a:gd name="connsiteY0" fmla="*/ 3175225 h 4876800"/>
                  <a:gd name="connsiteX1" fmla="*/ 2915479 w 2915488"/>
                  <a:gd name="connsiteY1" fmla="*/ 1743989 h 4876800"/>
                  <a:gd name="connsiteX2" fmla="*/ 2915479 w 2915488"/>
                  <a:gd name="connsiteY2" fmla="*/ 361340 h 4876800"/>
                  <a:gd name="connsiteX3" fmla="*/ 2554138 w 2915488"/>
                  <a:gd name="connsiteY3" fmla="*/ 0 h 4876800"/>
                  <a:gd name="connsiteX4" fmla="*/ 361350 w 2915488"/>
                  <a:gd name="connsiteY4" fmla="*/ 0 h 4876800"/>
                  <a:gd name="connsiteX5" fmla="*/ 0 w 2915488"/>
                  <a:gd name="connsiteY5" fmla="*/ 361340 h 4876800"/>
                  <a:gd name="connsiteX6" fmla="*/ 0 w 2915488"/>
                  <a:gd name="connsiteY6" fmla="*/ 4515460 h 4876800"/>
                  <a:gd name="connsiteX7" fmla="*/ 361340 w 2915488"/>
                  <a:gd name="connsiteY7" fmla="*/ 4876800 h 4876800"/>
                  <a:gd name="connsiteX8" fmla="*/ 2554138 w 2915488"/>
                  <a:gd name="connsiteY8" fmla="*/ 4876800 h 4876800"/>
                  <a:gd name="connsiteX9" fmla="*/ 2915488 w 2915488"/>
                  <a:gd name="connsiteY9" fmla="*/ 4515460 h 4876800"/>
                  <a:gd name="connsiteX10" fmla="*/ 2915488 w 2915488"/>
                  <a:gd name="connsiteY10" fmla="*/ 3175225 h 4876800"/>
                  <a:gd name="connsiteX11" fmla="*/ 361350 w 2915488"/>
                  <a:gd name="connsiteY11" fmla="*/ 212036 h 4876800"/>
                  <a:gd name="connsiteX12" fmla="*/ 2554138 w 2915488"/>
                  <a:gd name="connsiteY12" fmla="*/ 212036 h 4876800"/>
                  <a:gd name="connsiteX13" fmla="*/ 2703452 w 2915488"/>
                  <a:gd name="connsiteY13" fmla="*/ 361340 h 4876800"/>
                  <a:gd name="connsiteX14" fmla="*/ 2703452 w 2915488"/>
                  <a:gd name="connsiteY14" fmla="*/ 869347 h 4876800"/>
                  <a:gd name="connsiteX15" fmla="*/ 212046 w 2915488"/>
                  <a:gd name="connsiteY15" fmla="*/ 869347 h 4876800"/>
                  <a:gd name="connsiteX16" fmla="*/ 212046 w 2915488"/>
                  <a:gd name="connsiteY16" fmla="*/ 361340 h 4876800"/>
                  <a:gd name="connsiteX17" fmla="*/ 361350 w 2915488"/>
                  <a:gd name="connsiteY17" fmla="*/ 212036 h 4876800"/>
                  <a:gd name="connsiteX18" fmla="*/ 2554138 w 2915488"/>
                  <a:gd name="connsiteY18" fmla="*/ 4664764 h 4876800"/>
                  <a:gd name="connsiteX19" fmla="*/ 361350 w 2915488"/>
                  <a:gd name="connsiteY19" fmla="*/ 4664764 h 4876800"/>
                  <a:gd name="connsiteX20" fmla="*/ 212046 w 2915488"/>
                  <a:gd name="connsiteY20" fmla="*/ 4515460 h 4876800"/>
                  <a:gd name="connsiteX21" fmla="*/ 212046 w 2915488"/>
                  <a:gd name="connsiteY21" fmla="*/ 4049859 h 4876800"/>
                  <a:gd name="connsiteX22" fmla="*/ 2703452 w 2915488"/>
                  <a:gd name="connsiteY22" fmla="*/ 4049859 h 4876800"/>
                  <a:gd name="connsiteX23" fmla="*/ 2703452 w 2915488"/>
                  <a:gd name="connsiteY23" fmla="*/ 4515460 h 4876800"/>
                  <a:gd name="connsiteX24" fmla="*/ 2554138 w 2915488"/>
                  <a:gd name="connsiteY24" fmla="*/ 4664764 h 4876800"/>
                  <a:gd name="connsiteX25" fmla="*/ 2703443 w 2915488"/>
                  <a:gd name="connsiteY25" fmla="*/ 3837832 h 4876800"/>
                  <a:gd name="connsiteX26" fmla="*/ 212036 w 2915488"/>
                  <a:gd name="connsiteY26" fmla="*/ 3837832 h 4876800"/>
                  <a:gd name="connsiteX27" fmla="*/ 212036 w 2915488"/>
                  <a:gd name="connsiteY27" fmla="*/ 1081373 h 4876800"/>
                  <a:gd name="connsiteX28" fmla="*/ 524789 w 2915488"/>
                  <a:gd name="connsiteY28" fmla="*/ 1081373 h 4876800"/>
                  <a:gd name="connsiteX29" fmla="*/ 736816 w 2915488"/>
                  <a:gd name="connsiteY29" fmla="*/ 1081373 h 4876800"/>
                  <a:gd name="connsiteX30" fmla="*/ 2703443 w 2915488"/>
                  <a:gd name="connsiteY30" fmla="*/ 1081373 h 4876800"/>
                  <a:gd name="connsiteX31" fmla="*/ 2703443 w 2915488"/>
                  <a:gd name="connsiteY31" fmla="*/ 1743980 h 4876800"/>
                  <a:gd name="connsiteX32" fmla="*/ 2703452 w 2915488"/>
                  <a:gd name="connsiteY32" fmla="*/ 3175197 h 4876800"/>
                  <a:gd name="connsiteX33" fmla="*/ 2703452 w 2915488"/>
                  <a:gd name="connsiteY33" fmla="*/ 3837832 h 4876800"/>
                  <a:gd name="connsiteX34" fmla="*/ 2703443 w 2915488"/>
                  <a:gd name="connsiteY34" fmla="*/ 3837832 h 48768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</a:cxnLst>
                <a:rect l="l" t="t" r="r" b="b"/>
                <a:pathLst>
                  <a:path w="2915488" h="4876800">
                    <a:moveTo>
                      <a:pt x="2915488" y="3175225"/>
                    </a:moveTo>
                    <a:cubicBezTo>
                      <a:pt x="2915485" y="2698146"/>
                      <a:pt x="2915482" y="2221068"/>
                      <a:pt x="2915479" y="1743989"/>
                    </a:cubicBezTo>
                    <a:lnTo>
                      <a:pt x="2915479" y="361340"/>
                    </a:lnTo>
                    <a:cubicBezTo>
                      <a:pt x="2915479" y="162096"/>
                      <a:pt x="2753382" y="0"/>
                      <a:pt x="2554138" y="0"/>
                    </a:cubicBezTo>
                    <a:lnTo>
                      <a:pt x="361350" y="0"/>
                    </a:lnTo>
                    <a:cubicBezTo>
                      <a:pt x="162116" y="0"/>
                      <a:pt x="0" y="162096"/>
                      <a:pt x="0" y="361340"/>
                    </a:cubicBezTo>
                    <a:lnTo>
                      <a:pt x="0" y="4515460"/>
                    </a:lnTo>
                    <a:cubicBezTo>
                      <a:pt x="0" y="4714694"/>
                      <a:pt x="162096" y="4876800"/>
                      <a:pt x="361340" y="4876800"/>
                    </a:cubicBezTo>
                    <a:lnTo>
                      <a:pt x="2554138" y="4876800"/>
                    </a:lnTo>
                    <a:cubicBezTo>
                      <a:pt x="2753392" y="4876800"/>
                      <a:pt x="2915488" y="4714704"/>
                      <a:pt x="2915488" y="4515460"/>
                    </a:cubicBezTo>
                    <a:lnTo>
                      <a:pt x="2915488" y="3175225"/>
                    </a:lnTo>
                    <a:close/>
                    <a:moveTo>
                      <a:pt x="361350" y="212036"/>
                    </a:moveTo>
                    <a:lnTo>
                      <a:pt x="2554138" y="212036"/>
                    </a:lnTo>
                    <a:cubicBezTo>
                      <a:pt x="2636472" y="212036"/>
                      <a:pt x="2703452" y="279006"/>
                      <a:pt x="2703452" y="361340"/>
                    </a:cubicBezTo>
                    <a:lnTo>
                      <a:pt x="2703452" y="869347"/>
                    </a:lnTo>
                    <a:lnTo>
                      <a:pt x="212046" y="869347"/>
                    </a:lnTo>
                    <a:lnTo>
                      <a:pt x="212046" y="361340"/>
                    </a:lnTo>
                    <a:cubicBezTo>
                      <a:pt x="212036" y="279006"/>
                      <a:pt x="279016" y="212036"/>
                      <a:pt x="361350" y="212036"/>
                    </a:cubicBezTo>
                    <a:close/>
                    <a:moveTo>
                      <a:pt x="2554138" y="4664764"/>
                    </a:moveTo>
                    <a:lnTo>
                      <a:pt x="361350" y="4664764"/>
                    </a:lnTo>
                    <a:cubicBezTo>
                      <a:pt x="279016" y="4664764"/>
                      <a:pt x="212046" y="4597794"/>
                      <a:pt x="212046" y="4515460"/>
                    </a:cubicBezTo>
                    <a:lnTo>
                      <a:pt x="212046" y="4049859"/>
                    </a:lnTo>
                    <a:lnTo>
                      <a:pt x="2703452" y="4049859"/>
                    </a:lnTo>
                    <a:lnTo>
                      <a:pt x="2703452" y="4515460"/>
                    </a:lnTo>
                    <a:cubicBezTo>
                      <a:pt x="2703443" y="4597794"/>
                      <a:pt x="2636463" y="4664764"/>
                      <a:pt x="2554138" y="4664764"/>
                    </a:cubicBezTo>
                    <a:close/>
                    <a:moveTo>
                      <a:pt x="2703443" y="3837832"/>
                    </a:moveTo>
                    <a:lnTo>
                      <a:pt x="212036" y="3837832"/>
                    </a:lnTo>
                    <a:lnTo>
                      <a:pt x="212036" y="1081373"/>
                    </a:lnTo>
                    <a:lnTo>
                      <a:pt x="524789" y="1081373"/>
                    </a:lnTo>
                    <a:lnTo>
                      <a:pt x="736816" y="1081373"/>
                    </a:lnTo>
                    <a:lnTo>
                      <a:pt x="2703443" y="1081373"/>
                    </a:lnTo>
                    <a:lnTo>
                      <a:pt x="2703443" y="1743980"/>
                    </a:lnTo>
                    <a:cubicBezTo>
                      <a:pt x="2703446" y="2221052"/>
                      <a:pt x="2703449" y="2698125"/>
                      <a:pt x="2703452" y="3175197"/>
                    </a:cubicBezTo>
                    <a:lnTo>
                      <a:pt x="2703452" y="3837832"/>
                    </a:lnTo>
                    <a:lnTo>
                      <a:pt x="2703443" y="3837832"/>
                    </a:lnTo>
                    <a:close/>
                  </a:path>
                </a:pathLst>
              </a:custGeom>
              <a:solidFill>
                <a:srgbClr val="231F2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</p:grp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59E7B05-BFFE-2518-73AF-6C2BF099D239}"/>
              </a:ext>
            </a:extLst>
          </p:cNvPr>
          <p:cNvCxnSpPr/>
          <p:nvPr/>
        </p:nvCxnSpPr>
        <p:spPr>
          <a:xfrm>
            <a:off x="2509429" y="2914659"/>
            <a:ext cx="1797978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1316CB67-B622-A647-860D-20F9D7022107}"/>
              </a:ext>
            </a:extLst>
          </p:cNvPr>
          <p:cNvGrpSpPr/>
          <p:nvPr/>
        </p:nvGrpSpPr>
        <p:grpSpPr>
          <a:xfrm>
            <a:off x="4931340" y="1978432"/>
            <a:ext cx="1402948" cy="1774861"/>
            <a:chOff x="4958226" y="2214172"/>
            <a:chExt cx="1402948" cy="1774861"/>
          </a:xfrm>
        </p:grpSpPr>
        <p:pic>
          <p:nvPicPr>
            <p:cNvPr id="20" name="Graphic 19">
              <a:extLst>
                <a:ext uri="{FF2B5EF4-FFF2-40B4-BE49-F238E27FC236}">
                  <a16:creationId xmlns:a16="http://schemas.microsoft.com/office/drawing/2014/main" id="{2228539D-9AA4-17E9-721F-E9436826EE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995292" y="2214172"/>
              <a:ext cx="1328802" cy="1328800"/>
            </a:xfrm>
            <a:prstGeom prst="rect">
              <a:avLst/>
            </a:prstGeom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FC00DDC-4BB9-8756-B276-59EAEB9ECDA9}"/>
                </a:ext>
              </a:extLst>
            </p:cNvPr>
            <p:cNvSpPr txBox="1"/>
            <p:nvPr/>
          </p:nvSpPr>
          <p:spPr>
            <a:xfrm>
              <a:off x="4958226" y="3619701"/>
              <a:ext cx="140294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i="1" dirty="0">
                  <a:solidFill>
                    <a:schemeClr val="accent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edge server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F544ED39-BD18-BCEB-65A3-065BB9BEC27D}"/>
              </a:ext>
            </a:extLst>
          </p:cNvPr>
          <p:cNvGrpSpPr/>
          <p:nvPr/>
        </p:nvGrpSpPr>
        <p:grpSpPr>
          <a:xfrm>
            <a:off x="9451711" y="1842314"/>
            <a:ext cx="2426243" cy="1427380"/>
            <a:chOff x="2666999" y="107337"/>
            <a:chExt cx="6858000" cy="4034620"/>
          </a:xfrm>
        </p:grpSpPr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6BFA48DE-1E33-8479-F8A0-4BCCE6FF7E90}"/>
                </a:ext>
              </a:extLst>
            </p:cNvPr>
            <p:cNvSpPr/>
            <p:nvPr/>
          </p:nvSpPr>
          <p:spPr>
            <a:xfrm>
              <a:off x="2827814" y="380632"/>
              <a:ext cx="6536370" cy="3712990"/>
            </a:xfrm>
            <a:custGeom>
              <a:avLst/>
              <a:gdLst>
                <a:gd name="connsiteX0" fmla="*/ 6536371 w 6536370"/>
                <a:gd name="connsiteY0" fmla="*/ 2547104 h 3712990"/>
                <a:gd name="connsiteX1" fmla="*/ 5370484 w 6536370"/>
                <a:gd name="connsiteY1" fmla="*/ 3712991 h 3712990"/>
                <a:gd name="connsiteX2" fmla="*/ 1165887 w 6536370"/>
                <a:gd name="connsiteY2" fmla="*/ 3712991 h 3712990"/>
                <a:gd name="connsiteX3" fmla="*/ 0 w 6536370"/>
                <a:gd name="connsiteY3" fmla="*/ 2547104 h 3712990"/>
                <a:gd name="connsiteX4" fmla="*/ 1165887 w 6536370"/>
                <a:gd name="connsiteY4" fmla="*/ 1381217 h 3712990"/>
                <a:gd name="connsiteX5" fmla="*/ 1594780 w 6536370"/>
                <a:gd name="connsiteY5" fmla="*/ 1462589 h 3712990"/>
                <a:gd name="connsiteX6" fmla="*/ 3268185 w 6536370"/>
                <a:gd name="connsiteY6" fmla="*/ 0 h 3712990"/>
                <a:gd name="connsiteX7" fmla="*/ 4941591 w 6536370"/>
                <a:gd name="connsiteY7" fmla="*/ 1462589 h 3712990"/>
                <a:gd name="connsiteX8" fmla="*/ 5370484 w 6536370"/>
                <a:gd name="connsiteY8" fmla="*/ 1381217 h 3712990"/>
                <a:gd name="connsiteX9" fmla="*/ 6536371 w 6536370"/>
                <a:gd name="connsiteY9" fmla="*/ 2547104 h 37129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536370" h="3712990">
                  <a:moveTo>
                    <a:pt x="6536371" y="2547104"/>
                  </a:moveTo>
                  <a:cubicBezTo>
                    <a:pt x="6536371" y="3190993"/>
                    <a:pt x="6014373" y="3712991"/>
                    <a:pt x="5370484" y="3712991"/>
                  </a:cubicBezTo>
                  <a:lnTo>
                    <a:pt x="1165887" y="3712991"/>
                  </a:lnTo>
                  <a:cubicBezTo>
                    <a:pt x="521998" y="3712991"/>
                    <a:pt x="0" y="3190993"/>
                    <a:pt x="0" y="2547104"/>
                  </a:cubicBezTo>
                  <a:cubicBezTo>
                    <a:pt x="0" y="1903216"/>
                    <a:pt x="521998" y="1381217"/>
                    <a:pt x="1165887" y="1381217"/>
                  </a:cubicBezTo>
                  <a:cubicBezTo>
                    <a:pt x="1317366" y="1381217"/>
                    <a:pt x="1461946" y="1410163"/>
                    <a:pt x="1594780" y="1462589"/>
                  </a:cubicBezTo>
                  <a:cubicBezTo>
                    <a:pt x="1705084" y="636816"/>
                    <a:pt x="2412342" y="0"/>
                    <a:pt x="3268185" y="0"/>
                  </a:cubicBezTo>
                  <a:cubicBezTo>
                    <a:pt x="4124029" y="0"/>
                    <a:pt x="4831287" y="636816"/>
                    <a:pt x="4941591" y="1462589"/>
                  </a:cubicBezTo>
                  <a:cubicBezTo>
                    <a:pt x="5074425" y="1410163"/>
                    <a:pt x="5218992" y="1381217"/>
                    <a:pt x="5370484" y="1381217"/>
                  </a:cubicBezTo>
                  <a:cubicBezTo>
                    <a:pt x="6014373" y="1381217"/>
                    <a:pt x="6536371" y="1903216"/>
                    <a:pt x="6536371" y="2547104"/>
                  </a:cubicBezTo>
                  <a:close/>
                </a:path>
              </a:pathLst>
            </a:custGeom>
            <a:solidFill>
              <a:srgbClr val="2196F3"/>
            </a:solidFill>
            <a:ln w="1339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4A79E8FA-BAAB-C353-5592-B9FBB0D12BBA}"/>
                </a:ext>
              </a:extLst>
            </p:cNvPr>
            <p:cNvSpPr/>
            <p:nvPr/>
          </p:nvSpPr>
          <p:spPr>
            <a:xfrm>
              <a:off x="7844743" y="2244293"/>
              <a:ext cx="1037024" cy="844270"/>
            </a:xfrm>
            <a:custGeom>
              <a:avLst/>
              <a:gdLst>
                <a:gd name="connsiteX0" fmla="*/ 353555 w 1037024"/>
                <a:gd name="connsiteY0" fmla="*/ 0 h 844270"/>
                <a:gd name="connsiteX1" fmla="*/ 101805 w 1037024"/>
                <a:gd name="connsiteY1" fmla="*/ 47685 h 844270"/>
                <a:gd name="connsiteX2" fmla="*/ 11271 w 1037024"/>
                <a:gd name="connsiteY2" fmla="*/ 256318 h 844270"/>
                <a:gd name="connsiteX3" fmla="*/ 219904 w 1037024"/>
                <a:gd name="connsiteY3" fmla="*/ 346851 h 844270"/>
                <a:gd name="connsiteX4" fmla="*/ 353569 w 1037024"/>
                <a:gd name="connsiteY4" fmla="*/ 321630 h 844270"/>
                <a:gd name="connsiteX5" fmla="*/ 715395 w 1037024"/>
                <a:gd name="connsiteY5" fmla="*/ 683456 h 844270"/>
                <a:gd name="connsiteX6" fmla="*/ 876210 w 1037024"/>
                <a:gd name="connsiteY6" fmla="*/ 844271 h 844270"/>
                <a:gd name="connsiteX7" fmla="*/ 1037024 w 1037024"/>
                <a:gd name="connsiteY7" fmla="*/ 683456 h 844270"/>
                <a:gd name="connsiteX8" fmla="*/ 353555 w 1037024"/>
                <a:gd name="connsiteY8" fmla="*/ 0 h 844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37024" h="844270">
                  <a:moveTo>
                    <a:pt x="353555" y="0"/>
                  </a:moveTo>
                  <a:cubicBezTo>
                    <a:pt x="266651" y="0"/>
                    <a:pt x="181958" y="16047"/>
                    <a:pt x="101805" y="47685"/>
                  </a:cubicBezTo>
                  <a:cubicBezTo>
                    <a:pt x="19201" y="80300"/>
                    <a:pt x="-21331" y="173714"/>
                    <a:pt x="11271" y="256318"/>
                  </a:cubicBezTo>
                  <a:cubicBezTo>
                    <a:pt x="43901" y="338922"/>
                    <a:pt x="137301" y="379440"/>
                    <a:pt x="219904" y="346851"/>
                  </a:cubicBezTo>
                  <a:cubicBezTo>
                    <a:pt x="262298" y="330108"/>
                    <a:pt x="307264" y="321630"/>
                    <a:pt x="353569" y="321630"/>
                  </a:cubicBezTo>
                  <a:cubicBezTo>
                    <a:pt x="553067" y="321630"/>
                    <a:pt x="715395" y="483958"/>
                    <a:pt x="715395" y="683456"/>
                  </a:cubicBezTo>
                  <a:cubicBezTo>
                    <a:pt x="715395" y="772262"/>
                    <a:pt x="787404" y="844271"/>
                    <a:pt x="876210" y="844271"/>
                  </a:cubicBezTo>
                  <a:cubicBezTo>
                    <a:pt x="965015" y="844271"/>
                    <a:pt x="1037024" y="772262"/>
                    <a:pt x="1037024" y="683456"/>
                  </a:cubicBezTo>
                  <a:cubicBezTo>
                    <a:pt x="1037011" y="306588"/>
                    <a:pt x="730424" y="0"/>
                    <a:pt x="353555" y="0"/>
                  </a:cubicBezTo>
                  <a:close/>
                </a:path>
              </a:pathLst>
            </a:custGeom>
            <a:solidFill>
              <a:srgbClr val="231F20"/>
            </a:solidFill>
            <a:ln w="1339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F8C591BF-2503-D8E0-11C4-FD68543B5595}"/>
                </a:ext>
              </a:extLst>
            </p:cNvPr>
            <p:cNvSpPr/>
            <p:nvPr/>
          </p:nvSpPr>
          <p:spPr>
            <a:xfrm>
              <a:off x="5935185" y="863076"/>
              <a:ext cx="1357480" cy="1226135"/>
            </a:xfrm>
            <a:custGeom>
              <a:avLst/>
              <a:gdLst>
                <a:gd name="connsiteX0" fmla="*/ 160815 w 1357480"/>
                <a:gd name="connsiteY0" fmla="*/ 0 h 1226135"/>
                <a:gd name="connsiteX1" fmla="*/ 0 w 1357480"/>
                <a:gd name="connsiteY1" fmla="*/ 160815 h 1226135"/>
                <a:gd name="connsiteX2" fmla="*/ 160815 w 1357480"/>
                <a:gd name="connsiteY2" fmla="*/ 321616 h 1226135"/>
                <a:gd name="connsiteX3" fmla="*/ 1037246 w 1357480"/>
                <a:gd name="connsiteY3" fmla="*/ 1086605 h 1226135"/>
                <a:gd name="connsiteX4" fmla="*/ 1196440 w 1357480"/>
                <a:gd name="connsiteY4" fmla="*/ 1226136 h 1226135"/>
                <a:gd name="connsiteX5" fmla="*/ 1217938 w 1357480"/>
                <a:gd name="connsiteY5" fmla="*/ 1224702 h 1226135"/>
                <a:gd name="connsiteX6" fmla="*/ 1356049 w 1357480"/>
                <a:gd name="connsiteY6" fmla="*/ 1044010 h 1226135"/>
                <a:gd name="connsiteX7" fmla="*/ 160815 w 1357480"/>
                <a:gd name="connsiteY7" fmla="*/ 0 h 12261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57480" h="1226135">
                  <a:moveTo>
                    <a:pt x="160815" y="0"/>
                  </a:moveTo>
                  <a:cubicBezTo>
                    <a:pt x="72009" y="0"/>
                    <a:pt x="0" y="72009"/>
                    <a:pt x="0" y="160815"/>
                  </a:cubicBezTo>
                  <a:cubicBezTo>
                    <a:pt x="0" y="249621"/>
                    <a:pt x="72009" y="321616"/>
                    <a:pt x="160815" y="321616"/>
                  </a:cubicBezTo>
                  <a:cubicBezTo>
                    <a:pt x="602191" y="321616"/>
                    <a:pt x="978979" y="650492"/>
                    <a:pt x="1037246" y="1086605"/>
                  </a:cubicBezTo>
                  <a:cubicBezTo>
                    <a:pt x="1048055" y="1167414"/>
                    <a:pt x="1117091" y="1226136"/>
                    <a:pt x="1196440" y="1226136"/>
                  </a:cubicBezTo>
                  <a:cubicBezTo>
                    <a:pt x="1203526" y="1226136"/>
                    <a:pt x="1210718" y="1225667"/>
                    <a:pt x="1217938" y="1224702"/>
                  </a:cubicBezTo>
                  <a:cubicBezTo>
                    <a:pt x="1305980" y="1212942"/>
                    <a:pt x="1367796" y="1132026"/>
                    <a:pt x="1356049" y="1044010"/>
                  </a:cubicBezTo>
                  <a:cubicBezTo>
                    <a:pt x="1276512" y="448824"/>
                    <a:pt x="762684" y="0"/>
                    <a:pt x="160815" y="0"/>
                  </a:cubicBezTo>
                  <a:close/>
                </a:path>
              </a:pathLst>
            </a:custGeom>
            <a:solidFill>
              <a:srgbClr val="231F20"/>
            </a:solidFill>
            <a:ln w="1339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A9DA0694-6198-5747-C7EB-11A401D8DD5E}"/>
                </a:ext>
              </a:extLst>
            </p:cNvPr>
            <p:cNvSpPr/>
            <p:nvPr/>
          </p:nvSpPr>
          <p:spPr>
            <a:xfrm>
              <a:off x="5247477" y="1036784"/>
              <a:ext cx="433395" cy="406784"/>
            </a:xfrm>
            <a:custGeom>
              <a:avLst/>
              <a:gdLst>
                <a:gd name="connsiteX0" fmla="*/ 183833 w 433395"/>
                <a:gd name="connsiteY0" fmla="*/ 26687 h 406784"/>
                <a:gd name="connsiteX1" fmla="*/ 55017 w 433395"/>
                <a:gd name="connsiteY1" fmla="*/ 124869 h 406784"/>
                <a:gd name="connsiteX2" fmla="*/ 39707 w 433395"/>
                <a:gd name="connsiteY2" fmla="*/ 351773 h 406784"/>
                <a:gd name="connsiteX3" fmla="*/ 160874 w 433395"/>
                <a:gd name="connsiteY3" fmla="*/ 406784 h 406784"/>
                <a:gd name="connsiteX4" fmla="*/ 266611 w 433395"/>
                <a:gd name="connsiteY4" fmla="*/ 367083 h 406784"/>
                <a:gd name="connsiteX5" fmla="*/ 361310 w 433395"/>
                <a:gd name="connsiteY5" fmla="*/ 294913 h 406784"/>
                <a:gd name="connsiteX6" fmla="*/ 406677 w 433395"/>
                <a:gd name="connsiteY6" fmla="*/ 72055 h 406784"/>
                <a:gd name="connsiteX7" fmla="*/ 183833 w 433395"/>
                <a:gd name="connsiteY7" fmla="*/ 26687 h 4067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33395" h="406784">
                  <a:moveTo>
                    <a:pt x="183833" y="26687"/>
                  </a:moveTo>
                  <a:cubicBezTo>
                    <a:pt x="138921" y="56423"/>
                    <a:pt x="95589" y="89441"/>
                    <a:pt x="55017" y="124869"/>
                  </a:cubicBezTo>
                  <a:cubicBezTo>
                    <a:pt x="-11862" y="183310"/>
                    <a:pt x="-18733" y="284894"/>
                    <a:pt x="39707" y="351773"/>
                  </a:cubicBezTo>
                  <a:cubicBezTo>
                    <a:pt x="71519" y="388179"/>
                    <a:pt x="116083" y="406784"/>
                    <a:pt x="160874" y="406784"/>
                  </a:cubicBezTo>
                  <a:cubicBezTo>
                    <a:pt x="198406" y="406784"/>
                    <a:pt x="236125" y="393711"/>
                    <a:pt x="266611" y="367083"/>
                  </a:cubicBezTo>
                  <a:cubicBezTo>
                    <a:pt x="296427" y="341044"/>
                    <a:pt x="328279" y="316746"/>
                    <a:pt x="361310" y="294913"/>
                  </a:cubicBezTo>
                  <a:cubicBezTo>
                    <a:pt x="435368" y="245902"/>
                    <a:pt x="455688" y="146113"/>
                    <a:pt x="406677" y="72055"/>
                  </a:cubicBezTo>
                  <a:cubicBezTo>
                    <a:pt x="357680" y="-1977"/>
                    <a:pt x="257918" y="-22270"/>
                    <a:pt x="183833" y="26687"/>
                  </a:cubicBezTo>
                  <a:close/>
                </a:path>
              </a:pathLst>
            </a:custGeom>
            <a:solidFill>
              <a:srgbClr val="231F20"/>
            </a:solidFill>
            <a:ln w="1339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0A77A380-D184-101C-AFB8-B03BC504E3B2}"/>
                </a:ext>
              </a:extLst>
            </p:cNvPr>
            <p:cNvSpPr/>
            <p:nvPr/>
          </p:nvSpPr>
          <p:spPr>
            <a:xfrm>
              <a:off x="2666999" y="107337"/>
              <a:ext cx="6858000" cy="4034620"/>
            </a:xfrm>
            <a:custGeom>
              <a:avLst/>
              <a:gdLst>
                <a:gd name="connsiteX0" fmla="*/ 5531299 w 6858000"/>
                <a:gd name="connsiteY0" fmla="*/ 1381217 h 6418364"/>
                <a:gd name="connsiteX1" fmla="*/ 5227189 w 6858000"/>
                <a:gd name="connsiteY1" fmla="*/ 1416257 h 6418364"/>
                <a:gd name="connsiteX2" fmla="*/ 3429000 w 6858000"/>
                <a:gd name="connsiteY2" fmla="*/ 0 h 6418364"/>
                <a:gd name="connsiteX3" fmla="*/ 1630824 w 6858000"/>
                <a:gd name="connsiteY3" fmla="*/ 1416244 h 6418364"/>
                <a:gd name="connsiteX4" fmla="*/ 1326702 w 6858000"/>
                <a:gd name="connsiteY4" fmla="*/ 1381204 h 6418364"/>
                <a:gd name="connsiteX5" fmla="*/ 0 w 6858000"/>
                <a:gd name="connsiteY5" fmla="*/ 2707906 h 6418364"/>
                <a:gd name="connsiteX6" fmla="*/ 1326702 w 6858000"/>
                <a:gd name="connsiteY6" fmla="*/ 4034607 h 6418364"/>
                <a:gd name="connsiteX7" fmla="*/ 2906921 w 6858000"/>
                <a:gd name="connsiteY7" fmla="*/ 4034607 h 6418364"/>
                <a:gd name="connsiteX8" fmla="*/ 2906921 w 6858000"/>
                <a:gd name="connsiteY8" fmla="*/ 6257550 h 6418364"/>
                <a:gd name="connsiteX9" fmla="*/ 3067736 w 6858000"/>
                <a:gd name="connsiteY9" fmla="*/ 6418365 h 6418364"/>
                <a:gd name="connsiteX10" fmla="*/ 3791389 w 6858000"/>
                <a:gd name="connsiteY10" fmla="*/ 6418365 h 6418364"/>
                <a:gd name="connsiteX11" fmla="*/ 3952204 w 6858000"/>
                <a:gd name="connsiteY11" fmla="*/ 6257550 h 6418364"/>
                <a:gd name="connsiteX12" fmla="*/ 3952204 w 6858000"/>
                <a:gd name="connsiteY12" fmla="*/ 4034620 h 6418364"/>
                <a:gd name="connsiteX13" fmla="*/ 5531299 w 6858000"/>
                <a:gd name="connsiteY13" fmla="*/ 4034620 h 6418364"/>
                <a:gd name="connsiteX14" fmla="*/ 6858000 w 6858000"/>
                <a:gd name="connsiteY14" fmla="*/ 2707919 h 6418364"/>
                <a:gd name="connsiteX15" fmla="*/ 5531299 w 6858000"/>
                <a:gd name="connsiteY15" fmla="*/ 1381217 h 6418364"/>
                <a:gd name="connsiteX16" fmla="*/ 3630575 w 6858000"/>
                <a:gd name="connsiteY16" fmla="*/ 2960915 h 6418364"/>
                <a:gd name="connsiteX17" fmla="*/ 3630575 w 6858000"/>
                <a:gd name="connsiteY17" fmla="*/ 6096749 h 6418364"/>
                <a:gd name="connsiteX18" fmla="*/ 3228538 w 6858000"/>
                <a:gd name="connsiteY18" fmla="*/ 6096749 h 6418364"/>
                <a:gd name="connsiteX19" fmla="*/ 3228538 w 6858000"/>
                <a:gd name="connsiteY19" fmla="*/ 2960915 h 6418364"/>
                <a:gd name="connsiteX20" fmla="*/ 3067723 w 6858000"/>
                <a:gd name="connsiteY20" fmla="*/ 2800100 h 6418364"/>
                <a:gd name="connsiteX21" fmla="*/ 2965241 w 6858000"/>
                <a:gd name="connsiteY21" fmla="*/ 2800100 h 6418364"/>
                <a:gd name="connsiteX22" fmla="*/ 3429549 w 6858000"/>
                <a:gd name="connsiteY22" fmla="*/ 2233619 h 6418364"/>
                <a:gd name="connsiteX23" fmla="*/ 3893857 w 6858000"/>
                <a:gd name="connsiteY23" fmla="*/ 2800100 h 6418364"/>
                <a:gd name="connsiteX24" fmla="*/ 3791376 w 6858000"/>
                <a:gd name="connsiteY24" fmla="*/ 2800100 h 6418364"/>
                <a:gd name="connsiteX25" fmla="*/ 3630575 w 6858000"/>
                <a:gd name="connsiteY25" fmla="*/ 2960915 h 6418364"/>
                <a:gd name="connsiteX26" fmla="*/ 5531299 w 6858000"/>
                <a:gd name="connsiteY26" fmla="*/ 3713005 h 6418364"/>
                <a:gd name="connsiteX27" fmla="*/ 3952204 w 6858000"/>
                <a:gd name="connsiteY27" fmla="*/ 3713005 h 6418364"/>
                <a:gd name="connsiteX28" fmla="*/ 3952204 w 6858000"/>
                <a:gd name="connsiteY28" fmla="*/ 3121729 h 6418364"/>
                <a:gd name="connsiteX29" fmla="*/ 4233623 w 6858000"/>
                <a:gd name="connsiteY29" fmla="*/ 3121729 h 6418364"/>
                <a:gd name="connsiteX30" fmla="*/ 4378981 w 6858000"/>
                <a:gd name="connsiteY30" fmla="*/ 3029709 h 6418364"/>
                <a:gd name="connsiteX31" fmla="*/ 4357991 w 6858000"/>
                <a:gd name="connsiteY31" fmla="*/ 2858969 h 6418364"/>
                <a:gd name="connsiteX32" fmla="*/ 3553931 w 6858000"/>
                <a:gd name="connsiteY32" fmla="*/ 1878021 h 6418364"/>
                <a:gd name="connsiteX33" fmla="*/ 3429563 w 6858000"/>
                <a:gd name="connsiteY33" fmla="*/ 1819152 h 6418364"/>
                <a:gd name="connsiteX34" fmla="*/ 3305195 w 6858000"/>
                <a:gd name="connsiteY34" fmla="*/ 1878021 h 6418364"/>
                <a:gd name="connsiteX35" fmla="*/ 2501134 w 6858000"/>
                <a:gd name="connsiteY35" fmla="*/ 2858969 h 6418364"/>
                <a:gd name="connsiteX36" fmla="*/ 2480145 w 6858000"/>
                <a:gd name="connsiteY36" fmla="*/ 3029709 h 6418364"/>
                <a:gd name="connsiteX37" fmla="*/ 2625502 w 6858000"/>
                <a:gd name="connsiteY37" fmla="*/ 3121729 h 6418364"/>
                <a:gd name="connsiteX38" fmla="*/ 2906921 w 6858000"/>
                <a:gd name="connsiteY38" fmla="*/ 3121729 h 6418364"/>
                <a:gd name="connsiteX39" fmla="*/ 2906921 w 6858000"/>
                <a:gd name="connsiteY39" fmla="*/ 3713005 h 6418364"/>
                <a:gd name="connsiteX40" fmla="*/ 1326702 w 6858000"/>
                <a:gd name="connsiteY40" fmla="*/ 3713005 h 6418364"/>
                <a:gd name="connsiteX41" fmla="*/ 321629 w 6858000"/>
                <a:gd name="connsiteY41" fmla="*/ 2707932 h 6418364"/>
                <a:gd name="connsiteX42" fmla="*/ 1326702 w 6858000"/>
                <a:gd name="connsiteY42" fmla="*/ 1702860 h 6418364"/>
                <a:gd name="connsiteX43" fmla="*/ 1696538 w 6858000"/>
                <a:gd name="connsiteY43" fmla="*/ 1773007 h 6418364"/>
                <a:gd name="connsiteX44" fmla="*/ 1837006 w 6858000"/>
                <a:gd name="connsiteY44" fmla="*/ 1762091 h 6418364"/>
                <a:gd name="connsiteX45" fmla="*/ 1914989 w 6858000"/>
                <a:gd name="connsiteY45" fmla="*/ 1644715 h 6418364"/>
                <a:gd name="connsiteX46" fmla="*/ 3429000 w 6858000"/>
                <a:gd name="connsiteY46" fmla="*/ 321630 h 6418364"/>
                <a:gd name="connsiteX47" fmla="*/ 4942998 w 6858000"/>
                <a:gd name="connsiteY47" fmla="*/ 1644701 h 6418364"/>
                <a:gd name="connsiteX48" fmla="*/ 5020954 w 6858000"/>
                <a:gd name="connsiteY48" fmla="*/ 1762077 h 6418364"/>
                <a:gd name="connsiteX49" fmla="*/ 5161435 w 6858000"/>
                <a:gd name="connsiteY49" fmla="*/ 1772994 h 6418364"/>
                <a:gd name="connsiteX50" fmla="*/ 5531272 w 6858000"/>
                <a:gd name="connsiteY50" fmla="*/ 1702847 h 6418364"/>
                <a:gd name="connsiteX51" fmla="*/ 6536344 w 6858000"/>
                <a:gd name="connsiteY51" fmla="*/ 2707919 h 6418364"/>
                <a:gd name="connsiteX52" fmla="*/ 5531299 w 6858000"/>
                <a:gd name="connsiteY52" fmla="*/ 3713005 h 6418364"/>
                <a:gd name="connsiteX0" fmla="*/ 5531299 w 6858000"/>
                <a:gd name="connsiteY0" fmla="*/ 1381217 h 6418365"/>
                <a:gd name="connsiteX1" fmla="*/ 5227189 w 6858000"/>
                <a:gd name="connsiteY1" fmla="*/ 1416257 h 6418365"/>
                <a:gd name="connsiteX2" fmla="*/ 3429000 w 6858000"/>
                <a:gd name="connsiteY2" fmla="*/ 0 h 6418365"/>
                <a:gd name="connsiteX3" fmla="*/ 1630824 w 6858000"/>
                <a:gd name="connsiteY3" fmla="*/ 1416244 h 6418365"/>
                <a:gd name="connsiteX4" fmla="*/ 1326702 w 6858000"/>
                <a:gd name="connsiteY4" fmla="*/ 1381204 h 6418365"/>
                <a:gd name="connsiteX5" fmla="*/ 0 w 6858000"/>
                <a:gd name="connsiteY5" fmla="*/ 2707906 h 6418365"/>
                <a:gd name="connsiteX6" fmla="*/ 1326702 w 6858000"/>
                <a:gd name="connsiteY6" fmla="*/ 4034607 h 6418365"/>
                <a:gd name="connsiteX7" fmla="*/ 2906921 w 6858000"/>
                <a:gd name="connsiteY7" fmla="*/ 4034607 h 6418365"/>
                <a:gd name="connsiteX8" fmla="*/ 2906921 w 6858000"/>
                <a:gd name="connsiteY8" fmla="*/ 6257550 h 6418365"/>
                <a:gd name="connsiteX9" fmla="*/ 3067736 w 6858000"/>
                <a:gd name="connsiteY9" fmla="*/ 6418365 h 6418365"/>
                <a:gd name="connsiteX10" fmla="*/ 3791389 w 6858000"/>
                <a:gd name="connsiteY10" fmla="*/ 6418365 h 6418365"/>
                <a:gd name="connsiteX11" fmla="*/ 3952204 w 6858000"/>
                <a:gd name="connsiteY11" fmla="*/ 6257550 h 6418365"/>
                <a:gd name="connsiteX12" fmla="*/ 3952204 w 6858000"/>
                <a:gd name="connsiteY12" fmla="*/ 4034620 h 6418365"/>
                <a:gd name="connsiteX13" fmla="*/ 5531299 w 6858000"/>
                <a:gd name="connsiteY13" fmla="*/ 4034620 h 6418365"/>
                <a:gd name="connsiteX14" fmla="*/ 6858000 w 6858000"/>
                <a:gd name="connsiteY14" fmla="*/ 2707919 h 6418365"/>
                <a:gd name="connsiteX15" fmla="*/ 5531299 w 6858000"/>
                <a:gd name="connsiteY15" fmla="*/ 1381217 h 6418365"/>
                <a:gd name="connsiteX16" fmla="*/ 3630575 w 6858000"/>
                <a:gd name="connsiteY16" fmla="*/ 2960915 h 6418365"/>
                <a:gd name="connsiteX17" fmla="*/ 3630575 w 6858000"/>
                <a:gd name="connsiteY17" fmla="*/ 6096749 h 6418365"/>
                <a:gd name="connsiteX18" fmla="*/ 3228538 w 6858000"/>
                <a:gd name="connsiteY18" fmla="*/ 2960915 h 6418365"/>
                <a:gd name="connsiteX19" fmla="*/ 3067723 w 6858000"/>
                <a:gd name="connsiteY19" fmla="*/ 2800100 h 6418365"/>
                <a:gd name="connsiteX20" fmla="*/ 2965241 w 6858000"/>
                <a:gd name="connsiteY20" fmla="*/ 2800100 h 6418365"/>
                <a:gd name="connsiteX21" fmla="*/ 3429549 w 6858000"/>
                <a:gd name="connsiteY21" fmla="*/ 2233619 h 6418365"/>
                <a:gd name="connsiteX22" fmla="*/ 3893857 w 6858000"/>
                <a:gd name="connsiteY22" fmla="*/ 2800100 h 6418365"/>
                <a:gd name="connsiteX23" fmla="*/ 3791376 w 6858000"/>
                <a:gd name="connsiteY23" fmla="*/ 2800100 h 6418365"/>
                <a:gd name="connsiteX24" fmla="*/ 3630575 w 6858000"/>
                <a:gd name="connsiteY24" fmla="*/ 2960915 h 6418365"/>
                <a:gd name="connsiteX25" fmla="*/ 5531299 w 6858000"/>
                <a:gd name="connsiteY25" fmla="*/ 3713005 h 6418365"/>
                <a:gd name="connsiteX26" fmla="*/ 3952204 w 6858000"/>
                <a:gd name="connsiteY26" fmla="*/ 3713005 h 6418365"/>
                <a:gd name="connsiteX27" fmla="*/ 3952204 w 6858000"/>
                <a:gd name="connsiteY27" fmla="*/ 3121729 h 6418365"/>
                <a:gd name="connsiteX28" fmla="*/ 4233623 w 6858000"/>
                <a:gd name="connsiteY28" fmla="*/ 3121729 h 6418365"/>
                <a:gd name="connsiteX29" fmla="*/ 4378981 w 6858000"/>
                <a:gd name="connsiteY29" fmla="*/ 3029709 h 6418365"/>
                <a:gd name="connsiteX30" fmla="*/ 4357991 w 6858000"/>
                <a:gd name="connsiteY30" fmla="*/ 2858969 h 6418365"/>
                <a:gd name="connsiteX31" fmla="*/ 3553931 w 6858000"/>
                <a:gd name="connsiteY31" fmla="*/ 1878021 h 6418365"/>
                <a:gd name="connsiteX32" fmla="*/ 3429563 w 6858000"/>
                <a:gd name="connsiteY32" fmla="*/ 1819152 h 6418365"/>
                <a:gd name="connsiteX33" fmla="*/ 3305195 w 6858000"/>
                <a:gd name="connsiteY33" fmla="*/ 1878021 h 6418365"/>
                <a:gd name="connsiteX34" fmla="*/ 2501134 w 6858000"/>
                <a:gd name="connsiteY34" fmla="*/ 2858969 h 6418365"/>
                <a:gd name="connsiteX35" fmla="*/ 2480145 w 6858000"/>
                <a:gd name="connsiteY35" fmla="*/ 3029709 h 6418365"/>
                <a:gd name="connsiteX36" fmla="*/ 2625502 w 6858000"/>
                <a:gd name="connsiteY36" fmla="*/ 3121729 h 6418365"/>
                <a:gd name="connsiteX37" fmla="*/ 2906921 w 6858000"/>
                <a:gd name="connsiteY37" fmla="*/ 3121729 h 6418365"/>
                <a:gd name="connsiteX38" fmla="*/ 2906921 w 6858000"/>
                <a:gd name="connsiteY38" fmla="*/ 3713005 h 6418365"/>
                <a:gd name="connsiteX39" fmla="*/ 1326702 w 6858000"/>
                <a:gd name="connsiteY39" fmla="*/ 3713005 h 6418365"/>
                <a:gd name="connsiteX40" fmla="*/ 321629 w 6858000"/>
                <a:gd name="connsiteY40" fmla="*/ 2707932 h 6418365"/>
                <a:gd name="connsiteX41" fmla="*/ 1326702 w 6858000"/>
                <a:gd name="connsiteY41" fmla="*/ 1702860 h 6418365"/>
                <a:gd name="connsiteX42" fmla="*/ 1696538 w 6858000"/>
                <a:gd name="connsiteY42" fmla="*/ 1773007 h 6418365"/>
                <a:gd name="connsiteX43" fmla="*/ 1837006 w 6858000"/>
                <a:gd name="connsiteY43" fmla="*/ 1762091 h 6418365"/>
                <a:gd name="connsiteX44" fmla="*/ 1914989 w 6858000"/>
                <a:gd name="connsiteY44" fmla="*/ 1644715 h 6418365"/>
                <a:gd name="connsiteX45" fmla="*/ 3429000 w 6858000"/>
                <a:gd name="connsiteY45" fmla="*/ 321630 h 6418365"/>
                <a:gd name="connsiteX46" fmla="*/ 4942998 w 6858000"/>
                <a:gd name="connsiteY46" fmla="*/ 1644701 h 6418365"/>
                <a:gd name="connsiteX47" fmla="*/ 5020954 w 6858000"/>
                <a:gd name="connsiteY47" fmla="*/ 1762077 h 6418365"/>
                <a:gd name="connsiteX48" fmla="*/ 5161435 w 6858000"/>
                <a:gd name="connsiteY48" fmla="*/ 1772994 h 6418365"/>
                <a:gd name="connsiteX49" fmla="*/ 5531272 w 6858000"/>
                <a:gd name="connsiteY49" fmla="*/ 1702847 h 6418365"/>
                <a:gd name="connsiteX50" fmla="*/ 6536344 w 6858000"/>
                <a:gd name="connsiteY50" fmla="*/ 2707919 h 6418365"/>
                <a:gd name="connsiteX51" fmla="*/ 5531299 w 6858000"/>
                <a:gd name="connsiteY51" fmla="*/ 3713005 h 6418365"/>
                <a:gd name="connsiteX0" fmla="*/ 5531299 w 6858000"/>
                <a:gd name="connsiteY0" fmla="*/ 1381217 h 6418365"/>
                <a:gd name="connsiteX1" fmla="*/ 5227189 w 6858000"/>
                <a:gd name="connsiteY1" fmla="*/ 1416257 h 6418365"/>
                <a:gd name="connsiteX2" fmla="*/ 3429000 w 6858000"/>
                <a:gd name="connsiteY2" fmla="*/ 0 h 6418365"/>
                <a:gd name="connsiteX3" fmla="*/ 1630824 w 6858000"/>
                <a:gd name="connsiteY3" fmla="*/ 1416244 h 6418365"/>
                <a:gd name="connsiteX4" fmla="*/ 1326702 w 6858000"/>
                <a:gd name="connsiteY4" fmla="*/ 1381204 h 6418365"/>
                <a:gd name="connsiteX5" fmla="*/ 0 w 6858000"/>
                <a:gd name="connsiteY5" fmla="*/ 2707906 h 6418365"/>
                <a:gd name="connsiteX6" fmla="*/ 1326702 w 6858000"/>
                <a:gd name="connsiteY6" fmla="*/ 4034607 h 6418365"/>
                <a:gd name="connsiteX7" fmla="*/ 2906921 w 6858000"/>
                <a:gd name="connsiteY7" fmla="*/ 4034607 h 6418365"/>
                <a:gd name="connsiteX8" fmla="*/ 2906921 w 6858000"/>
                <a:gd name="connsiteY8" fmla="*/ 6257550 h 6418365"/>
                <a:gd name="connsiteX9" fmla="*/ 3067736 w 6858000"/>
                <a:gd name="connsiteY9" fmla="*/ 6418365 h 6418365"/>
                <a:gd name="connsiteX10" fmla="*/ 3791389 w 6858000"/>
                <a:gd name="connsiteY10" fmla="*/ 6418365 h 6418365"/>
                <a:gd name="connsiteX11" fmla="*/ 3952204 w 6858000"/>
                <a:gd name="connsiteY11" fmla="*/ 6257550 h 6418365"/>
                <a:gd name="connsiteX12" fmla="*/ 3952204 w 6858000"/>
                <a:gd name="connsiteY12" fmla="*/ 4034620 h 6418365"/>
                <a:gd name="connsiteX13" fmla="*/ 5531299 w 6858000"/>
                <a:gd name="connsiteY13" fmla="*/ 4034620 h 6418365"/>
                <a:gd name="connsiteX14" fmla="*/ 6858000 w 6858000"/>
                <a:gd name="connsiteY14" fmla="*/ 2707919 h 6418365"/>
                <a:gd name="connsiteX15" fmla="*/ 5531299 w 6858000"/>
                <a:gd name="connsiteY15" fmla="*/ 1381217 h 6418365"/>
                <a:gd name="connsiteX16" fmla="*/ 3630575 w 6858000"/>
                <a:gd name="connsiteY16" fmla="*/ 2960915 h 6418365"/>
                <a:gd name="connsiteX17" fmla="*/ 3228538 w 6858000"/>
                <a:gd name="connsiteY17" fmla="*/ 2960915 h 6418365"/>
                <a:gd name="connsiteX18" fmla="*/ 3067723 w 6858000"/>
                <a:gd name="connsiteY18" fmla="*/ 2800100 h 6418365"/>
                <a:gd name="connsiteX19" fmla="*/ 2965241 w 6858000"/>
                <a:gd name="connsiteY19" fmla="*/ 2800100 h 6418365"/>
                <a:gd name="connsiteX20" fmla="*/ 3429549 w 6858000"/>
                <a:gd name="connsiteY20" fmla="*/ 2233619 h 6418365"/>
                <a:gd name="connsiteX21" fmla="*/ 3893857 w 6858000"/>
                <a:gd name="connsiteY21" fmla="*/ 2800100 h 6418365"/>
                <a:gd name="connsiteX22" fmla="*/ 3791376 w 6858000"/>
                <a:gd name="connsiteY22" fmla="*/ 2800100 h 6418365"/>
                <a:gd name="connsiteX23" fmla="*/ 3630575 w 6858000"/>
                <a:gd name="connsiteY23" fmla="*/ 2960915 h 6418365"/>
                <a:gd name="connsiteX24" fmla="*/ 5531299 w 6858000"/>
                <a:gd name="connsiteY24" fmla="*/ 3713005 h 6418365"/>
                <a:gd name="connsiteX25" fmla="*/ 3952204 w 6858000"/>
                <a:gd name="connsiteY25" fmla="*/ 3713005 h 6418365"/>
                <a:gd name="connsiteX26" fmla="*/ 3952204 w 6858000"/>
                <a:gd name="connsiteY26" fmla="*/ 3121729 h 6418365"/>
                <a:gd name="connsiteX27" fmla="*/ 4233623 w 6858000"/>
                <a:gd name="connsiteY27" fmla="*/ 3121729 h 6418365"/>
                <a:gd name="connsiteX28" fmla="*/ 4378981 w 6858000"/>
                <a:gd name="connsiteY28" fmla="*/ 3029709 h 6418365"/>
                <a:gd name="connsiteX29" fmla="*/ 4357991 w 6858000"/>
                <a:gd name="connsiteY29" fmla="*/ 2858969 h 6418365"/>
                <a:gd name="connsiteX30" fmla="*/ 3553931 w 6858000"/>
                <a:gd name="connsiteY30" fmla="*/ 1878021 h 6418365"/>
                <a:gd name="connsiteX31" fmla="*/ 3429563 w 6858000"/>
                <a:gd name="connsiteY31" fmla="*/ 1819152 h 6418365"/>
                <a:gd name="connsiteX32" fmla="*/ 3305195 w 6858000"/>
                <a:gd name="connsiteY32" fmla="*/ 1878021 h 6418365"/>
                <a:gd name="connsiteX33" fmla="*/ 2501134 w 6858000"/>
                <a:gd name="connsiteY33" fmla="*/ 2858969 h 6418365"/>
                <a:gd name="connsiteX34" fmla="*/ 2480145 w 6858000"/>
                <a:gd name="connsiteY34" fmla="*/ 3029709 h 6418365"/>
                <a:gd name="connsiteX35" fmla="*/ 2625502 w 6858000"/>
                <a:gd name="connsiteY35" fmla="*/ 3121729 h 6418365"/>
                <a:gd name="connsiteX36" fmla="*/ 2906921 w 6858000"/>
                <a:gd name="connsiteY36" fmla="*/ 3121729 h 6418365"/>
                <a:gd name="connsiteX37" fmla="*/ 2906921 w 6858000"/>
                <a:gd name="connsiteY37" fmla="*/ 3713005 h 6418365"/>
                <a:gd name="connsiteX38" fmla="*/ 1326702 w 6858000"/>
                <a:gd name="connsiteY38" fmla="*/ 3713005 h 6418365"/>
                <a:gd name="connsiteX39" fmla="*/ 321629 w 6858000"/>
                <a:gd name="connsiteY39" fmla="*/ 2707932 h 6418365"/>
                <a:gd name="connsiteX40" fmla="*/ 1326702 w 6858000"/>
                <a:gd name="connsiteY40" fmla="*/ 1702860 h 6418365"/>
                <a:gd name="connsiteX41" fmla="*/ 1696538 w 6858000"/>
                <a:gd name="connsiteY41" fmla="*/ 1773007 h 6418365"/>
                <a:gd name="connsiteX42" fmla="*/ 1837006 w 6858000"/>
                <a:gd name="connsiteY42" fmla="*/ 1762091 h 6418365"/>
                <a:gd name="connsiteX43" fmla="*/ 1914989 w 6858000"/>
                <a:gd name="connsiteY43" fmla="*/ 1644715 h 6418365"/>
                <a:gd name="connsiteX44" fmla="*/ 3429000 w 6858000"/>
                <a:gd name="connsiteY44" fmla="*/ 321630 h 6418365"/>
                <a:gd name="connsiteX45" fmla="*/ 4942998 w 6858000"/>
                <a:gd name="connsiteY45" fmla="*/ 1644701 h 6418365"/>
                <a:gd name="connsiteX46" fmla="*/ 5020954 w 6858000"/>
                <a:gd name="connsiteY46" fmla="*/ 1762077 h 6418365"/>
                <a:gd name="connsiteX47" fmla="*/ 5161435 w 6858000"/>
                <a:gd name="connsiteY47" fmla="*/ 1772994 h 6418365"/>
                <a:gd name="connsiteX48" fmla="*/ 5531272 w 6858000"/>
                <a:gd name="connsiteY48" fmla="*/ 1702847 h 6418365"/>
                <a:gd name="connsiteX49" fmla="*/ 6536344 w 6858000"/>
                <a:gd name="connsiteY49" fmla="*/ 2707919 h 6418365"/>
                <a:gd name="connsiteX50" fmla="*/ 5531299 w 6858000"/>
                <a:gd name="connsiteY50" fmla="*/ 3713005 h 6418365"/>
                <a:gd name="connsiteX0" fmla="*/ 5531299 w 6858000"/>
                <a:gd name="connsiteY0" fmla="*/ 1381217 h 6418365"/>
                <a:gd name="connsiteX1" fmla="*/ 5227189 w 6858000"/>
                <a:gd name="connsiteY1" fmla="*/ 1416257 h 6418365"/>
                <a:gd name="connsiteX2" fmla="*/ 3429000 w 6858000"/>
                <a:gd name="connsiteY2" fmla="*/ 0 h 6418365"/>
                <a:gd name="connsiteX3" fmla="*/ 1630824 w 6858000"/>
                <a:gd name="connsiteY3" fmla="*/ 1416244 h 6418365"/>
                <a:gd name="connsiteX4" fmla="*/ 1326702 w 6858000"/>
                <a:gd name="connsiteY4" fmla="*/ 1381204 h 6418365"/>
                <a:gd name="connsiteX5" fmla="*/ 0 w 6858000"/>
                <a:gd name="connsiteY5" fmla="*/ 2707906 h 6418365"/>
                <a:gd name="connsiteX6" fmla="*/ 1326702 w 6858000"/>
                <a:gd name="connsiteY6" fmla="*/ 4034607 h 6418365"/>
                <a:gd name="connsiteX7" fmla="*/ 2906921 w 6858000"/>
                <a:gd name="connsiteY7" fmla="*/ 4034607 h 6418365"/>
                <a:gd name="connsiteX8" fmla="*/ 2906921 w 6858000"/>
                <a:gd name="connsiteY8" fmla="*/ 6257550 h 6418365"/>
                <a:gd name="connsiteX9" fmla="*/ 3067736 w 6858000"/>
                <a:gd name="connsiteY9" fmla="*/ 6418365 h 6418365"/>
                <a:gd name="connsiteX10" fmla="*/ 3952204 w 6858000"/>
                <a:gd name="connsiteY10" fmla="*/ 6257550 h 6418365"/>
                <a:gd name="connsiteX11" fmla="*/ 3952204 w 6858000"/>
                <a:gd name="connsiteY11" fmla="*/ 4034620 h 6418365"/>
                <a:gd name="connsiteX12" fmla="*/ 5531299 w 6858000"/>
                <a:gd name="connsiteY12" fmla="*/ 4034620 h 6418365"/>
                <a:gd name="connsiteX13" fmla="*/ 6858000 w 6858000"/>
                <a:gd name="connsiteY13" fmla="*/ 2707919 h 6418365"/>
                <a:gd name="connsiteX14" fmla="*/ 5531299 w 6858000"/>
                <a:gd name="connsiteY14" fmla="*/ 1381217 h 6418365"/>
                <a:gd name="connsiteX15" fmla="*/ 3630575 w 6858000"/>
                <a:gd name="connsiteY15" fmla="*/ 2960915 h 6418365"/>
                <a:gd name="connsiteX16" fmla="*/ 3228538 w 6858000"/>
                <a:gd name="connsiteY16" fmla="*/ 2960915 h 6418365"/>
                <a:gd name="connsiteX17" fmla="*/ 3067723 w 6858000"/>
                <a:gd name="connsiteY17" fmla="*/ 2800100 h 6418365"/>
                <a:gd name="connsiteX18" fmla="*/ 2965241 w 6858000"/>
                <a:gd name="connsiteY18" fmla="*/ 2800100 h 6418365"/>
                <a:gd name="connsiteX19" fmla="*/ 3429549 w 6858000"/>
                <a:gd name="connsiteY19" fmla="*/ 2233619 h 6418365"/>
                <a:gd name="connsiteX20" fmla="*/ 3893857 w 6858000"/>
                <a:gd name="connsiteY20" fmla="*/ 2800100 h 6418365"/>
                <a:gd name="connsiteX21" fmla="*/ 3791376 w 6858000"/>
                <a:gd name="connsiteY21" fmla="*/ 2800100 h 6418365"/>
                <a:gd name="connsiteX22" fmla="*/ 3630575 w 6858000"/>
                <a:gd name="connsiteY22" fmla="*/ 2960915 h 6418365"/>
                <a:gd name="connsiteX23" fmla="*/ 5531299 w 6858000"/>
                <a:gd name="connsiteY23" fmla="*/ 3713005 h 6418365"/>
                <a:gd name="connsiteX24" fmla="*/ 3952204 w 6858000"/>
                <a:gd name="connsiteY24" fmla="*/ 3713005 h 6418365"/>
                <a:gd name="connsiteX25" fmla="*/ 3952204 w 6858000"/>
                <a:gd name="connsiteY25" fmla="*/ 3121729 h 6418365"/>
                <a:gd name="connsiteX26" fmla="*/ 4233623 w 6858000"/>
                <a:gd name="connsiteY26" fmla="*/ 3121729 h 6418365"/>
                <a:gd name="connsiteX27" fmla="*/ 4378981 w 6858000"/>
                <a:gd name="connsiteY27" fmla="*/ 3029709 h 6418365"/>
                <a:gd name="connsiteX28" fmla="*/ 4357991 w 6858000"/>
                <a:gd name="connsiteY28" fmla="*/ 2858969 h 6418365"/>
                <a:gd name="connsiteX29" fmla="*/ 3553931 w 6858000"/>
                <a:gd name="connsiteY29" fmla="*/ 1878021 h 6418365"/>
                <a:gd name="connsiteX30" fmla="*/ 3429563 w 6858000"/>
                <a:gd name="connsiteY30" fmla="*/ 1819152 h 6418365"/>
                <a:gd name="connsiteX31" fmla="*/ 3305195 w 6858000"/>
                <a:gd name="connsiteY31" fmla="*/ 1878021 h 6418365"/>
                <a:gd name="connsiteX32" fmla="*/ 2501134 w 6858000"/>
                <a:gd name="connsiteY32" fmla="*/ 2858969 h 6418365"/>
                <a:gd name="connsiteX33" fmla="*/ 2480145 w 6858000"/>
                <a:gd name="connsiteY33" fmla="*/ 3029709 h 6418365"/>
                <a:gd name="connsiteX34" fmla="*/ 2625502 w 6858000"/>
                <a:gd name="connsiteY34" fmla="*/ 3121729 h 6418365"/>
                <a:gd name="connsiteX35" fmla="*/ 2906921 w 6858000"/>
                <a:gd name="connsiteY35" fmla="*/ 3121729 h 6418365"/>
                <a:gd name="connsiteX36" fmla="*/ 2906921 w 6858000"/>
                <a:gd name="connsiteY36" fmla="*/ 3713005 h 6418365"/>
                <a:gd name="connsiteX37" fmla="*/ 1326702 w 6858000"/>
                <a:gd name="connsiteY37" fmla="*/ 3713005 h 6418365"/>
                <a:gd name="connsiteX38" fmla="*/ 321629 w 6858000"/>
                <a:gd name="connsiteY38" fmla="*/ 2707932 h 6418365"/>
                <a:gd name="connsiteX39" fmla="*/ 1326702 w 6858000"/>
                <a:gd name="connsiteY39" fmla="*/ 1702860 h 6418365"/>
                <a:gd name="connsiteX40" fmla="*/ 1696538 w 6858000"/>
                <a:gd name="connsiteY40" fmla="*/ 1773007 h 6418365"/>
                <a:gd name="connsiteX41" fmla="*/ 1837006 w 6858000"/>
                <a:gd name="connsiteY41" fmla="*/ 1762091 h 6418365"/>
                <a:gd name="connsiteX42" fmla="*/ 1914989 w 6858000"/>
                <a:gd name="connsiteY42" fmla="*/ 1644715 h 6418365"/>
                <a:gd name="connsiteX43" fmla="*/ 3429000 w 6858000"/>
                <a:gd name="connsiteY43" fmla="*/ 321630 h 6418365"/>
                <a:gd name="connsiteX44" fmla="*/ 4942998 w 6858000"/>
                <a:gd name="connsiteY44" fmla="*/ 1644701 h 6418365"/>
                <a:gd name="connsiteX45" fmla="*/ 5020954 w 6858000"/>
                <a:gd name="connsiteY45" fmla="*/ 1762077 h 6418365"/>
                <a:gd name="connsiteX46" fmla="*/ 5161435 w 6858000"/>
                <a:gd name="connsiteY46" fmla="*/ 1772994 h 6418365"/>
                <a:gd name="connsiteX47" fmla="*/ 5531272 w 6858000"/>
                <a:gd name="connsiteY47" fmla="*/ 1702847 h 6418365"/>
                <a:gd name="connsiteX48" fmla="*/ 6536344 w 6858000"/>
                <a:gd name="connsiteY48" fmla="*/ 2707919 h 6418365"/>
                <a:gd name="connsiteX49" fmla="*/ 5531299 w 6858000"/>
                <a:gd name="connsiteY49" fmla="*/ 3713005 h 6418365"/>
                <a:gd name="connsiteX0" fmla="*/ 5531299 w 6858000"/>
                <a:gd name="connsiteY0" fmla="*/ 1381217 h 6418365"/>
                <a:gd name="connsiteX1" fmla="*/ 5227189 w 6858000"/>
                <a:gd name="connsiteY1" fmla="*/ 1416257 h 6418365"/>
                <a:gd name="connsiteX2" fmla="*/ 3429000 w 6858000"/>
                <a:gd name="connsiteY2" fmla="*/ 0 h 6418365"/>
                <a:gd name="connsiteX3" fmla="*/ 1630824 w 6858000"/>
                <a:gd name="connsiteY3" fmla="*/ 1416244 h 6418365"/>
                <a:gd name="connsiteX4" fmla="*/ 1326702 w 6858000"/>
                <a:gd name="connsiteY4" fmla="*/ 1381204 h 6418365"/>
                <a:gd name="connsiteX5" fmla="*/ 0 w 6858000"/>
                <a:gd name="connsiteY5" fmla="*/ 2707906 h 6418365"/>
                <a:gd name="connsiteX6" fmla="*/ 1326702 w 6858000"/>
                <a:gd name="connsiteY6" fmla="*/ 4034607 h 6418365"/>
                <a:gd name="connsiteX7" fmla="*/ 2906921 w 6858000"/>
                <a:gd name="connsiteY7" fmla="*/ 4034607 h 6418365"/>
                <a:gd name="connsiteX8" fmla="*/ 2906921 w 6858000"/>
                <a:gd name="connsiteY8" fmla="*/ 6257550 h 6418365"/>
                <a:gd name="connsiteX9" fmla="*/ 3067736 w 6858000"/>
                <a:gd name="connsiteY9" fmla="*/ 6418365 h 6418365"/>
                <a:gd name="connsiteX10" fmla="*/ 3952204 w 6858000"/>
                <a:gd name="connsiteY10" fmla="*/ 4034620 h 6418365"/>
                <a:gd name="connsiteX11" fmla="*/ 5531299 w 6858000"/>
                <a:gd name="connsiteY11" fmla="*/ 4034620 h 6418365"/>
                <a:gd name="connsiteX12" fmla="*/ 6858000 w 6858000"/>
                <a:gd name="connsiteY12" fmla="*/ 2707919 h 6418365"/>
                <a:gd name="connsiteX13" fmla="*/ 5531299 w 6858000"/>
                <a:gd name="connsiteY13" fmla="*/ 1381217 h 6418365"/>
                <a:gd name="connsiteX14" fmla="*/ 3630575 w 6858000"/>
                <a:gd name="connsiteY14" fmla="*/ 2960915 h 6418365"/>
                <a:gd name="connsiteX15" fmla="*/ 3228538 w 6858000"/>
                <a:gd name="connsiteY15" fmla="*/ 2960915 h 6418365"/>
                <a:gd name="connsiteX16" fmla="*/ 3067723 w 6858000"/>
                <a:gd name="connsiteY16" fmla="*/ 2800100 h 6418365"/>
                <a:gd name="connsiteX17" fmla="*/ 2965241 w 6858000"/>
                <a:gd name="connsiteY17" fmla="*/ 2800100 h 6418365"/>
                <a:gd name="connsiteX18" fmla="*/ 3429549 w 6858000"/>
                <a:gd name="connsiteY18" fmla="*/ 2233619 h 6418365"/>
                <a:gd name="connsiteX19" fmla="*/ 3893857 w 6858000"/>
                <a:gd name="connsiteY19" fmla="*/ 2800100 h 6418365"/>
                <a:gd name="connsiteX20" fmla="*/ 3791376 w 6858000"/>
                <a:gd name="connsiteY20" fmla="*/ 2800100 h 6418365"/>
                <a:gd name="connsiteX21" fmla="*/ 3630575 w 6858000"/>
                <a:gd name="connsiteY21" fmla="*/ 2960915 h 6418365"/>
                <a:gd name="connsiteX22" fmla="*/ 5531299 w 6858000"/>
                <a:gd name="connsiteY22" fmla="*/ 3713005 h 6418365"/>
                <a:gd name="connsiteX23" fmla="*/ 3952204 w 6858000"/>
                <a:gd name="connsiteY23" fmla="*/ 3713005 h 6418365"/>
                <a:gd name="connsiteX24" fmla="*/ 3952204 w 6858000"/>
                <a:gd name="connsiteY24" fmla="*/ 3121729 h 6418365"/>
                <a:gd name="connsiteX25" fmla="*/ 4233623 w 6858000"/>
                <a:gd name="connsiteY25" fmla="*/ 3121729 h 6418365"/>
                <a:gd name="connsiteX26" fmla="*/ 4378981 w 6858000"/>
                <a:gd name="connsiteY26" fmla="*/ 3029709 h 6418365"/>
                <a:gd name="connsiteX27" fmla="*/ 4357991 w 6858000"/>
                <a:gd name="connsiteY27" fmla="*/ 2858969 h 6418365"/>
                <a:gd name="connsiteX28" fmla="*/ 3553931 w 6858000"/>
                <a:gd name="connsiteY28" fmla="*/ 1878021 h 6418365"/>
                <a:gd name="connsiteX29" fmla="*/ 3429563 w 6858000"/>
                <a:gd name="connsiteY29" fmla="*/ 1819152 h 6418365"/>
                <a:gd name="connsiteX30" fmla="*/ 3305195 w 6858000"/>
                <a:gd name="connsiteY30" fmla="*/ 1878021 h 6418365"/>
                <a:gd name="connsiteX31" fmla="*/ 2501134 w 6858000"/>
                <a:gd name="connsiteY31" fmla="*/ 2858969 h 6418365"/>
                <a:gd name="connsiteX32" fmla="*/ 2480145 w 6858000"/>
                <a:gd name="connsiteY32" fmla="*/ 3029709 h 6418365"/>
                <a:gd name="connsiteX33" fmla="*/ 2625502 w 6858000"/>
                <a:gd name="connsiteY33" fmla="*/ 3121729 h 6418365"/>
                <a:gd name="connsiteX34" fmla="*/ 2906921 w 6858000"/>
                <a:gd name="connsiteY34" fmla="*/ 3121729 h 6418365"/>
                <a:gd name="connsiteX35" fmla="*/ 2906921 w 6858000"/>
                <a:gd name="connsiteY35" fmla="*/ 3713005 h 6418365"/>
                <a:gd name="connsiteX36" fmla="*/ 1326702 w 6858000"/>
                <a:gd name="connsiteY36" fmla="*/ 3713005 h 6418365"/>
                <a:gd name="connsiteX37" fmla="*/ 321629 w 6858000"/>
                <a:gd name="connsiteY37" fmla="*/ 2707932 h 6418365"/>
                <a:gd name="connsiteX38" fmla="*/ 1326702 w 6858000"/>
                <a:gd name="connsiteY38" fmla="*/ 1702860 h 6418365"/>
                <a:gd name="connsiteX39" fmla="*/ 1696538 w 6858000"/>
                <a:gd name="connsiteY39" fmla="*/ 1773007 h 6418365"/>
                <a:gd name="connsiteX40" fmla="*/ 1837006 w 6858000"/>
                <a:gd name="connsiteY40" fmla="*/ 1762091 h 6418365"/>
                <a:gd name="connsiteX41" fmla="*/ 1914989 w 6858000"/>
                <a:gd name="connsiteY41" fmla="*/ 1644715 h 6418365"/>
                <a:gd name="connsiteX42" fmla="*/ 3429000 w 6858000"/>
                <a:gd name="connsiteY42" fmla="*/ 321630 h 6418365"/>
                <a:gd name="connsiteX43" fmla="*/ 4942998 w 6858000"/>
                <a:gd name="connsiteY43" fmla="*/ 1644701 h 6418365"/>
                <a:gd name="connsiteX44" fmla="*/ 5020954 w 6858000"/>
                <a:gd name="connsiteY44" fmla="*/ 1762077 h 6418365"/>
                <a:gd name="connsiteX45" fmla="*/ 5161435 w 6858000"/>
                <a:gd name="connsiteY45" fmla="*/ 1772994 h 6418365"/>
                <a:gd name="connsiteX46" fmla="*/ 5531272 w 6858000"/>
                <a:gd name="connsiteY46" fmla="*/ 1702847 h 6418365"/>
                <a:gd name="connsiteX47" fmla="*/ 6536344 w 6858000"/>
                <a:gd name="connsiteY47" fmla="*/ 2707919 h 6418365"/>
                <a:gd name="connsiteX48" fmla="*/ 5531299 w 6858000"/>
                <a:gd name="connsiteY48" fmla="*/ 3713005 h 6418365"/>
                <a:gd name="connsiteX0" fmla="*/ 5531299 w 6858000"/>
                <a:gd name="connsiteY0" fmla="*/ 1381217 h 6257550"/>
                <a:gd name="connsiteX1" fmla="*/ 5227189 w 6858000"/>
                <a:gd name="connsiteY1" fmla="*/ 1416257 h 6257550"/>
                <a:gd name="connsiteX2" fmla="*/ 3429000 w 6858000"/>
                <a:gd name="connsiteY2" fmla="*/ 0 h 6257550"/>
                <a:gd name="connsiteX3" fmla="*/ 1630824 w 6858000"/>
                <a:gd name="connsiteY3" fmla="*/ 1416244 h 6257550"/>
                <a:gd name="connsiteX4" fmla="*/ 1326702 w 6858000"/>
                <a:gd name="connsiteY4" fmla="*/ 1381204 h 6257550"/>
                <a:gd name="connsiteX5" fmla="*/ 0 w 6858000"/>
                <a:gd name="connsiteY5" fmla="*/ 2707906 h 6257550"/>
                <a:gd name="connsiteX6" fmla="*/ 1326702 w 6858000"/>
                <a:gd name="connsiteY6" fmla="*/ 4034607 h 6257550"/>
                <a:gd name="connsiteX7" fmla="*/ 2906921 w 6858000"/>
                <a:gd name="connsiteY7" fmla="*/ 4034607 h 6257550"/>
                <a:gd name="connsiteX8" fmla="*/ 2906921 w 6858000"/>
                <a:gd name="connsiteY8" fmla="*/ 6257550 h 6257550"/>
                <a:gd name="connsiteX9" fmla="*/ 3952204 w 6858000"/>
                <a:gd name="connsiteY9" fmla="*/ 4034620 h 6257550"/>
                <a:gd name="connsiteX10" fmla="*/ 5531299 w 6858000"/>
                <a:gd name="connsiteY10" fmla="*/ 4034620 h 6257550"/>
                <a:gd name="connsiteX11" fmla="*/ 6858000 w 6858000"/>
                <a:gd name="connsiteY11" fmla="*/ 2707919 h 6257550"/>
                <a:gd name="connsiteX12" fmla="*/ 5531299 w 6858000"/>
                <a:gd name="connsiteY12" fmla="*/ 1381217 h 6257550"/>
                <a:gd name="connsiteX13" fmla="*/ 3630575 w 6858000"/>
                <a:gd name="connsiteY13" fmla="*/ 2960915 h 6257550"/>
                <a:gd name="connsiteX14" fmla="*/ 3228538 w 6858000"/>
                <a:gd name="connsiteY14" fmla="*/ 2960915 h 6257550"/>
                <a:gd name="connsiteX15" fmla="*/ 3067723 w 6858000"/>
                <a:gd name="connsiteY15" fmla="*/ 2800100 h 6257550"/>
                <a:gd name="connsiteX16" fmla="*/ 2965241 w 6858000"/>
                <a:gd name="connsiteY16" fmla="*/ 2800100 h 6257550"/>
                <a:gd name="connsiteX17" fmla="*/ 3429549 w 6858000"/>
                <a:gd name="connsiteY17" fmla="*/ 2233619 h 6257550"/>
                <a:gd name="connsiteX18" fmla="*/ 3893857 w 6858000"/>
                <a:gd name="connsiteY18" fmla="*/ 2800100 h 6257550"/>
                <a:gd name="connsiteX19" fmla="*/ 3791376 w 6858000"/>
                <a:gd name="connsiteY19" fmla="*/ 2800100 h 6257550"/>
                <a:gd name="connsiteX20" fmla="*/ 3630575 w 6858000"/>
                <a:gd name="connsiteY20" fmla="*/ 2960915 h 6257550"/>
                <a:gd name="connsiteX21" fmla="*/ 5531299 w 6858000"/>
                <a:gd name="connsiteY21" fmla="*/ 3713005 h 6257550"/>
                <a:gd name="connsiteX22" fmla="*/ 3952204 w 6858000"/>
                <a:gd name="connsiteY22" fmla="*/ 3713005 h 6257550"/>
                <a:gd name="connsiteX23" fmla="*/ 3952204 w 6858000"/>
                <a:gd name="connsiteY23" fmla="*/ 3121729 h 6257550"/>
                <a:gd name="connsiteX24" fmla="*/ 4233623 w 6858000"/>
                <a:gd name="connsiteY24" fmla="*/ 3121729 h 6257550"/>
                <a:gd name="connsiteX25" fmla="*/ 4378981 w 6858000"/>
                <a:gd name="connsiteY25" fmla="*/ 3029709 h 6257550"/>
                <a:gd name="connsiteX26" fmla="*/ 4357991 w 6858000"/>
                <a:gd name="connsiteY26" fmla="*/ 2858969 h 6257550"/>
                <a:gd name="connsiteX27" fmla="*/ 3553931 w 6858000"/>
                <a:gd name="connsiteY27" fmla="*/ 1878021 h 6257550"/>
                <a:gd name="connsiteX28" fmla="*/ 3429563 w 6858000"/>
                <a:gd name="connsiteY28" fmla="*/ 1819152 h 6257550"/>
                <a:gd name="connsiteX29" fmla="*/ 3305195 w 6858000"/>
                <a:gd name="connsiteY29" fmla="*/ 1878021 h 6257550"/>
                <a:gd name="connsiteX30" fmla="*/ 2501134 w 6858000"/>
                <a:gd name="connsiteY30" fmla="*/ 2858969 h 6257550"/>
                <a:gd name="connsiteX31" fmla="*/ 2480145 w 6858000"/>
                <a:gd name="connsiteY31" fmla="*/ 3029709 h 6257550"/>
                <a:gd name="connsiteX32" fmla="*/ 2625502 w 6858000"/>
                <a:gd name="connsiteY32" fmla="*/ 3121729 h 6257550"/>
                <a:gd name="connsiteX33" fmla="*/ 2906921 w 6858000"/>
                <a:gd name="connsiteY33" fmla="*/ 3121729 h 6257550"/>
                <a:gd name="connsiteX34" fmla="*/ 2906921 w 6858000"/>
                <a:gd name="connsiteY34" fmla="*/ 3713005 h 6257550"/>
                <a:gd name="connsiteX35" fmla="*/ 1326702 w 6858000"/>
                <a:gd name="connsiteY35" fmla="*/ 3713005 h 6257550"/>
                <a:gd name="connsiteX36" fmla="*/ 321629 w 6858000"/>
                <a:gd name="connsiteY36" fmla="*/ 2707932 h 6257550"/>
                <a:gd name="connsiteX37" fmla="*/ 1326702 w 6858000"/>
                <a:gd name="connsiteY37" fmla="*/ 1702860 h 6257550"/>
                <a:gd name="connsiteX38" fmla="*/ 1696538 w 6858000"/>
                <a:gd name="connsiteY38" fmla="*/ 1773007 h 6257550"/>
                <a:gd name="connsiteX39" fmla="*/ 1837006 w 6858000"/>
                <a:gd name="connsiteY39" fmla="*/ 1762091 h 6257550"/>
                <a:gd name="connsiteX40" fmla="*/ 1914989 w 6858000"/>
                <a:gd name="connsiteY40" fmla="*/ 1644715 h 6257550"/>
                <a:gd name="connsiteX41" fmla="*/ 3429000 w 6858000"/>
                <a:gd name="connsiteY41" fmla="*/ 321630 h 6257550"/>
                <a:gd name="connsiteX42" fmla="*/ 4942998 w 6858000"/>
                <a:gd name="connsiteY42" fmla="*/ 1644701 h 6257550"/>
                <a:gd name="connsiteX43" fmla="*/ 5020954 w 6858000"/>
                <a:gd name="connsiteY43" fmla="*/ 1762077 h 6257550"/>
                <a:gd name="connsiteX44" fmla="*/ 5161435 w 6858000"/>
                <a:gd name="connsiteY44" fmla="*/ 1772994 h 6257550"/>
                <a:gd name="connsiteX45" fmla="*/ 5531272 w 6858000"/>
                <a:gd name="connsiteY45" fmla="*/ 1702847 h 6257550"/>
                <a:gd name="connsiteX46" fmla="*/ 6536344 w 6858000"/>
                <a:gd name="connsiteY46" fmla="*/ 2707919 h 6257550"/>
                <a:gd name="connsiteX47" fmla="*/ 5531299 w 6858000"/>
                <a:gd name="connsiteY47" fmla="*/ 3713005 h 6257550"/>
                <a:gd name="connsiteX0" fmla="*/ 5531299 w 6858000"/>
                <a:gd name="connsiteY0" fmla="*/ 1381217 h 4034620"/>
                <a:gd name="connsiteX1" fmla="*/ 5227189 w 6858000"/>
                <a:gd name="connsiteY1" fmla="*/ 1416257 h 4034620"/>
                <a:gd name="connsiteX2" fmla="*/ 3429000 w 6858000"/>
                <a:gd name="connsiteY2" fmla="*/ 0 h 4034620"/>
                <a:gd name="connsiteX3" fmla="*/ 1630824 w 6858000"/>
                <a:gd name="connsiteY3" fmla="*/ 1416244 h 4034620"/>
                <a:gd name="connsiteX4" fmla="*/ 1326702 w 6858000"/>
                <a:gd name="connsiteY4" fmla="*/ 1381204 h 4034620"/>
                <a:gd name="connsiteX5" fmla="*/ 0 w 6858000"/>
                <a:gd name="connsiteY5" fmla="*/ 2707906 h 4034620"/>
                <a:gd name="connsiteX6" fmla="*/ 1326702 w 6858000"/>
                <a:gd name="connsiteY6" fmla="*/ 4034607 h 4034620"/>
                <a:gd name="connsiteX7" fmla="*/ 2906921 w 6858000"/>
                <a:gd name="connsiteY7" fmla="*/ 4034607 h 4034620"/>
                <a:gd name="connsiteX8" fmla="*/ 3952204 w 6858000"/>
                <a:gd name="connsiteY8" fmla="*/ 4034620 h 4034620"/>
                <a:gd name="connsiteX9" fmla="*/ 5531299 w 6858000"/>
                <a:gd name="connsiteY9" fmla="*/ 4034620 h 4034620"/>
                <a:gd name="connsiteX10" fmla="*/ 6858000 w 6858000"/>
                <a:gd name="connsiteY10" fmla="*/ 2707919 h 4034620"/>
                <a:gd name="connsiteX11" fmla="*/ 5531299 w 6858000"/>
                <a:gd name="connsiteY11" fmla="*/ 1381217 h 4034620"/>
                <a:gd name="connsiteX12" fmla="*/ 3630575 w 6858000"/>
                <a:gd name="connsiteY12" fmla="*/ 2960915 h 4034620"/>
                <a:gd name="connsiteX13" fmla="*/ 3228538 w 6858000"/>
                <a:gd name="connsiteY13" fmla="*/ 2960915 h 4034620"/>
                <a:gd name="connsiteX14" fmla="*/ 3067723 w 6858000"/>
                <a:gd name="connsiteY14" fmla="*/ 2800100 h 4034620"/>
                <a:gd name="connsiteX15" fmla="*/ 2965241 w 6858000"/>
                <a:gd name="connsiteY15" fmla="*/ 2800100 h 4034620"/>
                <a:gd name="connsiteX16" fmla="*/ 3429549 w 6858000"/>
                <a:gd name="connsiteY16" fmla="*/ 2233619 h 4034620"/>
                <a:gd name="connsiteX17" fmla="*/ 3893857 w 6858000"/>
                <a:gd name="connsiteY17" fmla="*/ 2800100 h 4034620"/>
                <a:gd name="connsiteX18" fmla="*/ 3791376 w 6858000"/>
                <a:gd name="connsiteY18" fmla="*/ 2800100 h 4034620"/>
                <a:gd name="connsiteX19" fmla="*/ 3630575 w 6858000"/>
                <a:gd name="connsiteY19" fmla="*/ 2960915 h 4034620"/>
                <a:gd name="connsiteX20" fmla="*/ 5531299 w 6858000"/>
                <a:gd name="connsiteY20" fmla="*/ 3713005 h 4034620"/>
                <a:gd name="connsiteX21" fmla="*/ 3952204 w 6858000"/>
                <a:gd name="connsiteY21" fmla="*/ 3713005 h 4034620"/>
                <a:gd name="connsiteX22" fmla="*/ 3952204 w 6858000"/>
                <a:gd name="connsiteY22" fmla="*/ 3121729 h 4034620"/>
                <a:gd name="connsiteX23" fmla="*/ 4233623 w 6858000"/>
                <a:gd name="connsiteY23" fmla="*/ 3121729 h 4034620"/>
                <a:gd name="connsiteX24" fmla="*/ 4378981 w 6858000"/>
                <a:gd name="connsiteY24" fmla="*/ 3029709 h 4034620"/>
                <a:gd name="connsiteX25" fmla="*/ 4357991 w 6858000"/>
                <a:gd name="connsiteY25" fmla="*/ 2858969 h 4034620"/>
                <a:gd name="connsiteX26" fmla="*/ 3553931 w 6858000"/>
                <a:gd name="connsiteY26" fmla="*/ 1878021 h 4034620"/>
                <a:gd name="connsiteX27" fmla="*/ 3429563 w 6858000"/>
                <a:gd name="connsiteY27" fmla="*/ 1819152 h 4034620"/>
                <a:gd name="connsiteX28" fmla="*/ 3305195 w 6858000"/>
                <a:gd name="connsiteY28" fmla="*/ 1878021 h 4034620"/>
                <a:gd name="connsiteX29" fmla="*/ 2501134 w 6858000"/>
                <a:gd name="connsiteY29" fmla="*/ 2858969 h 4034620"/>
                <a:gd name="connsiteX30" fmla="*/ 2480145 w 6858000"/>
                <a:gd name="connsiteY30" fmla="*/ 3029709 h 4034620"/>
                <a:gd name="connsiteX31" fmla="*/ 2625502 w 6858000"/>
                <a:gd name="connsiteY31" fmla="*/ 3121729 h 4034620"/>
                <a:gd name="connsiteX32" fmla="*/ 2906921 w 6858000"/>
                <a:gd name="connsiteY32" fmla="*/ 3121729 h 4034620"/>
                <a:gd name="connsiteX33" fmla="*/ 2906921 w 6858000"/>
                <a:gd name="connsiteY33" fmla="*/ 3713005 h 4034620"/>
                <a:gd name="connsiteX34" fmla="*/ 1326702 w 6858000"/>
                <a:gd name="connsiteY34" fmla="*/ 3713005 h 4034620"/>
                <a:gd name="connsiteX35" fmla="*/ 321629 w 6858000"/>
                <a:gd name="connsiteY35" fmla="*/ 2707932 h 4034620"/>
                <a:gd name="connsiteX36" fmla="*/ 1326702 w 6858000"/>
                <a:gd name="connsiteY36" fmla="*/ 1702860 h 4034620"/>
                <a:gd name="connsiteX37" fmla="*/ 1696538 w 6858000"/>
                <a:gd name="connsiteY37" fmla="*/ 1773007 h 4034620"/>
                <a:gd name="connsiteX38" fmla="*/ 1837006 w 6858000"/>
                <a:gd name="connsiteY38" fmla="*/ 1762091 h 4034620"/>
                <a:gd name="connsiteX39" fmla="*/ 1914989 w 6858000"/>
                <a:gd name="connsiteY39" fmla="*/ 1644715 h 4034620"/>
                <a:gd name="connsiteX40" fmla="*/ 3429000 w 6858000"/>
                <a:gd name="connsiteY40" fmla="*/ 321630 h 4034620"/>
                <a:gd name="connsiteX41" fmla="*/ 4942998 w 6858000"/>
                <a:gd name="connsiteY41" fmla="*/ 1644701 h 4034620"/>
                <a:gd name="connsiteX42" fmla="*/ 5020954 w 6858000"/>
                <a:gd name="connsiteY42" fmla="*/ 1762077 h 4034620"/>
                <a:gd name="connsiteX43" fmla="*/ 5161435 w 6858000"/>
                <a:gd name="connsiteY43" fmla="*/ 1772994 h 4034620"/>
                <a:gd name="connsiteX44" fmla="*/ 5531272 w 6858000"/>
                <a:gd name="connsiteY44" fmla="*/ 1702847 h 4034620"/>
                <a:gd name="connsiteX45" fmla="*/ 6536344 w 6858000"/>
                <a:gd name="connsiteY45" fmla="*/ 2707919 h 4034620"/>
                <a:gd name="connsiteX46" fmla="*/ 5531299 w 6858000"/>
                <a:gd name="connsiteY46" fmla="*/ 3713005 h 4034620"/>
                <a:gd name="connsiteX0" fmla="*/ 5531299 w 6858000"/>
                <a:gd name="connsiteY0" fmla="*/ 1381217 h 4034620"/>
                <a:gd name="connsiteX1" fmla="*/ 5227189 w 6858000"/>
                <a:gd name="connsiteY1" fmla="*/ 1416257 h 4034620"/>
                <a:gd name="connsiteX2" fmla="*/ 3429000 w 6858000"/>
                <a:gd name="connsiteY2" fmla="*/ 0 h 4034620"/>
                <a:gd name="connsiteX3" fmla="*/ 1630824 w 6858000"/>
                <a:gd name="connsiteY3" fmla="*/ 1416244 h 4034620"/>
                <a:gd name="connsiteX4" fmla="*/ 1326702 w 6858000"/>
                <a:gd name="connsiteY4" fmla="*/ 1381204 h 4034620"/>
                <a:gd name="connsiteX5" fmla="*/ 0 w 6858000"/>
                <a:gd name="connsiteY5" fmla="*/ 2707906 h 4034620"/>
                <a:gd name="connsiteX6" fmla="*/ 1326702 w 6858000"/>
                <a:gd name="connsiteY6" fmla="*/ 4034607 h 4034620"/>
                <a:gd name="connsiteX7" fmla="*/ 2906921 w 6858000"/>
                <a:gd name="connsiteY7" fmla="*/ 4034607 h 4034620"/>
                <a:gd name="connsiteX8" fmla="*/ 3952204 w 6858000"/>
                <a:gd name="connsiteY8" fmla="*/ 4034620 h 4034620"/>
                <a:gd name="connsiteX9" fmla="*/ 5531299 w 6858000"/>
                <a:gd name="connsiteY9" fmla="*/ 4034620 h 4034620"/>
                <a:gd name="connsiteX10" fmla="*/ 6858000 w 6858000"/>
                <a:gd name="connsiteY10" fmla="*/ 2707919 h 4034620"/>
                <a:gd name="connsiteX11" fmla="*/ 5531299 w 6858000"/>
                <a:gd name="connsiteY11" fmla="*/ 1381217 h 4034620"/>
                <a:gd name="connsiteX12" fmla="*/ 3630575 w 6858000"/>
                <a:gd name="connsiteY12" fmla="*/ 2960915 h 4034620"/>
                <a:gd name="connsiteX13" fmla="*/ 3228538 w 6858000"/>
                <a:gd name="connsiteY13" fmla="*/ 2960915 h 4034620"/>
                <a:gd name="connsiteX14" fmla="*/ 3067723 w 6858000"/>
                <a:gd name="connsiteY14" fmla="*/ 2800100 h 4034620"/>
                <a:gd name="connsiteX15" fmla="*/ 2965241 w 6858000"/>
                <a:gd name="connsiteY15" fmla="*/ 2800100 h 4034620"/>
                <a:gd name="connsiteX16" fmla="*/ 3429549 w 6858000"/>
                <a:gd name="connsiteY16" fmla="*/ 2233619 h 4034620"/>
                <a:gd name="connsiteX17" fmla="*/ 3893857 w 6858000"/>
                <a:gd name="connsiteY17" fmla="*/ 2800100 h 4034620"/>
                <a:gd name="connsiteX18" fmla="*/ 3791376 w 6858000"/>
                <a:gd name="connsiteY18" fmla="*/ 2800100 h 4034620"/>
                <a:gd name="connsiteX19" fmla="*/ 3630575 w 6858000"/>
                <a:gd name="connsiteY19" fmla="*/ 2960915 h 4034620"/>
                <a:gd name="connsiteX20" fmla="*/ 5531299 w 6858000"/>
                <a:gd name="connsiteY20" fmla="*/ 3713005 h 4034620"/>
                <a:gd name="connsiteX21" fmla="*/ 3952204 w 6858000"/>
                <a:gd name="connsiteY21" fmla="*/ 3713005 h 4034620"/>
                <a:gd name="connsiteX22" fmla="*/ 4233623 w 6858000"/>
                <a:gd name="connsiteY22" fmla="*/ 3121729 h 4034620"/>
                <a:gd name="connsiteX23" fmla="*/ 4378981 w 6858000"/>
                <a:gd name="connsiteY23" fmla="*/ 3029709 h 4034620"/>
                <a:gd name="connsiteX24" fmla="*/ 4357991 w 6858000"/>
                <a:gd name="connsiteY24" fmla="*/ 2858969 h 4034620"/>
                <a:gd name="connsiteX25" fmla="*/ 3553931 w 6858000"/>
                <a:gd name="connsiteY25" fmla="*/ 1878021 h 4034620"/>
                <a:gd name="connsiteX26" fmla="*/ 3429563 w 6858000"/>
                <a:gd name="connsiteY26" fmla="*/ 1819152 h 4034620"/>
                <a:gd name="connsiteX27" fmla="*/ 3305195 w 6858000"/>
                <a:gd name="connsiteY27" fmla="*/ 1878021 h 4034620"/>
                <a:gd name="connsiteX28" fmla="*/ 2501134 w 6858000"/>
                <a:gd name="connsiteY28" fmla="*/ 2858969 h 4034620"/>
                <a:gd name="connsiteX29" fmla="*/ 2480145 w 6858000"/>
                <a:gd name="connsiteY29" fmla="*/ 3029709 h 4034620"/>
                <a:gd name="connsiteX30" fmla="*/ 2625502 w 6858000"/>
                <a:gd name="connsiteY30" fmla="*/ 3121729 h 4034620"/>
                <a:gd name="connsiteX31" fmla="*/ 2906921 w 6858000"/>
                <a:gd name="connsiteY31" fmla="*/ 3121729 h 4034620"/>
                <a:gd name="connsiteX32" fmla="*/ 2906921 w 6858000"/>
                <a:gd name="connsiteY32" fmla="*/ 3713005 h 4034620"/>
                <a:gd name="connsiteX33" fmla="*/ 1326702 w 6858000"/>
                <a:gd name="connsiteY33" fmla="*/ 3713005 h 4034620"/>
                <a:gd name="connsiteX34" fmla="*/ 321629 w 6858000"/>
                <a:gd name="connsiteY34" fmla="*/ 2707932 h 4034620"/>
                <a:gd name="connsiteX35" fmla="*/ 1326702 w 6858000"/>
                <a:gd name="connsiteY35" fmla="*/ 1702860 h 4034620"/>
                <a:gd name="connsiteX36" fmla="*/ 1696538 w 6858000"/>
                <a:gd name="connsiteY36" fmla="*/ 1773007 h 4034620"/>
                <a:gd name="connsiteX37" fmla="*/ 1837006 w 6858000"/>
                <a:gd name="connsiteY37" fmla="*/ 1762091 h 4034620"/>
                <a:gd name="connsiteX38" fmla="*/ 1914989 w 6858000"/>
                <a:gd name="connsiteY38" fmla="*/ 1644715 h 4034620"/>
                <a:gd name="connsiteX39" fmla="*/ 3429000 w 6858000"/>
                <a:gd name="connsiteY39" fmla="*/ 321630 h 4034620"/>
                <a:gd name="connsiteX40" fmla="*/ 4942998 w 6858000"/>
                <a:gd name="connsiteY40" fmla="*/ 1644701 h 4034620"/>
                <a:gd name="connsiteX41" fmla="*/ 5020954 w 6858000"/>
                <a:gd name="connsiteY41" fmla="*/ 1762077 h 4034620"/>
                <a:gd name="connsiteX42" fmla="*/ 5161435 w 6858000"/>
                <a:gd name="connsiteY42" fmla="*/ 1772994 h 4034620"/>
                <a:gd name="connsiteX43" fmla="*/ 5531272 w 6858000"/>
                <a:gd name="connsiteY43" fmla="*/ 1702847 h 4034620"/>
                <a:gd name="connsiteX44" fmla="*/ 6536344 w 6858000"/>
                <a:gd name="connsiteY44" fmla="*/ 2707919 h 4034620"/>
                <a:gd name="connsiteX45" fmla="*/ 5531299 w 6858000"/>
                <a:gd name="connsiteY45" fmla="*/ 3713005 h 4034620"/>
                <a:gd name="connsiteX0" fmla="*/ 5531299 w 6858000"/>
                <a:gd name="connsiteY0" fmla="*/ 1381217 h 4034620"/>
                <a:gd name="connsiteX1" fmla="*/ 5227189 w 6858000"/>
                <a:gd name="connsiteY1" fmla="*/ 1416257 h 4034620"/>
                <a:gd name="connsiteX2" fmla="*/ 3429000 w 6858000"/>
                <a:gd name="connsiteY2" fmla="*/ 0 h 4034620"/>
                <a:gd name="connsiteX3" fmla="*/ 1630824 w 6858000"/>
                <a:gd name="connsiteY3" fmla="*/ 1416244 h 4034620"/>
                <a:gd name="connsiteX4" fmla="*/ 1326702 w 6858000"/>
                <a:gd name="connsiteY4" fmla="*/ 1381204 h 4034620"/>
                <a:gd name="connsiteX5" fmla="*/ 0 w 6858000"/>
                <a:gd name="connsiteY5" fmla="*/ 2707906 h 4034620"/>
                <a:gd name="connsiteX6" fmla="*/ 1326702 w 6858000"/>
                <a:gd name="connsiteY6" fmla="*/ 4034607 h 4034620"/>
                <a:gd name="connsiteX7" fmla="*/ 2906921 w 6858000"/>
                <a:gd name="connsiteY7" fmla="*/ 4034607 h 4034620"/>
                <a:gd name="connsiteX8" fmla="*/ 3952204 w 6858000"/>
                <a:gd name="connsiteY8" fmla="*/ 4034620 h 4034620"/>
                <a:gd name="connsiteX9" fmla="*/ 5531299 w 6858000"/>
                <a:gd name="connsiteY9" fmla="*/ 4034620 h 4034620"/>
                <a:gd name="connsiteX10" fmla="*/ 6858000 w 6858000"/>
                <a:gd name="connsiteY10" fmla="*/ 2707919 h 4034620"/>
                <a:gd name="connsiteX11" fmla="*/ 5531299 w 6858000"/>
                <a:gd name="connsiteY11" fmla="*/ 1381217 h 4034620"/>
                <a:gd name="connsiteX12" fmla="*/ 3791376 w 6858000"/>
                <a:gd name="connsiteY12" fmla="*/ 2800100 h 4034620"/>
                <a:gd name="connsiteX13" fmla="*/ 3228538 w 6858000"/>
                <a:gd name="connsiteY13" fmla="*/ 2960915 h 4034620"/>
                <a:gd name="connsiteX14" fmla="*/ 3067723 w 6858000"/>
                <a:gd name="connsiteY14" fmla="*/ 2800100 h 4034620"/>
                <a:gd name="connsiteX15" fmla="*/ 2965241 w 6858000"/>
                <a:gd name="connsiteY15" fmla="*/ 2800100 h 4034620"/>
                <a:gd name="connsiteX16" fmla="*/ 3429549 w 6858000"/>
                <a:gd name="connsiteY16" fmla="*/ 2233619 h 4034620"/>
                <a:gd name="connsiteX17" fmla="*/ 3893857 w 6858000"/>
                <a:gd name="connsiteY17" fmla="*/ 2800100 h 4034620"/>
                <a:gd name="connsiteX18" fmla="*/ 3791376 w 6858000"/>
                <a:gd name="connsiteY18" fmla="*/ 2800100 h 4034620"/>
                <a:gd name="connsiteX19" fmla="*/ 5531299 w 6858000"/>
                <a:gd name="connsiteY19" fmla="*/ 3713005 h 4034620"/>
                <a:gd name="connsiteX20" fmla="*/ 3952204 w 6858000"/>
                <a:gd name="connsiteY20" fmla="*/ 3713005 h 4034620"/>
                <a:gd name="connsiteX21" fmla="*/ 4233623 w 6858000"/>
                <a:gd name="connsiteY21" fmla="*/ 3121729 h 4034620"/>
                <a:gd name="connsiteX22" fmla="*/ 4378981 w 6858000"/>
                <a:gd name="connsiteY22" fmla="*/ 3029709 h 4034620"/>
                <a:gd name="connsiteX23" fmla="*/ 4357991 w 6858000"/>
                <a:gd name="connsiteY23" fmla="*/ 2858969 h 4034620"/>
                <a:gd name="connsiteX24" fmla="*/ 3553931 w 6858000"/>
                <a:gd name="connsiteY24" fmla="*/ 1878021 h 4034620"/>
                <a:gd name="connsiteX25" fmla="*/ 3429563 w 6858000"/>
                <a:gd name="connsiteY25" fmla="*/ 1819152 h 4034620"/>
                <a:gd name="connsiteX26" fmla="*/ 3305195 w 6858000"/>
                <a:gd name="connsiteY26" fmla="*/ 1878021 h 4034620"/>
                <a:gd name="connsiteX27" fmla="*/ 2501134 w 6858000"/>
                <a:gd name="connsiteY27" fmla="*/ 2858969 h 4034620"/>
                <a:gd name="connsiteX28" fmla="*/ 2480145 w 6858000"/>
                <a:gd name="connsiteY28" fmla="*/ 3029709 h 4034620"/>
                <a:gd name="connsiteX29" fmla="*/ 2625502 w 6858000"/>
                <a:gd name="connsiteY29" fmla="*/ 3121729 h 4034620"/>
                <a:gd name="connsiteX30" fmla="*/ 2906921 w 6858000"/>
                <a:gd name="connsiteY30" fmla="*/ 3121729 h 4034620"/>
                <a:gd name="connsiteX31" fmla="*/ 2906921 w 6858000"/>
                <a:gd name="connsiteY31" fmla="*/ 3713005 h 4034620"/>
                <a:gd name="connsiteX32" fmla="*/ 1326702 w 6858000"/>
                <a:gd name="connsiteY32" fmla="*/ 3713005 h 4034620"/>
                <a:gd name="connsiteX33" fmla="*/ 321629 w 6858000"/>
                <a:gd name="connsiteY33" fmla="*/ 2707932 h 4034620"/>
                <a:gd name="connsiteX34" fmla="*/ 1326702 w 6858000"/>
                <a:gd name="connsiteY34" fmla="*/ 1702860 h 4034620"/>
                <a:gd name="connsiteX35" fmla="*/ 1696538 w 6858000"/>
                <a:gd name="connsiteY35" fmla="*/ 1773007 h 4034620"/>
                <a:gd name="connsiteX36" fmla="*/ 1837006 w 6858000"/>
                <a:gd name="connsiteY36" fmla="*/ 1762091 h 4034620"/>
                <a:gd name="connsiteX37" fmla="*/ 1914989 w 6858000"/>
                <a:gd name="connsiteY37" fmla="*/ 1644715 h 4034620"/>
                <a:gd name="connsiteX38" fmla="*/ 3429000 w 6858000"/>
                <a:gd name="connsiteY38" fmla="*/ 321630 h 4034620"/>
                <a:gd name="connsiteX39" fmla="*/ 4942998 w 6858000"/>
                <a:gd name="connsiteY39" fmla="*/ 1644701 h 4034620"/>
                <a:gd name="connsiteX40" fmla="*/ 5020954 w 6858000"/>
                <a:gd name="connsiteY40" fmla="*/ 1762077 h 4034620"/>
                <a:gd name="connsiteX41" fmla="*/ 5161435 w 6858000"/>
                <a:gd name="connsiteY41" fmla="*/ 1772994 h 4034620"/>
                <a:gd name="connsiteX42" fmla="*/ 5531272 w 6858000"/>
                <a:gd name="connsiteY42" fmla="*/ 1702847 h 4034620"/>
                <a:gd name="connsiteX43" fmla="*/ 6536344 w 6858000"/>
                <a:gd name="connsiteY43" fmla="*/ 2707919 h 4034620"/>
                <a:gd name="connsiteX44" fmla="*/ 5531299 w 6858000"/>
                <a:gd name="connsiteY44" fmla="*/ 3713005 h 4034620"/>
                <a:gd name="connsiteX0" fmla="*/ 5531299 w 6858000"/>
                <a:gd name="connsiteY0" fmla="*/ 1381217 h 4034620"/>
                <a:gd name="connsiteX1" fmla="*/ 5227189 w 6858000"/>
                <a:gd name="connsiteY1" fmla="*/ 1416257 h 4034620"/>
                <a:gd name="connsiteX2" fmla="*/ 3429000 w 6858000"/>
                <a:gd name="connsiteY2" fmla="*/ 0 h 4034620"/>
                <a:gd name="connsiteX3" fmla="*/ 1630824 w 6858000"/>
                <a:gd name="connsiteY3" fmla="*/ 1416244 h 4034620"/>
                <a:gd name="connsiteX4" fmla="*/ 1326702 w 6858000"/>
                <a:gd name="connsiteY4" fmla="*/ 1381204 h 4034620"/>
                <a:gd name="connsiteX5" fmla="*/ 0 w 6858000"/>
                <a:gd name="connsiteY5" fmla="*/ 2707906 h 4034620"/>
                <a:gd name="connsiteX6" fmla="*/ 1326702 w 6858000"/>
                <a:gd name="connsiteY6" fmla="*/ 4034607 h 4034620"/>
                <a:gd name="connsiteX7" fmla="*/ 2906921 w 6858000"/>
                <a:gd name="connsiteY7" fmla="*/ 4034607 h 4034620"/>
                <a:gd name="connsiteX8" fmla="*/ 3952204 w 6858000"/>
                <a:gd name="connsiteY8" fmla="*/ 4034620 h 4034620"/>
                <a:gd name="connsiteX9" fmla="*/ 5531299 w 6858000"/>
                <a:gd name="connsiteY9" fmla="*/ 4034620 h 4034620"/>
                <a:gd name="connsiteX10" fmla="*/ 6858000 w 6858000"/>
                <a:gd name="connsiteY10" fmla="*/ 2707919 h 4034620"/>
                <a:gd name="connsiteX11" fmla="*/ 5531299 w 6858000"/>
                <a:gd name="connsiteY11" fmla="*/ 1381217 h 4034620"/>
                <a:gd name="connsiteX12" fmla="*/ 3791376 w 6858000"/>
                <a:gd name="connsiteY12" fmla="*/ 2800100 h 4034620"/>
                <a:gd name="connsiteX13" fmla="*/ 3067723 w 6858000"/>
                <a:gd name="connsiteY13" fmla="*/ 2800100 h 4034620"/>
                <a:gd name="connsiteX14" fmla="*/ 2965241 w 6858000"/>
                <a:gd name="connsiteY14" fmla="*/ 2800100 h 4034620"/>
                <a:gd name="connsiteX15" fmla="*/ 3429549 w 6858000"/>
                <a:gd name="connsiteY15" fmla="*/ 2233619 h 4034620"/>
                <a:gd name="connsiteX16" fmla="*/ 3893857 w 6858000"/>
                <a:gd name="connsiteY16" fmla="*/ 2800100 h 4034620"/>
                <a:gd name="connsiteX17" fmla="*/ 3791376 w 6858000"/>
                <a:gd name="connsiteY17" fmla="*/ 2800100 h 4034620"/>
                <a:gd name="connsiteX18" fmla="*/ 5531299 w 6858000"/>
                <a:gd name="connsiteY18" fmla="*/ 3713005 h 4034620"/>
                <a:gd name="connsiteX19" fmla="*/ 3952204 w 6858000"/>
                <a:gd name="connsiteY19" fmla="*/ 3713005 h 4034620"/>
                <a:gd name="connsiteX20" fmla="*/ 4233623 w 6858000"/>
                <a:gd name="connsiteY20" fmla="*/ 3121729 h 4034620"/>
                <a:gd name="connsiteX21" fmla="*/ 4378981 w 6858000"/>
                <a:gd name="connsiteY21" fmla="*/ 3029709 h 4034620"/>
                <a:gd name="connsiteX22" fmla="*/ 4357991 w 6858000"/>
                <a:gd name="connsiteY22" fmla="*/ 2858969 h 4034620"/>
                <a:gd name="connsiteX23" fmla="*/ 3553931 w 6858000"/>
                <a:gd name="connsiteY23" fmla="*/ 1878021 h 4034620"/>
                <a:gd name="connsiteX24" fmla="*/ 3429563 w 6858000"/>
                <a:gd name="connsiteY24" fmla="*/ 1819152 h 4034620"/>
                <a:gd name="connsiteX25" fmla="*/ 3305195 w 6858000"/>
                <a:gd name="connsiteY25" fmla="*/ 1878021 h 4034620"/>
                <a:gd name="connsiteX26" fmla="*/ 2501134 w 6858000"/>
                <a:gd name="connsiteY26" fmla="*/ 2858969 h 4034620"/>
                <a:gd name="connsiteX27" fmla="*/ 2480145 w 6858000"/>
                <a:gd name="connsiteY27" fmla="*/ 3029709 h 4034620"/>
                <a:gd name="connsiteX28" fmla="*/ 2625502 w 6858000"/>
                <a:gd name="connsiteY28" fmla="*/ 3121729 h 4034620"/>
                <a:gd name="connsiteX29" fmla="*/ 2906921 w 6858000"/>
                <a:gd name="connsiteY29" fmla="*/ 3121729 h 4034620"/>
                <a:gd name="connsiteX30" fmla="*/ 2906921 w 6858000"/>
                <a:gd name="connsiteY30" fmla="*/ 3713005 h 4034620"/>
                <a:gd name="connsiteX31" fmla="*/ 1326702 w 6858000"/>
                <a:gd name="connsiteY31" fmla="*/ 3713005 h 4034620"/>
                <a:gd name="connsiteX32" fmla="*/ 321629 w 6858000"/>
                <a:gd name="connsiteY32" fmla="*/ 2707932 h 4034620"/>
                <a:gd name="connsiteX33" fmla="*/ 1326702 w 6858000"/>
                <a:gd name="connsiteY33" fmla="*/ 1702860 h 4034620"/>
                <a:gd name="connsiteX34" fmla="*/ 1696538 w 6858000"/>
                <a:gd name="connsiteY34" fmla="*/ 1773007 h 4034620"/>
                <a:gd name="connsiteX35" fmla="*/ 1837006 w 6858000"/>
                <a:gd name="connsiteY35" fmla="*/ 1762091 h 4034620"/>
                <a:gd name="connsiteX36" fmla="*/ 1914989 w 6858000"/>
                <a:gd name="connsiteY36" fmla="*/ 1644715 h 4034620"/>
                <a:gd name="connsiteX37" fmla="*/ 3429000 w 6858000"/>
                <a:gd name="connsiteY37" fmla="*/ 321630 h 4034620"/>
                <a:gd name="connsiteX38" fmla="*/ 4942998 w 6858000"/>
                <a:gd name="connsiteY38" fmla="*/ 1644701 h 4034620"/>
                <a:gd name="connsiteX39" fmla="*/ 5020954 w 6858000"/>
                <a:gd name="connsiteY39" fmla="*/ 1762077 h 4034620"/>
                <a:gd name="connsiteX40" fmla="*/ 5161435 w 6858000"/>
                <a:gd name="connsiteY40" fmla="*/ 1772994 h 4034620"/>
                <a:gd name="connsiteX41" fmla="*/ 5531272 w 6858000"/>
                <a:gd name="connsiteY41" fmla="*/ 1702847 h 4034620"/>
                <a:gd name="connsiteX42" fmla="*/ 6536344 w 6858000"/>
                <a:gd name="connsiteY42" fmla="*/ 2707919 h 4034620"/>
                <a:gd name="connsiteX43" fmla="*/ 5531299 w 6858000"/>
                <a:gd name="connsiteY43" fmla="*/ 3713005 h 4034620"/>
                <a:gd name="connsiteX0" fmla="*/ 5531299 w 6858000"/>
                <a:gd name="connsiteY0" fmla="*/ 1381217 h 4034620"/>
                <a:gd name="connsiteX1" fmla="*/ 5227189 w 6858000"/>
                <a:gd name="connsiteY1" fmla="*/ 1416257 h 4034620"/>
                <a:gd name="connsiteX2" fmla="*/ 3429000 w 6858000"/>
                <a:gd name="connsiteY2" fmla="*/ 0 h 4034620"/>
                <a:gd name="connsiteX3" fmla="*/ 1630824 w 6858000"/>
                <a:gd name="connsiteY3" fmla="*/ 1416244 h 4034620"/>
                <a:gd name="connsiteX4" fmla="*/ 1326702 w 6858000"/>
                <a:gd name="connsiteY4" fmla="*/ 1381204 h 4034620"/>
                <a:gd name="connsiteX5" fmla="*/ 0 w 6858000"/>
                <a:gd name="connsiteY5" fmla="*/ 2707906 h 4034620"/>
                <a:gd name="connsiteX6" fmla="*/ 1326702 w 6858000"/>
                <a:gd name="connsiteY6" fmla="*/ 4034607 h 4034620"/>
                <a:gd name="connsiteX7" fmla="*/ 2906921 w 6858000"/>
                <a:gd name="connsiteY7" fmla="*/ 4034607 h 4034620"/>
                <a:gd name="connsiteX8" fmla="*/ 3952204 w 6858000"/>
                <a:gd name="connsiteY8" fmla="*/ 4034620 h 4034620"/>
                <a:gd name="connsiteX9" fmla="*/ 5531299 w 6858000"/>
                <a:gd name="connsiteY9" fmla="*/ 4034620 h 4034620"/>
                <a:gd name="connsiteX10" fmla="*/ 6858000 w 6858000"/>
                <a:gd name="connsiteY10" fmla="*/ 2707919 h 4034620"/>
                <a:gd name="connsiteX11" fmla="*/ 5531299 w 6858000"/>
                <a:gd name="connsiteY11" fmla="*/ 1381217 h 4034620"/>
                <a:gd name="connsiteX12" fmla="*/ 3893857 w 6858000"/>
                <a:gd name="connsiteY12" fmla="*/ 2800100 h 4034620"/>
                <a:gd name="connsiteX13" fmla="*/ 3067723 w 6858000"/>
                <a:gd name="connsiteY13" fmla="*/ 2800100 h 4034620"/>
                <a:gd name="connsiteX14" fmla="*/ 2965241 w 6858000"/>
                <a:gd name="connsiteY14" fmla="*/ 2800100 h 4034620"/>
                <a:gd name="connsiteX15" fmla="*/ 3429549 w 6858000"/>
                <a:gd name="connsiteY15" fmla="*/ 2233619 h 4034620"/>
                <a:gd name="connsiteX16" fmla="*/ 3893857 w 6858000"/>
                <a:gd name="connsiteY16" fmla="*/ 2800100 h 4034620"/>
                <a:gd name="connsiteX17" fmla="*/ 5531299 w 6858000"/>
                <a:gd name="connsiteY17" fmla="*/ 3713005 h 4034620"/>
                <a:gd name="connsiteX18" fmla="*/ 3952204 w 6858000"/>
                <a:gd name="connsiteY18" fmla="*/ 3713005 h 4034620"/>
                <a:gd name="connsiteX19" fmla="*/ 4233623 w 6858000"/>
                <a:gd name="connsiteY19" fmla="*/ 3121729 h 4034620"/>
                <a:gd name="connsiteX20" fmla="*/ 4378981 w 6858000"/>
                <a:gd name="connsiteY20" fmla="*/ 3029709 h 4034620"/>
                <a:gd name="connsiteX21" fmla="*/ 4357991 w 6858000"/>
                <a:gd name="connsiteY21" fmla="*/ 2858969 h 4034620"/>
                <a:gd name="connsiteX22" fmla="*/ 3553931 w 6858000"/>
                <a:gd name="connsiteY22" fmla="*/ 1878021 h 4034620"/>
                <a:gd name="connsiteX23" fmla="*/ 3429563 w 6858000"/>
                <a:gd name="connsiteY23" fmla="*/ 1819152 h 4034620"/>
                <a:gd name="connsiteX24" fmla="*/ 3305195 w 6858000"/>
                <a:gd name="connsiteY24" fmla="*/ 1878021 h 4034620"/>
                <a:gd name="connsiteX25" fmla="*/ 2501134 w 6858000"/>
                <a:gd name="connsiteY25" fmla="*/ 2858969 h 4034620"/>
                <a:gd name="connsiteX26" fmla="*/ 2480145 w 6858000"/>
                <a:gd name="connsiteY26" fmla="*/ 3029709 h 4034620"/>
                <a:gd name="connsiteX27" fmla="*/ 2625502 w 6858000"/>
                <a:gd name="connsiteY27" fmla="*/ 3121729 h 4034620"/>
                <a:gd name="connsiteX28" fmla="*/ 2906921 w 6858000"/>
                <a:gd name="connsiteY28" fmla="*/ 3121729 h 4034620"/>
                <a:gd name="connsiteX29" fmla="*/ 2906921 w 6858000"/>
                <a:gd name="connsiteY29" fmla="*/ 3713005 h 4034620"/>
                <a:gd name="connsiteX30" fmla="*/ 1326702 w 6858000"/>
                <a:gd name="connsiteY30" fmla="*/ 3713005 h 4034620"/>
                <a:gd name="connsiteX31" fmla="*/ 321629 w 6858000"/>
                <a:gd name="connsiteY31" fmla="*/ 2707932 h 4034620"/>
                <a:gd name="connsiteX32" fmla="*/ 1326702 w 6858000"/>
                <a:gd name="connsiteY32" fmla="*/ 1702860 h 4034620"/>
                <a:gd name="connsiteX33" fmla="*/ 1696538 w 6858000"/>
                <a:gd name="connsiteY33" fmla="*/ 1773007 h 4034620"/>
                <a:gd name="connsiteX34" fmla="*/ 1837006 w 6858000"/>
                <a:gd name="connsiteY34" fmla="*/ 1762091 h 4034620"/>
                <a:gd name="connsiteX35" fmla="*/ 1914989 w 6858000"/>
                <a:gd name="connsiteY35" fmla="*/ 1644715 h 4034620"/>
                <a:gd name="connsiteX36" fmla="*/ 3429000 w 6858000"/>
                <a:gd name="connsiteY36" fmla="*/ 321630 h 4034620"/>
                <a:gd name="connsiteX37" fmla="*/ 4942998 w 6858000"/>
                <a:gd name="connsiteY37" fmla="*/ 1644701 h 4034620"/>
                <a:gd name="connsiteX38" fmla="*/ 5020954 w 6858000"/>
                <a:gd name="connsiteY38" fmla="*/ 1762077 h 4034620"/>
                <a:gd name="connsiteX39" fmla="*/ 5161435 w 6858000"/>
                <a:gd name="connsiteY39" fmla="*/ 1772994 h 4034620"/>
                <a:gd name="connsiteX40" fmla="*/ 5531272 w 6858000"/>
                <a:gd name="connsiteY40" fmla="*/ 1702847 h 4034620"/>
                <a:gd name="connsiteX41" fmla="*/ 6536344 w 6858000"/>
                <a:gd name="connsiteY41" fmla="*/ 2707919 h 4034620"/>
                <a:gd name="connsiteX42" fmla="*/ 5531299 w 6858000"/>
                <a:gd name="connsiteY42" fmla="*/ 3713005 h 4034620"/>
                <a:gd name="connsiteX0" fmla="*/ 5531299 w 6858000"/>
                <a:gd name="connsiteY0" fmla="*/ 1381217 h 4034620"/>
                <a:gd name="connsiteX1" fmla="*/ 5227189 w 6858000"/>
                <a:gd name="connsiteY1" fmla="*/ 1416257 h 4034620"/>
                <a:gd name="connsiteX2" fmla="*/ 3429000 w 6858000"/>
                <a:gd name="connsiteY2" fmla="*/ 0 h 4034620"/>
                <a:gd name="connsiteX3" fmla="*/ 1630824 w 6858000"/>
                <a:gd name="connsiteY3" fmla="*/ 1416244 h 4034620"/>
                <a:gd name="connsiteX4" fmla="*/ 1326702 w 6858000"/>
                <a:gd name="connsiteY4" fmla="*/ 1381204 h 4034620"/>
                <a:gd name="connsiteX5" fmla="*/ 0 w 6858000"/>
                <a:gd name="connsiteY5" fmla="*/ 2707906 h 4034620"/>
                <a:gd name="connsiteX6" fmla="*/ 1326702 w 6858000"/>
                <a:gd name="connsiteY6" fmla="*/ 4034607 h 4034620"/>
                <a:gd name="connsiteX7" fmla="*/ 2906921 w 6858000"/>
                <a:gd name="connsiteY7" fmla="*/ 4034607 h 4034620"/>
                <a:gd name="connsiteX8" fmla="*/ 3952204 w 6858000"/>
                <a:gd name="connsiteY8" fmla="*/ 4034620 h 4034620"/>
                <a:gd name="connsiteX9" fmla="*/ 5531299 w 6858000"/>
                <a:gd name="connsiteY9" fmla="*/ 4034620 h 4034620"/>
                <a:gd name="connsiteX10" fmla="*/ 6858000 w 6858000"/>
                <a:gd name="connsiteY10" fmla="*/ 2707919 h 4034620"/>
                <a:gd name="connsiteX11" fmla="*/ 5531299 w 6858000"/>
                <a:gd name="connsiteY11" fmla="*/ 1381217 h 4034620"/>
                <a:gd name="connsiteX12" fmla="*/ 3893857 w 6858000"/>
                <a:gd name="connsiteY12" fmla="*/ 2800100 h 4034620"/>
                <a:gd name="connsiteX13" fmla="*/ 3067723 w 6858000"/>
                <a:gd name="connsiteY13" fmla="*/ 2800100 h 4034620"/>
                <a:gd name="connsiteX14" fmla="*/ 2965241 w 6858000"/>
                <a:gd name="connsiteY14" fmla="*/ 2800100 h 4034620"/>
                <a:gd name="connsiteX15" fmla="*/ 3429549 w 6858000"/>
                <a:gd name="connsiteY15" fmla="*/ 2233619 h 4034620"/>
                <a:gd name="connsiteX16" fmla="*/ 3893857 w 6858000"/>
                <a:gd name="connsiteY16" fmla="*/ 2800100 h 4034620"/>
                <a:gd name="connsiteX17" fmla="*/ 5531299 w 6858000"/>
                <a:gd name="connsiteY17" fmla="*/ 3713005 h 4034620"/>
                <a:gd name="connsiteX18" fmla="*/ 3952204 w 6858000"/>
                <a:gd name="connsiteY18" fmla="*/ 3713005 h 4034620"/>
                <a:gd name="connsiteX19" fmla="*/ 4233623 w 6858000"/>
                <a:gd name="connsiteY19" fmla="*/ 3121729 h 4034620"/>
                <a:gd name="connsiteX20" fmla="*/ 4378981 w 6858000"/>
                <a:gd name="connsiteY20" fmla="*/ 3029709 h 4034620"/>
                <a:gd name="connsiteX21" fmla="*/ 4357991 w 6858000"/>
                <a:gd name="connsiteY21" fmla="*/ 2858969 h 4034620"/>
                <a:gd name="connsiteX22" fmla="*/ 3553931 w 6858000"/>
                <a:gd name="connsiteY22" fmla="*/ 1878021 h 4034620"/>
                <a:gd name="connsiteX23" fmla="*/ 3429563 w 6858000"/>
                <a:gd name="connsiteY23" fmla="*/ 1819152 h 4034620"/>
                <a:gd name="connsiteX24" fmla="*/ 3305195 w 6858000"/>
                <a:gd name="connsiteY24" fmla="*/ 1878021 h 4034620"/>
                <a:gd name="connsiteX25" fmla="*/ 2501134 w 6858000"/>
                <a:gd name="connsiteY25" fmla="*/ 2858969 h 4034620"/>
                <a:gd name="connsiteX26" fmla="*/ 2480145 w 6858000"/>
                <a:gd name="connsiteY26" fmla="*/ 3029709 h 4034620"/>
                <a:gd name="connsiteX27" fmla="*/ 2625502 w 6858000"/>
                <a:gd name="connsiteY27" fmla="*/ 3121729 h 4034620"/>
                <a:gd name="connsiteX28" fmla="*/ 2906921 w 6858000"/>
                <a:gd name="connsiteY28" fmla="*/ 3713005 h 4034620"/>
                <a:gd name="connsiteX29" fmla="*/ 1326702 w 6858000"/>
                <a:gd name="connsiteY29" fmla="*/ 3713005 h 4034620"/>
                <a:gd name="connsiteX30" fmla="*/ 321629 w 6858000"/>
                <a:gd name="connsiteY30" fmla="*/ 2707932 h 4034620"/>
                <a:gd name="connsiteX31" fmla="*/ 1326702 w 6858000"/>
                <a:gd name="connsiteY31" fmla="*/ 1702860 h 4034620"/>
                <a:gd name="connsiteX32" fmla="*/ 1696538 w 6858000"/>
                <a:gd name="connsiteY32" fmla="*/ 1773007 h 4034620"/>
                <a:gd name="connsiteX33" fmla="*/ 1837006 w 6858000"/>
                <a:gd name="connsiteY33" fmla="*/ 1762091 h 4034620"/>
                <a:gd name="connsiteX34" fmla="*/ 1914989 w 6858000"/>
                <a:gd name="connsiteY34" fmla="*/ 1644715 h 4034620"/>
                <a:gd name="connsiteX35" fmla="*/ 3429000 w 6858000"/>
                <a:gd name="connsiteY35" fmla="*/ 321630 h 4034620"/>
                <a:gd name="connsiteX36" fmla="*/ 4942998 w 6858000"/>
                <a:gd name="connsiteY36" fmla="*/ 1644701 h 4034620"/>
                <a:gd name="connsiteX37" fmla="*/ 5020954 w 6858000"/>
                <a:gd name="connsiteY37" fmla="*/ 1762077 h 4034620"/>
                <a:gd name="connsiteX38" fmla="*/ 5161435 w 6858000"/>
                <a:gd name="connsiteY38" fmla="*/ 1772994 h 4034620"/>
                <a:gd name="connsiteX39" fmla="*/ 5531272 w 6858000"/>
                <a:gd name="connsiteY39" fmla="*/ 1702847 h 4034620"/>
                <a:gd name="connsiteX40" fmla="*/ 6536344 w 6858000"/>
                <a:gd name="connsiteY40" fmla="*/ 2707919 h 4034620"/>
                <a:gd name="connsiteX41" fmla="*/ 5531299 w 6858000"/>
                <a:gd name="connsiteY41" fmla="*/ 3713005 h 4034620"/>
                <a:gd name="connsiteX0" fmla="*/ 5531299 w 6858000"/>
                <a:gd name="connsiteY0" fmla="*/ 1381217 h 4034620"/>
                <a:gd name="connsiteX1" fmla="*/ 5227189 w 6858000"/>
                <a:gd name="connsiteY1" fmla="*/ 1416257 h 4034620"/>
                <a:gd name="connsiteX2" fmla="*/ 3429000 w 6858000"/>
                <a:gd name="connsiteY2" fmla="*/ 0 h 4034620"/>
                <a:gd name="connsiteX3" fmla="*/ 1630824 w 6858000"/>
                <a:gd name="connsiteY3" fmla="*/ 1416244 h 4034620"/>
                <a:gd name="connsiteX4" fmla="*/ 1326702 w 6858000"/>
                <a:gd name="connsiteY4" fmla="*/ 1381204 h 4034620"/>
                <a:gd name="connsiteX5" fmla="*/ 0 w 6858000"/>
                <a:gd name="connsiteY5" fmla="*/ 2707906 h 4034620"/>
                <a:gd name="connsiteX6" fmla="*/ 1326702 w 6858000"/>
                <a:gd name="connsiteY6" fmla="*/ 4034607 h 4034620"/>
                <a:gd name="connsiteX7" fmla="*/ 2906921 w 6858000"/>
                <a:gd name="connsiteY7" fmla="*/ 4034607 h 4034620"/>
                <a:gd name="connsiteX8" fmla="*/ 3952204 w 6858000"/>
                <a:gd name="connsiteY8" fmla="*/ 4034620 h 4034620"/>
                <a:gd name="connsiteX9" fmla="*/ 5531299 w 6858000"/>
                <a:gd name="connsiteY9" fmla="*/ 4034620 h 4034620"/>
                <a:gd name="connsiteX10" fmla="*/ 6858000 w 6858000"/>
                <a:gd name="connsiteY10" fmla="*/ 2707919 h 4034620"/>
                <a:gd name="connsiteX11" fmla="*/ 5531299 w 6858000"/>
                <a:gd name="connsiteY11" fmla="*/ 1381217 h 4034620"/>
                <a:gd name="connsiteX12" fmla="*/ 3893857 w 6858000"/>
                <a:gd name="connsiteY12" fmla="*/ 2800100 h 4034620"/>
                <a:gd name="connsiteX13" fmla="*/ 3067723 w 6858000"/>
                <a:gd name="connsiteY13" fmla="*/ 2800100 h 4034620"/>
                <a:gd name="connsiteX14" fmla="*/ 2965241 w 6858000"/>
                <a:gd name="connsiteY14" fmla="*/ 2800100 h 4034620"/>
                <a:gd name="connsiteX15" fmla="*/ 3429549 w 6858000"/>
                <a:gd name="connsiteY15" fmla="*/ 2233619 h 4034620"/>
                <a:gd name="connsiteX16" fmla="*/ 3893857 w 6858000"/>
                <a:gd name="connsiteY16" fmla="*/ 2800100 h 4034620"/>
                <a:gd name="connsiteX17" fmla="*/ 5531299 w 6858000"/>
                <a:gd name="connsiteY17" fmla="*/ 3713005 h 4034620"/>
                <a:gd name="connsiteX18" fmla="*/ 3952204 w 6858000"/>
                <a:gd name="connsiteY18" fmla="*/ 3713005 h 4034620"/>
                <a:gd name="connsiteX19" fmla="*/ 4233623 w 6858000"/>
                <a:gd name="connsiteY19" fmla="*/ 3121729 h 4034620"/>
                <a:gd name="connsiteX20" fmla="*/ 4378981 w 6858000"/>
                <a:gd name="connsiteY20" fmla="*/ 3029709 h 4034620"/>
                <a:gd name="connsiteX21" fmla="*/ 4357991 w 6858000"/>
                <a:gd name="connsiteY21" fmla="*/ 2858969 h 4034620"/>
                <a:gd name="connsiteX22" fmla="*/ 3553931 w 6858000"/>
                <a:gd name="connsiteY22" fmla="*/ 1878021 h 4034620"/>
                <a:gd name="connsiteX23" fmla="*/ 3429563 w 6858000"/>
                <a:gd name="connsiteY23" fmla="*/ 1819152 h 4034620"/>
                <a:gd name="connsiteX24" fmla="*/ 3305195 w 6858000"/>
                <a:gd name="connsiteY24" fmla="*/ 1878021 h 4034620"/>
                <a:gd name="connsiteX25" fmla="*/ 2480145 w 6858000"/>
                <a:gd name="connsiteY25" fmla="*/ 3029709 h 4034620"/>
                <a:gd name="connsiteX26" fmla="*/ 2625502 w 6858000"/>
                <a:gd name="connsiteY26" fmla="*/ 3121729 h 4034620"/>
                <a:gd name="connsiteX27" fmla="*/ 2906921 w 6858000"/>
                <a:gd name="connsiteY27" fmla="*/ 3713005 h 4034620"/>
                <a:gd name="connsiteX28" fmla="*/ 1326702 w 6858000"/>
                <a:gd name="connsiteY28" fmla="*/ 3713005 h 4034620"/>
                <a:gd name="connsiteX29" fmla="*/ 321629 w 6858000"/>
                <a:gd name="connsiteY29" fmla="*/ 2707932 h 4034620"/>
                <a:gd name="connsiteX30" fmla="*/ 1326702 w 6858000"/>
                <a:gd name="connsiteY30" fmla="*/ 1702860 h 4034620"/>
                <a:gd name="connsiteX31" fmla="*/ 1696538 w 6858000"/>
                <a:gd name="connsiteY31" fmla="*/ 1773007 h 4034620"/>
                <a:gd name="connsiteX32" fmla="*/ 1837006 w 6858000"/>
                <a:gd name="connsiteY32" fmla="*/ 1762091 h 4034620"/>
                <a:gd name="connsiteX33" fmla="*/ 1914989 w 6858000"/>
                <a:gd name="connsiteY33" fmla="*/ 1644715 h 4034620"/>
                <a:gd name="connsiteX34" fmla="*/ 3429000 w 6858000"/>
                <a:gd name="connsiteY34" fmla="*/ 321630 h 4034620"/>
                <a:gd name="connsiteX35" fmla="*/ 4942998 w 6858000"/>
                <a:gd name="connsiteY35" fmla="*/ 1644701 h 4034620"/>
                <a:gd name="connsiteX36" fmla="*/ 5020954 w 6858000"/>
                <a:gd name="connsiteY36" fmla="*/ 1762077 h 4034620"/>
                <a:gd name="connsiteX37" fmla="*/ 5161435 w 6858000"/>
                <a:gd name="connsiteY37" fmla="*/ 1772994 h 4034620"/>
                <a:gd name="connsiteX38" fmla="*/ 5531272 w 6858000"/>
                <a:gd name="connsiteY38" fmla="*/ 1702847 h 4034620"/>
                <a:gd name="connsiteX39" fmla="*/ 6536344 w 6858000"/>
                <a:gd name="connsiteY39" fmla="*/ 2707919 h 4034620"/>
                <a:gd name="connsiteX40" fmla="*/ 5531299 w 6858000"/>
                <a:gd name="connsiteY40" fmla="*/ 3713005 h 4034620"/>
                <a:gd name="connsiteX0" fmla="*/ 5531299 w 6858000"/>
                <a:gd name="connsiteY0" fmla="*/ 1381217 h 4034620"/>
                <a:gd name="connsiteX1" fmla="*/ 5227189 w 6858000"/>
                <a:gd name="connsiteY1" fmla="*/ 1416257 h 4034620"/>
                <a:gd name="connsiteX2" fmla="*/ 3429000 w 6858000"/>
                <a:gd name="connsiteY2" fmla="*/ 0 h 4034620"/>
                <a:gd name="connsiteX3" fmla="*/ 1630824 w 6858000"/>
                <a:gd name="connsiteY3" fmla="*/ 1416244 h 4034620"/>
                <a:gd name="connsiteX4" fmla="*/ 1326702 w 6858000"/>
                <a:gd name="connsiteY4" fmla="*/ 1381204 h 4034620"/>
                <a:gd name="connsiteX5" fmla="*/ 0 w 6858000"/>
                <a:gd name="connsiteY5" fmla="*/ 2707906 h 4034620"/>
                <a:gd name="connsiteX6" fmla="*/ 1326702 w 6858000"/>
                <a:gd name="connsiteY6" fmla="*/ 4034607 h 4034620"/>
                <a:gd name="connsiteX7" fmla="*/ 2906921 w 6858000"/>
                <a:gd name="connsiteY7" fmla="*/ 4034607 h 4034620"/>
                <a:gd name="connsiteX8" fmla="*/ 3952204 w 6858000"/>
                <a:gd name="connsiteY8" fmla="*/ 4034620 h 4034620"/>
                <a:gd name="connsiteX9" fmla="*/ 5531299 w 6858000"/>
                <a:gd name="connsiteY9" fmla="*/ 4034620 h 4034620"/>
                <a:gd name="connsiteX10" fmla="*/ 6858000 w 6858000"/>
                <a:gd name="connsiteY10" fmla="*/ 2707919 h 4034620"/>
                <a:gd name="connsiteX11" fmla="*/ 5531299 w 6858000"/>
                <a:gd name="connsiteY11" fmla="*/ 1381217 h 4034620"/>
                <a:gd name="connsiteX12" fmla="*/ 3893857 w 6858000"/>
                <a:gd name="connsiteY12" fmla="*/ 2800100 h 4034620"/>
                <a:gd name="connsiteX13" fmla="*/ 3067723 w 6858000"/>
                <a:gd name="connsiteY13" fmla="*/ 2800100 h 4034620"/>
                <a:gd name="connsiteX14" fmla="*/ 2965241 w 6858000"/>
                <a:gd name="connsiteY14" fmla="*/ 2800100 h 4034620"/>
                <a:gd name="connsiteX15" fmla="*/ 3429549 w 6858000"/>
                <a:gd name="connsiteY15" fmla="*/ 2233619 h 4034620"/>
                <a:gd name="connsiteX16" fmla="*/ 3893857 w 6858000"/>
                <a:gd name="connsiteY16" fmla="*/ 2800100 h 4034620"/>
                <a:gd name="connsiteX17" fmla="*/ 5531299 w 6858000"/>
                <a:gd name="connsiteY17" fmla="*/ 3713005 h 4034620"/>
                <a:gd name="connsiteX18" fmla="*/ 3952204 w 6858000"/>
                <a:gd name="connsiteY18" fmla="*/ 3713005 h 4034620"/>
                <a:gd name="connsiteX19" fmla="*/ 4378981 w 6858000"/>
                <a:gd name="connsiteY19" fmla="*/ 3029709 h 4034620"/>
                <a:gd name="connsiteX20" fmla="*/ 4357991 w 6858000"/>
                <a:gd name="connsiteY20" fmla="*/ 2858969 h 4034620"/>
                <a:gd name="connsiteX21" fmla="*/ 3553931 w 6858000"/>
                <a:gd name="connsiteY21" fmla="*/ 1878021 h 4034620"/>
                <a:gd name="connsiteX22" fmla="*/ 3429563 w 6858000"/>
                <a:gd name="connsiteY22" fmla="*/ 1819152 h 4034620"/>
                <a:gd name="connsiteX23" fmla="*/ 3305195 w 6858000"/>
                <a:gd name="connsiteY23" fmla="*/ 1878021 h 4034620"/>
                <a:gd name="connsiteX24" fmla="*/ 2480145 w 6858000"/>
                <a:gd name="connsiteY24" fmla="*/ 3029709 h 4034620"/>
                <a:gd name="connsiteX25" fmla="*/ 2625502 w 6858000"/>
                <a:gd name="connsiteY25" fmla="*/ 3121729 h 4034620"/>
                <a:gd name="connsiteX26" fmla="*/ 2906921 w 6858000"/>
                <a:gd name="connsiteY26" fmla="*/ 3713005 h 4034620"/>
                <a:gd name="connsiteX27" fmla="*/ 1326702 w 6858000"/>
                <a:gd name="connsiteY27" fmla="*/ 3713005 h 4034620"/>
                <a:gd name="connsiteX28" fmla="*/ 321629 w 6858000"/>
                <a:gd name="connsiteY28" fmla="*/ 2707932 h 4034620"/>
                <a:gd name="connsiteX29" fmla="*/ 1326702 w 6858000"/>
                <a:gd name="connsiteY29" fmla="*/ 1702860 h 4034620"/>
                <a:gd name="connsiteX30" fmla="*/ 1696538 w 6858000"/>
                <a:gd name="connsiteY30" fmla="*/ 1773007 h 4034620"/>
                <a:gd name="connsiteX31" fmla="*/ 1837006 w 6858000"/>
                <a:gd name="connsiteY31" fmla="*/ 1762091 h 4034620"/>
                <a:gd name="connsiteX32" fmla="*/ 1914989 w 6858000"/>
                <a:gd name="connsiteY32" fmla="*/ 1644715 h 4034620"/>
                <a:gd name="connsiteX33" fmla="*/ 3429000 w 6858000"/>
                <a:gd name="connsiteY33" fmla="*/ 321630 h 4034620"/>
                <a:gd name="connsiteX34" fmla="*/ 4942998 w 6858000"/>
                <a:gd name="connsiteY34" fmla="*/ 1644701 h 4034620"/>
                <a:gd name="connsiteX35" fmla="*/ 5020954 w 6858000"/>
                <a:gd name="connsiteY35" fmla="*/ 1762077 h 4034620"/>
                <a:gd name="connsiteX36" fmla="*/ 5161435 w 6858000"/>
                <a:gd name="connsiteY36" fmla="*/ 1772994 h 4034620"/>
                <a:gd name="connsiteX37" fmla="*/ 5531272 w 6858000"/>
                <a:gd name="connsiteY37" fmla="*/ 1702847 h 4034620"/>
                <a:gd name="connsiteX38" fmla="*/ 6536344 w 6858000"/>
                <a:gd name="connsiteY38" fmla="*/ 2707919 h 4034620"/>
                <a:gd name="connsiteX39" fmla="*/ 5531299 w 6858000"/>
                <a:gd name="connsiteY39" fmla="*/ 3713005 h 4034620"/>
                <a:gd name="connsiteX0" fmla="*/ 5531299 w 6858000"/>
                <a:gd name="connsiteY0" fmla="*/ 1381217 h 4034620"/>
                <a:gd name="connsiteX1" fmla="*/ 5227189 w 6858000"/>
                <a:gd name="connsiteY1" fmla="*/ 1416257 h 4034620"/>
                <a:gd name="connsiteX2" fmla="*/ 3429000 w 6858000"/>
                <a:gd name="connsiteY2" fmla="*/ 0 h 4034620"/>
                <a:gd name="connsiteX3" fmla="*/ 1630824 w 6858000"/>
                <a:gd name="connsiteY3" fmla="*/ 1416244 h 4034620"/>
                <a:gd name="connsiteX4" fmla="*/ 1326702 w 6858000"/>
                <a:gd name="connsiteY4" fmla="*/ 1381204 h 4034620"/>
                <a:gd name="connsiteX5" fmla="*/ 0 w 6858000"/>
                <a:gd name="connsiteY5" fmla="*/ 2707906 h 4034620"/>
                <a:gd name="connsiteX6" fmla="*/ 1326702 w 6858000"/>
                <a:gd name="connsiteY6" fmla="*/ 4034607 h 4034620"/>
                <a:gd name="connsiteX7" fmla="*/ 2906921 w 6858000"/>
                <a:gd name="connsiteY7" fmla="*/ 4034607 h 4034620"/>
                <a:gd name="connsiteX8" fmla="*/ 3952204 w 6858000"/>
                <a:gd name="connsiteY8" fmla="*/ 4034620 h 4034620"/>
                <a:gd name="connsiteX9" fmla="*/ 5531299 w 6858000"/>
                <a:gd name="connsiteY9" fmla="*/ 4034620 h 4034620"/>
                <a:gd name="connsiteX10" fmla="*/ 6858000 w 6858000"/>
                <a:gd name="connsiteY10" fmla="*/ 2707919 h 4034620"/>
                <a:gd name="connsiteX11" fmla="*/ 5531299 w 6858000"/>
                <a:gd name="connsiteY11" fmla="*/ 1381217 h 4034620"/>
                <a:gd name="connsiteX12" fmla="*/ 3893857 w 6858000"/>
                <a:gd name="connsiteY12" fmla="*/ 2800100 h 4034620"/>
                <a:gd name="connsiteX13" fmla="*/ 3067723 w 6858000"/>
                <a:gd name="connsiteY13" fmla="*/ 2800100 h 4034620"/>
                <a:gd name="connsiteX14" fmla="*/ 2965241 w 6858000"/>
                <a:gd name="connsiteY14" fmla="*/ 2800100 h 4034620"/>
                <a:gd name="connsiteX15" fmla="*/ 3893857 w 6858000"/>
                <a:gd name="connsiteY15" fmla="*/ 2800100 h 4034620"/>
                <a:gd name="connsiteX16" fmla="*/ 5531299 w 6858000"/>
                <a:gd name="connsiteY16" fmla="*/ 3713005 h 4034620"/>
                <a:gd name="connsiteX17" fmla="*/ 3952204 w 6858000"/>
                <a:gd name="connsiteY17" fmla="*/ 3713005 h 4034620"/>
                <a:gd name="connsiteX18" fmla="*/ 4378981 w 6858000"/>
                <a:gd name="connsiteY18" fmla="*/ 3029709 h 4034620"/>
                <a:gd name="connsiteX19" fmla="*/ 4357991 w 6858000"/>
                <a:gd name="connsiteY19" fmla="*/ 2858969 h 4034620"/>
                <a:gd name="connsiteX20" fmla="*/ 3553931 w 6858000"/>
                <a:gd name="connsiteY20" fmla="*/ 1878021 h 4034620"/>
                <a:gd name="connsiteX21" fmla="*/ 3429563 w 6858000"/>
                <a:gd name="connsiteY21" fmla="*/ 1819152 h 4034620"/>
                <a:gd name="connsiteX22" fmla="*/ 3305195 w 6858000"/>
                <a:gd name="connsiteY22" fmla="*/ 1878021 h 4034620"/>
                <a:gd name="connsiteX23" fmla="*/ 2480145 w 6858000"/>
                <a:gd name="connsiteY23" fmla="*/ 3029709 h 4034620"/>
                <a:gd name="connsiteX24" fmla="*/ 2625502 w 6858000"/>
                <a:gd name="connsiteY24" fmla="*/ 3121729 h 4034620"/>
                <a:gd name="connsiteX25" fmla="*/ 2906921 w 6858000"/>
                <a:gd name="connsiteY25" fmla="*/ 3713005 h 4034620"/>
                <a:gd name="connsiteX26" fmla="*/ 1326702 w 6858000"/>
                <a:gd name="connsiteY26" fmla="*/ 3713005 h 4034620"/>
                <a:gd name="connsiteX27" fmla="*/ 321629 w 6858000"/>
                <a:gd name="connsiteY27" fmla="*/ 2707932 h 4034620"/>
                <a:gd name="connsiteX28" fmla="*/ 1326702 w 6858000"/>
                <a:gd name="connsiteY28" fmla="*/ 1702860 h 4034620"/>
                <a:gd name="connsiteX29" fmla="*/ 1696538 w 6858000"/>
                <a:gd name="connsiteY29" fmla="*/ 1773007 h 4034620"/>
                <a:gd name="connsiteX30" fmla="*/ 1837006 w 6858000"/>
                <a:gd name="connsiteY30" fmla="*/ 1762091 h 4034620"/>
                <a:gd name="connsiteX31" fmla="*/ 1914989 w 6858000"/>
                <a:gd name="connsiteY31" fmla="*/ 1644715 h 4034620"/>
                <a:gd name="connsiteX32" fmla="*/ 3429000 w 6858000"/>
                <a:gd name="connsiteY32" fmla="*/ 321630 h 4034620"/>
                <a:gd name="connsiteX33" fmla="*/ 4942998 w 6858000"/>
                <a:gd name="connsiteY33" fmla="*/ 1644701 h 4034620"/>
                <a:gd name="connsiteX34" fmla="*/ 5020954 w 6858000"/>
                <a:gd name="connsiteY34" fmla="*/ 1762077 h 4034620"/>
                <a:gd name="connsiteX35" fmla="*/ 5161435 w 6858000"/>
                <a:gd name="connsiteY35" fmla="*/ 1772994 h 4034620"/>
                <a:gd name="connsiteX36" fmla="*/ 5531272 w 6858000"/>
                <a:gd name="connsiteY36" fmla="*/ 1702847 h 4034620"/>
                <a:gd name="connsiteX37" fmla="*/ 6536344 w 6858000"/>
                <a:gd name="connsiteY37" fmla="*/ 2707919 h 4034620"/>
                <a:gd name="connsiteX38" fmla="*/ 5531299 w 6858000"/>
                <a:gd name="connsiteY38" fmla="*/ 3713005 h 4034620"/>
                <a:gd name="connsiteX0" fmla="*/ 5531299 w 6858000"/>
                <a:gd name="connsiteY0" fmla="*/ 1381217 h 4034620"/>
                <a:gd name="connsiteX1" fmla="*/ 5227189 w 6858000"/>
                <a:gd name="connsiteY1" fmla="*/ 1416257 h 4034620"/>
                <a:gd name="connsiteX2" fmla="*/ 3429000 w 6858000"/>
                <a:gd name="connsiteY2" fmla="*/ 0 h 4034620"/>
                <a:gd name="connsiteX3" fmla="*/ 1630824 w 6858000"/>
                <a:gd name="connsiteY3" fmla="*/ 1416244 h 4034620"/>
                <a:gd name="connsiteX4" fmla="*/ 1326702 w 6858000"/>
                <a:gd name="connsiteY4" fmla="*/ 1381204 h 4034620"/>
                <a:gd name="connsiteX5" fmla="*/ 0 w 6858000"/>
                <a:gd name="connsiteY5" fmla="*/ 2707906 h 4034620"/>
                <a:gd name="connsiteX6" fmla="*/ 1326702 w 6858000"/>
                <a:gd name="connsiteY6" fmla="*/ 4034607 h 4034620"/>
                <a:gd name="connsiteX7" fmla="*/ 2906921 w 6858000"/>
                <a:gd name="connsiteY7" fmla="*/ 4034607 h 4034620"/>
                <a:gd name="connsiteX8" fmla="*/ 3952204 w 6858000"/>
                <a:gd name="connsiteY8" fmla="*/ 4034620 h 4034620"/>
                <a:gd name="connsiteX9" fmla="*/ 5531299 w 6858000"/>
                <a:gd name="connsiteY9" fmla="*/ 4034620 h 4034620"/>
                <a:gd name="connsiteX10" fmla="*/ 6858000 w 6858000"/>
                <a:gd name="connsiteY10" fmla="*/ 2707919 h 4034620"/>
                <a:gd name="connsiteX11" fmla="*/ 5531299 w 6858000"/>
                <a:gd name="connsiteY11" fmla="*/ 1381217 h 4034620"/>
                <a:gd name="connsiteX12" fmla="*/ 2965241 w 6858000"/>
                <a:gd name="connsiteY12" fmla="*/ 2800100 h 4034620"/>
                <a:gd name="connsiteX13" fmla="*/ 3067723 w 6858000"/>
                <a:gd name="connsiteY13" fmla="*/ 2800100 h 4034620"/>
                <a:gd name="connsiteX14" fmla="*/ 2965241 w 6858000"/>
                <a:gd name="connsiteY14" fmla="*/ 2800100 h 4034620"/>
                <a:gd name="connsiteX15" fmla="*/ 5531299 w 6858000"/>
                <a:gd name="connsiteY15" fmla="*/ 3713005 h 4034620"/>
                <a:gd name="connsiteX16" fmla="*/ 3952204 w 6858000"/>
                <a:gd name="connsiteY16" fmla="*/ 3713005 h 4034620"/>
                <a:gd name="connsiteX17" fmla="*/ 4378981 w 6858000"/>
                <a:gd name="connsiteY17" fmla="*/ 3029709 h 4034620"/>
                <a:gd name="connsiteX18" fmla="*/ 4357991 w 6858000"/>
                <a:gd name="connsiteY18" fmla="*/ 2858969 h 4034620"/>
                <a:gd name="connsiteX19" fmla="*/ 3553931 w 6858000"/>
                <a:gd name="connsiteY19" fmla="*/ 1878021 h 4034620"/>
                <a:gd name="connsiteX20" fmla="*/ 3429563 w 6858000"/>
                <a:gd name="connsiteY20" fmla="*/ 1819152 h 4034620"/>
                <a:gd name="connsiteX21" fmla="*/ 3305195 w 6858000"/>
                <a:gd name="connsiteY21" fmla="*/ 1878021 h 4034620"/>
                <a:gd name="connsiteX22" fmla="*/ 2480145 w 6858000"/>
                <a:gd name="connsiteY22" fmla="*/ 3029709 h 4034620"/>
                <a:gd name="connsiteX23" fmla="*/ 2625502 w 6858000"/>
                <a:gd name="connsiteY23" fmla="*/ 3121729 h 4034620"/>
                <a:gd name="connsiteX24" fmla="*/ 2906921 w 6858000"/>
                <a:gd name="connsiteY24" fmla="*/ 3713005 h 4034620"/>
                <a:gd name="connsiteX25" fmla="*/ 1326702 w 6858000"/>
                <a:gd name="connsiteY25" fmla="*/ 3713005 h 4034620"/>
                <a:gd name="connsiteX26" fmla="*/ 321629 w 6858000"/>
                <a:gd name="connsiteY26" fmla="*/ 2707932 h 4034620"/>
                <a:gd name="connsiteX27" fmla="*/ 1326702 w 6858000"/>
                <a:gd name="connsiteY27" fmla="*/ 1702860 h 4034620"/>
                <a:gd name="connsiteX28" fmla="*/ 1696538 w 6858000"/>
                <a:gd name="connsiteY28" fmla="*/ 1773007 h 4034620"/>
                <a:gd name="connsiteX29" fmla="*/ 1837006 w 6858000"/>
                <a:gd name="connsiteY29" fmla="*/ 1762091 h 4034620"/>
                <a:gd name="connsiteX30" fmla="*/ 1914989 w 6858000"/>
                <a:gd name="connsiteY30" fmla="*/ 1644715 h 4034620"/>
                <a:gd name="connsiteX31" fmla="*/ 3429000 w 6858000"/>
                <a:gd name="connsiteY31" fmla="*/ 321630 h 4034620"/>
                <a:gd name="connsiteX32" fmla="*/ 4942998 w 6858000"/>
                <a:gd name="connsiteY32" fmla="*/ 1644701 h 4034620"/>
                <a:gd name="connsiteX33" fmla="*/ 5020954 w 6858000"/>
                <a:gd name="connsiteY33" fmla="*/ 1762077 h 4034620"/>
                <a:gd name="connsiteX34" fmla="*/ 5161435 w 6858000"/>
                <a:gd name="connsiteY34" fmla="*/ 1772994 h 4034620"/>
                <a:gd name="connsiteX35" fmla="*/ 5531272 w 6858000"/>
                <a:gd name="connsiteY35" fmla="*/ 1702847 h 4034620"/>
                <a:gd name="connsiteX36" fmla="*/ 6536344 w 6858000"/>
                <a:gd name="connsiteY36" fmla="*/ 2707919 h 4034620"/>
                <a:gd name="connsiteX37" fmla="*/ 5531299 w 6858000"/>
                <a:gd name="connsiteY37" fmla="*/ 3713005 h 4034620"/>
                <a:gd name="connsiteX0" fmla="*/ 5531299 w 6858000"/>
                <a:gd name="connsiteY0" fmla="*/ 1381217 h 4034620"/>
                <a:gd name="connsiteX1" fmla="*/ 5227189 w 6858000"/>
                <a:gd name="connsiteY1" fmla="*/ 1416257 h 4034620"/>
                <a:gd name="connsiteX2" fmla="*/ 3429000 w 6858000"/>
                <a:gd name="connsiteY2" fmla="*/ 0 h 4034620"/>
                <a:gd name="connsiteX3" fmla="*/ 1630824 w 6858000"/>
                <a:gd name="connsiteY3" fmla="*/ 1416244 h 4034620"/>
                <a:gd name="connsiteX4" fmla="*/ 1326702 w 6858000"/>
                <a:gd name="connsiteY4" fmla="*/ 1381204 h 4034620"/>
                <a:gd name="connsiteX5" fmla="*/ 0 w 6858000"/>
                <a:gd name="connsiteY5" fmla="*/ 2707906 h 4034620"/>
                <a:gd name="connsiteX6" fmla="*/ 1326702 w 6858000"/>
                <a:gd name="connsiteY6" fmla="*/ 4034607 h 4034620"/>
                <a:gd name="connsiteX7" fmla="*/ 2906921 w 6858000"/>
                <a:gd name="connsiteY7" fmla="*/ 4034607 h 4034620"/>
                <a:gd name="connsiteX8" fmla="*/ 3952204 w 6858000"/>
                <a:gd name="connsiteY8" fmla="*/ 4034620 h 4034620"/>
                <a:gd name="connsiteX9" fmla="*/ 5531299 w 6858000"/>
                <a:gd name="connsiteY9" fmla="*/ 4034620 h 4034620"/>
                <a:gd name="connsiteX10" fmla="*/ 6858000 w 6858000"/>
                <a:gd name="connsiteY10" fmla="*/ 2707919 h 4034620"/>
                <a:gd name="connsiteX11" fmla="*/ 5531299 w 6858000"/>
                <a:gd name="connsiteY11" fmla="*/ 1381217 h 4034620"/>
                <a:gd name="connsiteX12" fmla="*/ 5531299 w 6858000"/>
                <a:gd name="connsiteY12" fmla="*/ 3713005 h 4034620"/>
                <a:gd name="connsiteX13" fmla="*/ 3952204 w 6858000"/>
                <a:gd name="connsiteY13" fmla="*/ 3713005 h 4034620"/>
                <a:gd name="connsiteX14" fmla="*/ 4378981 w 6858000"/>
                <a:gd name="connsiteY14" fmla="*/ 3029709 h 4034620"/>
                <a:gd name="connsiteX15" fmla="*/ 4357991 w 6858000"/>
                <a:gd name="connsiteY15" fmla="*/ 2858969 h 4034620"/>
                <a:gd name="connsiteX16" fmla="*/ 3553931 w 6858000"/>
                <a:gd name="connsiteY16" fmla="*/ 1878021 h 4034620"/>
                <a:gd name="connsiteX17" fmla="*/ 3429563 w 6858000"/>
                <a:gd name="connsiteY17" fmla="*/ 1819152 h 4034620"/>
                <a:gd name="connsiteX18" fmla="*/ 3305195 w 6858000"/>
                <a:gd name="connsiteY18" fmla="*/ 1878021 h 4034620"/>
                <a:gd name="connsiteX19" fmla="*/ 2480145 w 6858000"/>
                <a:gd name="connsiteY19" fmla="*/ 3029709 h 4034620"/>
                <a:gd name="connsiteX20" fmla="*/ 2625502 w 6858000"/>
                <a:gd name="connsiteY20" fmla="*/ 3121729 h 4034620"/>
                <a:gd name="connsiteX21" fmla="*/ 2906921 w 6858000"/>
                <a:gd name="connsiteY21" fmla="*/ 3713005 h 4034620"/>
                <a:gd name="connsiteX22" fmla="*/ 1326702 w 6858000"/>
                <a:gd name="connsiteY22" fmla="*/ 3713005 h 4034620"/>
                <a:gd name="connsiteX23" fmla="*/ 321629 w 6858000"/>
                <a:gd name="connsiteY23" fmla="*/ 2707932 h 4034620"/>
                <a:gd name="connsiteX24" fmla="*/ 1326702 w 6858000"/>
                <a:gd name="connsiteY24" fmla="*/ 1702860 h 4034620"/>
                <a:gd name="connsiteX25" fmla="*/ 1696538 w 6858000"/>
                <a:gd name="connsiteY25" fmla="*/ 1773007 h 4034620"/>
                <a:gd name="connsiteX26" fmla="*/ 1837006 w 6858000"/>
                <a:gd name="connsiteY26" fmla="*/ 1762091 h 4034620"/>
                <a:gd name="connsiteX27" fmla="*/ 1914989 w 6858000"/>
                <a:gd name="connsiteY27" fmla="*/ 1644715 h 4034620"/>
                <a:gd name="connsiteX28" fmla="*/ 3429000 w 6858000"/>
                <a:gd name="connsiteY28" fmla="*/ 321630 h 4034620"/>
                <a:gd name="connsiteX29" fmla="*/ 4942998 w 6858000"/>
                <a:gd name="connsiteY29" fmla="*/ 1644701 h 4034620"/>
                <a:gd name="connsiteX30" fmla="*/ 5020954 w 6858000"/>
                <a:gd name="connsiteY30" fmla="*/ 1762077 h 4034620"/>
                <a:gd name="connsiteX31" fmla="*/ 5161435 w 6858000"/>
                <a:gd name="connsiteY31" fmla="*/ 1772994 h 4034620"/>
                <a:gd name="connsiteX32" fmla="*/ 5531272 w 6858000"/>
                <a:gd name="connsiteY32" fmla="*/ 1702847 h 4034620"/>
                <a:gd name="connsiteX33" fmla="*/ 6536344 w 6858000"/>
                <a:gd name="connsiteY33" fmla="*/ 2707919 h 4034620"/>
                <a:gd name="connsiteX34" fmla="*/ 5531299 w 6858000"/>
                <a:gd name="connsiteY34" fmla="*/ 3713005 h 4034620"/>
                <a:gd name="connsiteX0" fmla="*/ 5531299 w 6858000"/>
                <a:gd name="connsiteY0" fmla="*/ 1381217 h 4034620"/>
                <a:gd name="connsiteX1" fmla="*/ 5227189 w 6858000"/>
                <a:gd name="connsiteY1" fmla="*/ 1416257 h 4034620"/>
                <a:gd name="connsiteX2" fmla="*/ 3429000 w 6858000"/>
                <a:gd name="connsiteY2" fmla="*/ 0 h 4034620"/>
                <a:gd name="connsiteX3" fmla="*/ 1630824 w 6858000"/>
                <a:gd name="connsiteY3" fmla="*/ 1416244 h 4034620"/>
                <a:gd name="connsiteX4" fmla="*/ 1326702 w 6858000"/>
                <a:gd name="connsiteY4" fmla="*/ 1381204 h 4034620"/>
                <a:gd name="connsiteX5" fmla="*/ 0 w 6858000"/>
                <a:gd name="connsiteY5" fmla="*/ 2707906 h 4034620"/>
                <a:gd name="connsiteX6" fmla="*/ 1326702 w 6858000"/>
                <a:gd name="connsiteY6" fmla="*/ 4034607 h 4034620"/>
                <a:gd name="connsiteX7" fmla="*/ 2906921 w 6858000"/>
                <a:gd name="connsiteY7" fmla="*/ 4034607 h 4034620"/>
                <a:gd name="connsiteX8" fmla="*/ 3952204 w 6858000"/>
                <a:gd name="connsiteY8" fmla="*/ 4034620 h 4034620"/>
                <a:gd name="connsiteX9" fmla="*/ 5531299 w 6858000"/>
                <a:gd name="connsiteY9" fmla="*/ 4034620 h 4034620"/>
                <a:gd name="connsiteX10" fmla="*/ 6858000 w 6858000"/>
                <a:gd name="connsiteY10" fmla="*/ 2707919 h 4034620"/>
                <a:gd name="connsiteX11" fmla="*/ 5531299 w 6858000"/>
                <a:gd name="connsiteY11" fmla="*/ 1381217 h 4034620"/>
                <a:gd name="connsiteX12" fmla="*/ 5531299 w 6858000"/>
                <a:gd name="connsiteY12" fmla="*/ 3713005 h 4034620"/>
                <a:gd name="connsiteX13" fmla="*/ 3952204 w 6858000"/>
                <a:gd name="connsiteY13" fmla="*/ 3713005 h 4034620"/>
                <a:gd name="connsiteX14" fmla="*/ 4378981 w 6858000"/>
                <a:gd name="connsiteY14" fmla="*/ 3029709 h 4034620"/>
                <a:gd name="connsiteX15" fmla="*/ 4357991 w 6858000"/>
                <a:gd name="connsiteY15" fmla="*/ 2858969 h 4034620"/>
                <a:gd name="connsiteX16" fmla="*/ 3553931 w 6858000"/>
                <a:gd name="connsiteY16" fmla="*/ 1878021 h 4034620"/>
                <a:gd name="connsiteX17" fmla="*/ 3429563 w 6858000"/>
                <a:gd name="connsiteY17" fmla="*/ 1819152 h 4034620"/>
                <a:gd name="connsiteX18" fmla="*/ 2480145 w 6858000"/>
                <a:gd name="connsiteY18" fmla="*/ 3029709 h 4034620"/>
                <a:gd name="connsiteX19" fmla="*/ 2625502 w 6858000"/>
                <a:gd name="connsiteY19" fmla="*/ 3121729 h 4034620"/>
                <a:gd name="connsiteX20" fmla="*/ 2906921 w 6858000"/>
                <a:gd name="connsiteY20" fmla="*/ 3713005 h 4034620"/>
                <a:gd name="connsiteX21" fmla="*/ 1326702 w 6858000"/>
                <a:gd name="connsiteY21" fmla="*/ 3713005 h 4034620"/>
                <a:gd name="connsiteX22" fmla="*/ 321629 w 6858000"/>
                <a:gd name="connsiteY22" fmla="*/ 2707932 h 4034620"/>
                <a:gd name="connsiteX23" fmla="*/ 1326702 w 6858000"/>
                <a:gd name="connsiteY23" fmla="*/ 1702860 h 4034620"/>
                <a:gd name="connsiteX24" fmla="*/ 1696538 w 6858000"/>
                <a:gd name="connsiteY24" fmla="*/ 1773007 h 4034620"/>
                <a:gd name="connsiteX25" fmla="*/ 1837006 w 6858000"/>
                <a:gd name="connsiteY25" fmla="*/ 1762091 h 4034620"/>
                <a:gd name="connsiteX26" fmla="*/ 1914989 w 6858000"/>
                <a:gd name="connsiteY26" fmla="*/ 1644715 h 4034620"/>
                <a:gd name="connsiteX27" fmla="*/ 3429000 w 6858000"/>
                <a:gd name="connsiteY27" fmla="*/ 321630 h 4034620"/>
                <a:gd name="connsiteX28" fmla="*/ 4942998 w 6858000"/>
                <a:gd name="connsiteY28" fmla="*/ 1644701 h 4034620"/>
                <a:gd name="connsiteX29" fmla="*/ 5020954 w 6858000"/>
                <a:gd name="connsiteY29" fmla="*/ 1762077 h 4034620"/>
                <a:gd name="connsiteX30" fmla="*/ 5161435 w 6858000"/>
                <a:gd name="connsiteY30" fmla="*/ 1772994 h 4034620"/>
                <a:gd name="connsiteX31" fmla="*/ 5531272 w 6858000"/>
                <a:gd name="connsiteY31" fmla="*/ 1702847 h 4034620"/>
                <a:gd name="connsiteX32" fmla="*/ 6536344 w 6858000"/>
                <a:gd name="connsiteY32" fmla="*/ 2707919 h 4034620"/>
                <a:gd name="connsiteX33" fmla="*/ 5531299 w 6858000"/>
                <a:gd name="connsiteY33" fmla="*/ 3713005 h 4034620"/>
                <a:gd name="connsiteX0" fmla="*/ 5531299 w 6858000"/>
                <a:gd name="connsiteY0" fmla="*/ 1381217 h 4034620"/>
                <a:gd name="connsiteX1" fmla="*/ 5227189 w 6858000"/>
                <a:gd name="connsiteY1" fmla="*/ 1416257 h 4034620"/>
                <a:gd name="connsiteX2" fmla="*/ 3429000 w 6858000"/>
                <a:gd name="connsiteY2" fmla="*/ 0 h 4034620"/>
                <a:gd name="connsiteX3" fmla="*/ 1630824 w 6858000"/>
                <a:gd name="connsiteY3" fmla="*/ 1416244 h 4034620"/>
                <a:gd name="connsiteX4" fmla="*/ 1326702 w 6858000"/>
                <a:gd name="connsiteY4" fmla="*/ 1381204 h 4034620"/>
                <a:gd name="connsiteX5" fmla="*/ 0 w 6858000"/>
                <a:gd name="connsiteY5" fmla="*/ 2707906 h 4034620"/>
                <a:gd name="connsiteX6" fmla="*/ 1326702 w 6858000"/>
                <a:gd name="connsiteY6" fmla="*/ 4034607 h 4034620"/>
                <a:gd name="connsiteX7" fmla="*/ 2906921 w 6858000"/>
                <a:gd name="connsiteY7" fmla="*/ 4034607 h 4034620"/>
                <a:gd name="connsiteX8" fmla="*/ 3952204 w 6858000"/>
                <a:gd name="connsiteY8" fmla="*/ 4034620 h 4034620"/>
                <a:gd name="connsiteX9" fmla="*/ 5531299 w 6858000"/>
                <a:gd name="connsiteY9" fmla="*/ 4034620 h 4034620"/>
                <a:gd name="connsiteX10" fmla="*/ 6858000 w 6858000"/>
                <a:gd name="connsiteY10" fmla="*/ 2707919 h 4034620"/>
                <a:gd name="connsiteX11" fmla="*/ 5531299 w 6858000"/>
                <a:gd name="connsiteY11" fmla="*/ 1381217 h 4034620"/>
                <a:gd name="connsiteX12" fmla="*/ 5531299 w 6858000"/>
                <a:gd name="connsiteY12" fmla="*/ 3713005 h 4034620"/>
                <a:gd name="connsiteX13" fmla="*/ 3952204 w 6858000"/>
                <a:gd name="connsiteY13" fmla="*/ 3713005 h 4034620"/>
                <a:gd name="connsiteX14" fmla="*/ 4378981 w 6858000"/>
                <a:gd name="connsiteY14" fmla="*/ 3029709 h 4034620"/>
                <a:gd name="connsiteX15" fmla="*/ 4357991 w 6858000"/>
                <a:gd name="connsiteY15" fmla="*/ 2858969 h 4034620"/>
                <a:gd name="connsiteX16" fmla="*/ 3553931 w 6858000"/>
                <a:gd name="connsiteY16" fmla="*/ 1878021 h 4034620"/>
                <a:gd name="connsiteX17" fmla="*/ 3429563 w 6858000"/>
                <a:gd name="connsiteY17" fmla="*/ 1819152 h 4034620"/>
                <a:gd name="connsiteX18" fmla="*/ 2625502 w 6858000"/>
                <a:gd name="connsiteY18" fmla="*/ 3121729 h 4034620"/>
                <a:gd name="connsiteX19" fmla="*/ 2906921 w 6858000"/>
                <a:gd name="connsiteY19" fmla="*/ 3713005 h 4034620"/>
                <a:gd name="connsiteX20" fmla="*/ 1326702 w 6858000"/>
                <a:gd name="connsiteY20" fmla="*/ 3713005 h 4034620"/>
                <a:gd name="connsiteX21" fmla="*/ 321629 w 6858000"/>
                <a:gd name="connsiteY21" fmla="*/ 2707932 h 4034620"/>
                <a:gd name="connsiteX22" fmla="*/ 1326702 w 6858000"/>
                <a:gd name="connsiteY22" fmla="*/ 1702860 h 4034620"/>
                <a:gd name="connsiteX23" fmla="*/ 1696538 w 6858000"/>
                <a:gd name="connsiteY23" fmla="*/ 1773007 h 4034620"/>
                <a:gd name="connsiteX24" fmla="*/ 1837006 w 6858000"/>
                <a:gd name="connsiteY24" fmla="*/ 1762091 h 4034620"/>
                <a:gd name="connsiteX25" fmla="*/ 1914989 w 6858000"/>
                <a:gd name="connsiteY25" fmla="*/ 1644715 h 4034620"/>
                <a:gd name="connsiteX26" fmla="*/ 3429000 w 6858000"/>
                <a:gd name="connsiteY26" fmla="*/ 321630 h 4034620"/>
                <a:gd name="connsiteX27" fmla="*/ 4942998 w 6858000"/>
                <a:gd name="connsiteY27" fmla="*/ 1644701 h 4034620"/>
                <a:gd name="connsiteX28" fmla="*/ 5020954 w 6858000"/>
                <a:gd name="connsiteY28" fmla="*/ 1762077 h 4034620"/>
                <a:gd name="connsiteX29" fmla="*/ 5161435 w 6858000"/>
                <a:gd name="connsiteY29" fmla="*/ 1772994 h 4034620"/>
                <a:gd name="connsiteX30" fmla="*/ 5531272 w 6858000"/>
                <a:gd name="connsiteY30" fmla="*/ 1702847 h 4034620"/>
                <a:gd name="connsiteX31" fmla="*/ 6536344 w 6858000"/>
                <a:gd name="connsiteY31" fmla="*/ 2707919 h 4034620"/>
                <a:gd name="connsiteX32" fmla="*/ 5531299 w 6858000"/>
                <a:gd name="connsiteY32" fmla="*/ 3713005 h 4034620"/>
                <a:gd name="connsiteX0" fmla="*/ 5531299 w 6858000"/>
                <a:gd name="connsiteY0" fmla="*/ 1381217 h 4034620"/>
                <a:gd name="connsiteX1" fmla="*/ 5227189 w 6858000"/>
                <a:gd name="connsiteY1" fmla="*/ 1416257 h 4034620"/>
                <a:gd name="connsiteX2" fmla="*/ 3429000 w 6858000"/>
                <a:gd name="connsiteY2" fmla="*/ 0 h 4034620"/>
                <a:gd name="connsiteX3" fmla="*/ 1630824 w 6858000"/>
                <a:gd name="connsiteY3" fmla="*/ 1416244 h 4034620"/>
                <a:gd name="connsiteX4" fmla="*/ 1326702 w 6858000"/>
                <a:gd name="connsiteY4" fmla="*/ 1381204 h 4034620"/>
                <a:gd name="connsiteX5" fmla="*/ 0 w 6858000"/>
                <a:gd name="connsiteY5" fmla="*/ 2707906 h 4034620"/>
                <a:gd name="connsiteX6" fmla="*/ 1326702 w 6858000"/>
                <a:gd name="connsiteY6" fmla="*/ 4034607 h 4034620"/>
                <a:gd name="connsiteX7" fmla="*/ 2906921 w 6858000"/>
                <a:gd name="connsiteY7" fmla="*/ 4034607 h 4034620"/>
                <a:gd name="connsiteX8" fmla="*/ 3952204 w 6858000"/>
                <a:gd name="connsiteY8" fmla="*/ 4034620 h 4034620"/>
                <a:gd name="connsiteX9" fmla="*/ 5531299 w 6858000"/>
                <a:gd name="connsiteY9" fmla="*/ 4034620 h 4034620"/>
                <a:gd name="connsiteX10" fmla="*/ 6858000 w 6858000"/>
                <a:gd name="connsiteY10" fmla="*/ 2707919 h 4034620"/>
                <a:gd name="connsiteX11" fmla="*/ 5531299 w 6858000"/>
                <a:gd name="connsiteY11" fmla="*/ 1381217 h 4034620"/>
                <a:gd name="connsiteX12" fmla="*/ 5531299 w 6858000"/>
                <a:gd name="connsiteY12" fmla="*/ 3713005 h 4034620"/>
                <a:gd name="connsiteX13" fmla="*/ 3952204 w 6858000"/>
                <a:gd name="connsiteY13" fmla="*/ 3713005 h 4034620"/>
                <a:gd name="connsiteX14" fmla="*/ 4378981 w 6858000"/>
                <a:gd name="connsiteY14" fmla="*/ 3029709 h 4034620"/>
                <a:gd name="connsiteX15" fmla="*/ 3553931 w 6858000"/>
                <a:gd name="connsiteY15" fmla="*/ 1878021 h 4034620"/>
                <a:gd name="connsiteX16" fmla="*/ 3429563 w 6858000"/>
                <a:gd name="connsiteY16" fmla="*/ 1819152 h 4034620"/>
                <a:gd name="connsiteX17" fmla="*/ 2625502 w 6858000"/>
                <a:gd name="connsiteY17" fmla="*/ 3121729 h 4034620"/>
                <a:gd name="connsiteX18" fmla="*/ 2906921 w 6858000"/>
                <a:gd name="connsiteY18" fmla="*/ 3713005 h 4034620"/>
                <a:gd name="connsiteX19" fmla="*/ 1326702 w 6858000"/>
                <a:gd name="connsiteY19" fmla="*/ 3713005 h 4034620"/>
                <a:gd name="connsiteX20" fmla="*/ 321629 w 6858000"/>
                <a:gd name="connsiteY20" fmla="*/ 2707932 h 4034620"/>
                <a:gd name="connsiteX21" fmla="*/ 1326702 w 6858000"/>
                <a:gd name="connsiteY21" fmla="*/ 1702860 h 4034620"/>
                <a:gd name="connsiteX22" fmla="*/ 1696538 w 6858000"/>
                <a:gd name="connsiteY22" fmla="*/ 1773007 h 4034620"/>
                <a:gd name="connsiteX23" fmla="*/ 1837006 w 6858000"/>
                <a:gd name="connsiteY23" fmla="*/ 1762091 h 4034620"/>
                <a:gd name="connsiteX24" fmla="*/ 1914989 w 6858000"/>
                <a:gd name="connsiteY24" fmla="*/ 1644715 h 4034620"/>
                <a:gd name="connsiteX25" fmla="*/ 3429000 w 6858000"/>
                <a:gd name="connsiteY25" fmla="*/ 321630 h 4034620"/>
                <a:gd name="connsiteX26" fmla="*/ 4942998 w 6858000"/>
                <a:gd name="connsiteY26" fmla="*/ 1644701 h 4034620"/>
                <a:gd name="connsiteX27" fmla="*/ 5020954 w 6858000"/>
                <a:gd name="connsiteY27" fmla="*/ 1762077 h 4034620"/>
                <a:gd name="connsiteX28" fmla="*/ 5161435 w 6858000"/>
                <a:gd name="connsiteY28" fmla="*/ 1772994 h 4034620"/>
                <a:gd name="connsiteX29" fmla="*/ 5531272 w 6858000"/>
                <a:gd name="connsiteY29" fmla="*/ 1702847 h 4034620"/>
                <a:gd name="connsiteX30" fmla="*/ 6536344 w 6858000"/>
                <a:gd name="connsiteY30" fmla="*/ 2707919 h 4034620"/>
                <a:gd name="connsiteX31" fmla="*/ 5531299 w 6858000"/>
                <a:gd name="connsiteY31" fmla="*/ 3713005 h 4034620"/>
                <a:gd name="connsiteX0" fmla="*/ 5531299 w 6858000"/>
                <a:gd name="connsiteY0" fmla="*/ 1381217 h 4034620"/>
                <a:gd name="connsiteX1" fmla="*/ 5227189 w 6858000"/>
                <a:gd name="connsiteY1" fmla="*/ 1416257 h 4034620"/>
                <a:gd name="connsiteX2" fmla="*/ 3429000 w 6858000"/>
                <a:gd name="connsiteY2" fmla="*/ 0 h 4034620"/>
                <a:gd name="connsiteX3" fmla="*/ 1630824 w 6858000"/>
                <a:gd name="connsiteY3" fmla="*/ 1416244 h 4034620"/>
                <a:gd name="connsiteX4" fmla="*/ 1326702 w 6858000"/>
                <a:gd name="connsiteY4" fmla="*/ 1381204 h 4034620"/>
                <a:gd name="connsiteX5" fmla="*/ 0 w 6858000"/>
                <a:gd name="connsiteY5" fmla="*/ 2707906 h 4034620"/>
                <a:gd name="connsiteX6" fmla="*/ 1326702 w 6858000"/>
                <a:gd name="connsiteY6" fmla="*/ 4034607 h 4034620"/>
                <a:gd name="connsiteX7" fmla="*/ 2906921 w 6858000"/>
                <a:gd name="connsiteY7" fmla="*/ 4034607 h 4034620"/>
                <a:gd name="connsiteX8" fmla="*/ 3952204 w 6858000"/>
                <a:gd name="connsiteY8" fmla="*/ 4034620 h 4034620"/>
                <a:gd name="connsiteX9" fmla="*/ 5531299 w 6858000"/>
                <a:gd name="connsiteY9" fmla="*/ 4034620 h 4034620"/>
                <a:gd name="connsiteX10" fmla="*/ 6858000 w 6858000"/>
                <a:gd name="connsiteY10" fmla="*/ 2707919 h 4034620"/>
                <a:gd name="connsiteX11" fmla="*/ 5531299 w 6858000"/>
                <a:gd name="connsiteY11" fmla="*/ 1381217 h 4034620"/>
                <a:gd name="connsiteX12" fmla="*/ 5531299 w 6858000"/>
                <a:gd name="connsiteY12" fmla="*/ 3713005 h 4034620"/>
                <a:gd name="connsiteX13" fmla="*/ 3952204 w 6858000"/>
                <a:gd name="connsiteY13" fmla="*/ 3713005 h 4034620"/>
                <a:gd name="connsiteX14" fmla="*/ 4378981 w 6858000"/>
                <a:gd name="connsiteY14" fmla="*/ 3029709 h 4034620"/>
                <a:gd name="connsiteX15" fmla="*/ 3553931 w 6858000"/>
                <a:gd name="connsiteY15" fmla="*/ 1878021 h 4034620"/>
                <a:gd name="connsiteX16" fmla="*/ 2625502 w 6858000"/>
                <a:gd name="connsiteY16" fmla="*/ 3121729 h 4034620"/>
                <a:gd name="connsiteX17" fmla="*/ 2906921 w 6858000"/>
                <a:gd name="connsiteY17" fmla="*/ 3713005 h 4034620"/>
                <a:gd name="connsiteX18" fmla="*/ 1326702 w 6858000"/>
                <a:gd name="connsiteY18" fmla="*/ 3713005 h 4034620"/>
                <a:gd name="connsiteX19" fmla="*/ 321629 w 6858000"/>
                <a:gd name="connsiteY19" fmla="*/ 2707932 h 4034620"/>
                <a:gd name="connsiteX20" fmla="*/ 1326702 w 6858000"/>
                <a:gd name="connsiteY20" fmla="*/ 1702860 h 4034620"/>
                <a:gd name="connsiteX21" fmla="*/ 1696538 w 6858000"/>
                <a:gd name="connsiteY21" fmla="*/ 1773007 h 4034620"/>
                <a:gd name="connsiteX22" fmla="*/ 1837006 w 6858000"/>
                <a:gd name="connsiteY22" fmla="*/ 1762091 h 4034620"/>
                <a:gd name="connsiteX23" fmla="*/ 1914989 w 6858000"/>
                <a:gd name="connsiteY23" fmla="*/ 1644715 h 4034620"/>
                <a:gd name="connsiteX24" fmla="*/ 3429000 w 6858000"/>
                <a:gd name="connsiteY24" fmla="*/ 321630 h 4034620"/>
                <a:gd name="connsiteX25" fmla="*/ 4942998 w 6858000"/>
                <a:gd name="connsiteY25" fmla="*/ 1644701 h 4034620"/>
                <a:gd name="connsiteX26" fmla="*/ 5020954 w 6858000"/>
                <a:gd name="connsiteY26" fmla="*/ 1762077 h 4034620"/>
                <a:gd name="connsiteX27" fmla="*/ 5161435 w 6858000"/>
                <a:gd name="connsiteY27" fmla="*/ 1772994 h 4034620"/>
                <a:gd name="connsiteX28" fmla="*/ 5531272 w 6858000"/>
                <a:gd name="connsiteY28" fmla="*/ 1702847 h 4034620"/>
                <a:gd name="connsiteX29" fmla="*/ 6536344 w 6858000"/>
                <a:gd name="connsiteY29" fmla="*/ 2707919 h 4034620"/>
                <a:gd name="connsiteX30" fmla="*/ 5531299 w 6858000"/>
                <a:gd name="connsiteY30" fmla="*/ 3713005 h 4034620"/>
                <a:gd name="connsiteX0" fmla="*/ 5531299 w 6858000"/>
                <a:gd name="connsiteY0" fmla="*/ 1381217 h 4034620"/>
                <a:gd name="connsiteX1" fmla="*/ 5227189 w 6858000"/>
                <a:gd name="connsiteY1" fmla="*/ 1416257 h 4034620"/>
                <a:gd name="connsiteX2" fmla="*/ 3429000 w 6858000"/>
                <a:gd name="connsiteY2" fmla="*/ 0 h 4034620"/>
                <a:gd name="connsiteX3" fmla="*/ 1630824 w 6858000"/>
                <a:gd name="connsiteY3" fmla="*/ 1416244 h 4034620"/>
                <a:gd name="connsiteX4" fmla="*/ 1326702 w 6858000"/>
                <a:gd name="connsiteY4" fmla="*/ 1381204 h 4034620"/>
                <a:gd name="connsiteX5" fmla="*/ 0 w 6858000"/>
                <a:gd name="connsiteY5" fmla="*/ 2707906 h 4034620"/>
                <a:gd name="connsiteX6" fmla="*/ 1326702 w 6858000"/>
                <a:gd name="connsiteY6" fmla="*/ 4034607 h 4034620"/>
                <a:gd name="connsiteX7" fmla="*/ 2906921 w 6858000"/>
                <a:gd name="connsiteY7" fmla="*/ 4034607 h 4034620"/>
                <a:gd name="connsiteX8" fmla="*/ 3952204 w 6858000"/>
                <a:gd name="connsiteY8" fmla="*/ 4034620 h 4034620"/>
                <a:gd name="connsiteX9" fmla="*/ 5531299 w 6858000"/>
                <a:gd name="connsiteY9" fmla="*/ 4034620 h 4034620"/>
                <a:gd name="connsiteX10" fmla="*/ 6858000 w 6858000"/>
                <a:gd name="connsiteY10" fmla="*/ 2707919 h 4034620"/>
                <a:gd name="connsiteX11" fmla="*/ 5531299 w 6858000"/>
                <a:gd name="connsiteY11" fmla="*/ 1381217 h 4034620"/>
                <a:gd name="connsiteX12" fmla="*/ 5531299 w 6858000"/>
                <a:gd name="connsiteY12" fmla="*/ 3713005 h 4034620"/>
                <a:gd name="connsiteX13" fmla="*/ 3952204 w 6858000"/>
                <a:gd name="connsiteY13" fmla="*/ 3713005 h 4034620"/>
                <a:gd name="connsiteX14" fmla="*/ 4378981 w 6858000"/>
                <a:gd name="connsiteY14" fmla="*/ 3029709 h 4034620"/>
                <a:gd name="connsiteX15" fmla="*/ 2625502 w 6858000"/>
                <a:gd name="connsiteY15" fmla="*/ 3121729 h 4034620"/>
                <a:gd name="connsiteX16" fmla="*/ 2906921 w 6858000"/>
                <a:gd name="connsiteY16" fmla="*/ 3713005 h 4034620"/>
                <a:gd name="connsiteX17" fmla="*/ 1326702 w 6858000"/>
                <a:gd name="connsiteY17" fmla="*/ 3713005 h 4034620"/>
                <a:gd name="connsiteX18" fmla="*/ 321629 w 6858000"/>
                <a:gd name="connsiteY18" fmla="*/ 2707932 h 4034620"/>
                <a:gd name="connsiteX19" fmla="*/ 1326702 w 6858000"/>
                <a:gd name="connsiteY19" fmla="*/ 1702860 h 4034620"/>
                <a:gd name="connsiteX20" fmla="*/ 1696538 w 6858000"/>
                <a:gd name="connsiteY20" fmla="*/ 1773007 h 4034620"/>
                <a:gd name="connsiteX21" fmla="*/ 1837006 w 6858000"/>
                <a:gd name="connsiteY21" fmla="*/ 1762091 h 4034620"/>
                <a:gd name="connsiteX22" fmla="*/ 1914989 w 6858000"/>
                <a:gd name="connsiteY22" fmla="*/ 1644715 h 4034620"/>
                <a:gd name="connsiteX23" fmla="*/ 3429000 w 6858000"/>
                <a:gd name="connsiteY23" fmla="*/ 321630 h 4034620"/>
                <a:gd name="connsiteX24" fmla="*/ 4942998 w 6858000"/>
                <a:gd name="connsiteY24" fmla="*/ 1644701 h 4034620"/>
                <a:gd name="connsiteX25" fmla="*/ 5020954 w 6858000"/>
                <a:gd name="connsiteY25" fmla="*/ 1762077 h 4034620"/>
                <a:gd name="connsiteX26" fmla="*/ 5161435 w 6858000"/>
                <a:gd name="connsiteY26" fmla="*/ 1772994 h 4034620"/>
                <a:gd name="connsiteX27" fmla="*/ 5531272 w 6858000"/>
                <a:gd name="connsiteY27" fmla="*/ 1702847 h 4034620"/>
                <a:gd name="connsiteX28" fmla="*/ 6536344 w 6858000"/>
                <a:gd name="connsiteY28" fmla="*/ 2707919 h 4034620"/>
                <a:gd name="connsiteX29" fmla="*/ 5531299 w 6858000"/>
                <a:gd name="connsiteY29" fmla="*/ 3713005 h 4034620"/>
                <a:gd name="connsiteX0" fmla="*/ 5531299 w 6858000"/>
                <a:gd name="connsiteY0" fmla="*/ 1381217 h 4034620"/>
                <a:gd name="connsiteX1" fmla="*/ 5227189 w 6858000"/>
                <a:gd name="connsiteY1" fmla="*/ 1416257 h 4034620"/>
                <a:gd name="connsiteX2" fmla="*/ 3429000 w 6858000"/>
                <a:gd name="connsiteY2" fmla="*/ 0 h 4034620"/>
                <a:gd name="connsiteX3" fmla="*/ 1630824 w 6858000"/>
                <a:gd name="connsiteY3" fmla="*/ 1416244 h 4034620"/>
                <a:gd name="connsiteX4" fmla="*/ 1326702 w 6858000"/>
                <a:gd name="connsiteY4" fmla="*/ 1381204 h 4034620"/>
                <a:gd name="connsiteX5" fmla="*/ 0 w 6858000"/>
                <a:gd name="connsiteY5" fmla="*/ 2707906 h 4034620"/>
                <a:gd name="connsiteX6" fmla="*/ 1326702 w 6858000"/>
                <a:gd name="connsiteY6" fmla="*/ 4034607 h 4034620"/>
                <a:gd name="connsiteX7" fmla="*/ 2906921 w 6858000"/>
                <a:gd name="connsiteY7" fmla="*/ 4034607 h 4034620"/>
                <a:gd name="connsiteX8" fmla="*/ 3952204 w 6858000"/>
                <a:gd name="connsiteY8" fmla="*/ 4034620 h 4034620"/>
                <a:gd name="connsiteX9" fmla="*/ 5531299 w 6858000"/>
                <a:gd name="connsiteY9" fmla="*/ 4034620 h 4034620"/>
                <a:gd name="connsiteX10" fmla="*/ 6858000 w 6858000"/>
                <a:gd name="connsiteY10" fmla="*/ 2707919 h 4034620"/>
                <a:gd name="connsiteX11" fmla="*/ 5531299 w 6858000"/>
                <a:gd name="connsiteY11" fmla="*/ 1381217 h 4034620"/>
                <a:gd name="connsiteX12" fmla="*/ 5531299 w 6858000"/>
                <a:gd name="connsiteY12" fmla="*/ 3713005 h 4034620"/>
                <a:gd name="connsiteX13" fmla="*/ 3952204 w 6858000"/>
                <a:gd name="connsiteY13" fmla="*/ 3713005 h 4034620"/>
                <a:gd name="connsiteX14" fmla="*/ 2625502 w 6858000"/>
                <a:gd name="connsiteY14" fmla="*/ 3121729 h 4034620"/>
                <a:gd name="connsiteX15" fmla="*/ 2906921 w 6858000"/>
                <a:gd name="connsiteY15" fmla="*/ 3713005 h 4034620"/>
                <a:gd name="connsiteX16" fmla="*/ 1326702 w 6858000"/>
                <a:gd name="connsiteY16" fmla="*/ 3713005 h 4034620"/>
                <a:gd name="connsiteX17" fmla="*/ 321629 w 6858000"/>
                <a:gd name="connsiteY17" fmla="*/ 2707932 h 4034620"/>
                <a:gd name="connsiteX18" fmla="*/ 1326702 w 6858000"/>
                <a:gd name="connsiteY18" fmla="*/ 1702860 h 4034620"/>
                <a:gd name="connsiteX19" fmla="*/ 1696538 w 6858000"/>
                <a:gd name="connsiteY19" fmla="*/ 1773007 h 4034620"/>
                <a:gd name="connsiteX20" fmla="*/ 1837006 w 6858000"/>
                <a:gd name="connsiteY20" fmla="*/ 1762091 h 4034620"/>
                <a:gd name="connsiteX21" fmla="*/ 1914989 w 6858000"/>
                <a:gd name="connsiteY21" fmla="*/ 1644715 h 4034620"/>
                <a:gd name="connsiteX22" fmla="*/ 3429000 w 6858000"/>
                <a:gd name="connsiteY22" fmla="*/ 321630 h 4034620"/>
                <a:gd name="connsiteX23" fmla="*/ 4942998 w 6858000"/>
                <a:gd name="connsiteY23" fmla="*/ 1644701 h 4034620"/>
                <a:gd name="connsiteX24" fmla="*/ 5020954 w 6858000"/>
                <a:gd name="connsiteY24" fmla="*/ 1762077 h 4034620"/>
                <a:gd name="connsiteX25" fmla="*/ 5161435 w 6858000"/>
                <a:gd name="connsiteY25" fmla="*/ 1772994 h 4034620"/>
                <a:gd name="connsiteX26" fmla="*/ 5531272 w 6858000"/>
                <a:gd name="connsiteY26" fmla="*/ 1702847 h 4034620"/>
                <a:gd name="connsiteX27" fmla="*/ 6536344 w 6858000"/>
                <a:gd name="connsiteY27" fmla="*/ 2707919 h 4034620"/>
                <a:gd name="connsiteX28" fmla="*/ 5531299 w 6858000"/>
                <a:gd name="connsiteY28" fmla="*/ 3713005 h 4034620"/>
                <a:gd name="connsiteX0" fmla="*/ 5531299 w 6858000"/>
                <a:gd name="connsiteY0" fmla="*/ 1381217 h 4034620"/>
                <a:gd name="connsiteX1" fmla="*/ 5227189 w 6858000"/>
                <a:gd name="connsiteY1" fmla="*/ 1416257 h 4034620"/>
                <a:gd name="connsiteX2" fmla="*/ 3429000 w 6858000"/>
                <a:gd name="connsiteY2" fmla="*/ 0 h 4034620"/>
                <a:gd name="connsiteX3" fmla="*/ 1630824 w 6858000"/>
                <a:gd name="connsiteY3" fmla="*/ 1416244 h 4034620"/>
                <a:gd name="connsiteX4" fmla="*/ 1326702 w 6858000"/>
                <a:gd name="connsiteY4" fmla="*/ 1381204 h 4034620"/>
                <a:gd name="connsiteX5" fmla="*/ 0 w 6858000"/>
                <a:gd name="connsiteY5" fmla="*/ 2707906 h 4034620"/>
                <a:gd name="connsiteX6" fmla="*/ 1326702 w 6858000"/>
                <a:gd name="connsiteY6" fmla="*/ 4034607 h 4034620"/>
                <a:gd name="connsiteX7" fmla="*/ 2906921 w 6858000"/>
                <a:gd name="connsiteY7" fmla="*/ 4034607 h 4034620"/>
                <a:gd name="connsiteX8" fmla="*/ 3952204 w 6858000"/>
                <a:gd name="connsiteY8" fmla="*/ 4034620 h 4034620"/>
                <a:gd name="connsiteX9" fmla="*/ 5531299 w 6858000"/>
                <a:gd name="connsiteY9" fmla="*/ 4034620 h 4034620"/>
                <a:gd name="connsiteX10" fmla="*/ 6858000 w 6858000"/>
                <a:gd name="connsiteY10" fmla="*/ 2707919 h 4034620"/>
                <a:gd name="connsiteX11" fmla="*/ 5531299 w 6858000"/>
                <a:gd name="connsiteY11" fmla="*/ 1381217 h 4034620"/>
                <a:gd name="connsiteX12" fmla="*/ 5531299 w 6858000"/>
                <a:gd name="connsiteY12" fmla="*/ 3713005 h 4034620"/>
                <a:gd name="connsiteX13" fmla="*/ 3952204 w 6858000"/>
                <a:gd name="connsiteY13" fmla="*/ 3713005 h 4034620"/>
                <a:gd name="connsiteX14" fmla="*/ 2906921 w 6858000"/>
                <a:gd name="connsiteY14" fmla="*/ 3713005 h 4034620"/>
                <a:gd name="connsiteX15" fmla="*/ 1326702 w 6858000"/>
                <a:gd name="connsiteY15" fmla="*/ 3713005 h 4034620"/>
                <a:gd name="connsiteX16" fmla="*/ 321629 w 6858000"/>
                <a:gd name="connsiteY16" fmla="*/ 2707932 h 4034620"/>
                <a:gd name="connsiteX17" fmla="*/ 1326702 w 6858000"/>
                <a:gd name="connsiteY17" fmla="*/ 1702860 h 4034620"/>
                <a:gd name="connsiteX18" fmla="*/ 1696538 w 6858000"/>
                <a:gd name="connsiteY18" fmla="*/ 1773007 h 4034620"/>
                <a:gd name="connsiteX19" fmla="*/ 1837006 w 6858000"/>
                <a:gd name="connsiteY19" fmla="*/ 1762091 h 4034620"/>
                <a:gd name="connsiteX20" fmla="*/ 1914989 w 6858000"/>
                <a:gd name="connsiteY20" fmla="*/ 1644715 h 4034620"/>
                <a:gd name="connsiteX21" fmla="*/ 3429000 w 6858000"/>
                <a:gd name="connsiteY21" fmla="*/ 321630 h 4034620"/>
                <a:gd name="connsiteX22" fmla="*/ 4942998 w 6858000"/>
                <a:gd name="connsiteY22" fmla="*/ 1644701 h 4034620"/>
                <a:gd name="connsiteX23" fmla="*/ 5020954 w 6858000"/>
                <a:gd name="connsiteY23" fmla="*/ 1762077 h 4034620"/>
                <a:gd name="connsiteX24" fmla="*/ 5161435 w 6858000"/>
                <a:gd name="connsiteY24" fmla="*/ 1772994 h 4034620"/>
                <a:gd name="connsiteX25" fmla="*/ 5531272 w 6858000"/>
                <a:gd name="connsiteY25" fmla="*/ 1702847 h 4034620"/>
                <a:gd name="connsiteX26" fmla="*/ 6536344 w 6858000"/>
                <a:gd name="connsiteY26" fmla="*/ 2707919 h 4034620"/>
                <a:gd name="connsiteX27" fmla="*/ 5531299 w 6858000"/>
                <a:gd name="connsiteY27" fmla="*/ 3713005 h 40346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6858000" h="4034620">
                  <a:moveTo>
                    <a:pt x="5531299" y="1381217"/>
                  </a:moveTo>
                  <a:cubicBezTo>
                    <a:pt x="5428094" y="1381217"/>
                    <a:pt x="5326362" y="1392951"/>
                    <a:pt x="5227189" y="1416257"/>
                  </a:cubicBezTo>
                  <a:cubicBezTo>
                    <a:pt x="5030370" y="596874"/>
                    <a:pt x="4288152" y="0"/>
                    <a:pt x="3429000" y="0"/>
                  </a:cubicBezTo>
                  <a:cubicBezTo>
                    <a:pt x="2569848" y="0"/>
                    <a:pt x="1827644" y="596874"/>
                    <a:pt x="1630824" y="1416244"/>
                  </a:cubicBezTo>
                  <a:cubicBezTo>
                    <a:pt x="1531638" y="1392964"/>
                    <a:pt x="1429906" y="1381204"/>
                    <a:pt x="1326702" y="1381204"/>
                  </a:cubicBezTo>
                  <a:cubicBezTo>
                    <a:pt x="595173" y="1381204"/>
                    <a:pt x="0" y="1976377"/>
                    <a:pt x="0" y="2707906"/>
                  </a:cubicBezTo>
                  <a:cubicBezTo>
                    <a:pt x="0" y="3439435"/>
                    <a:pt x="595173" y="4034607"/>
                    <a:pt x="1326702" y="4034607"/>
                  </a:cubicBezTo>
                  <a:lnTo>
                    <a:pt x="2906921" y="4034607"/>
                  </a:lnTo>
                  <a:lnTo>
                    <a:pt x="3952204" y="4034620"/>
                  </a:lnTo>
                  <a:lnTo>
                    <a:pt x="5531299" y="4034620"/>
                  </a:lnTo>
                  <a:cubicBezTo>
                    <a:pt x="6262828" y="4034620"/>
                    <a:pt x="6858000" y="3439448"/>
                    <a:pt x="6858000" y="2707919"/>
                  </a:cubicBezTo>
                  <a:cubicBezTo>
                    <a:pt x="6858000" y="1976390"/>
                    <a:pt x="6262828" y="1381217"/>
                    <a:pt x="5531299" y="1381217"/>
                  </a:cubicBezTo>
                  <a:close/>
                  <a:moveTo>
                    <a:pt x="5531299" y="3713005"/>
                  </a:moveTo>
                  <a:lnTo>
                    <a:pt x="3952204" y="3713005"/>
                  </a:lnTo>
                  <a:lnTo>
                    <a:pt x="2906921" y="3713005"/>
                  </a:lnTo>
                  <a:lnTo>
                    <a:pt x="1326702" y="3713005"/>
                  </a:lnTo>
                  <a:cubicBezTo>
                    <a:pt x="772489" y="3713005"/>
                    <a:pt x="321629" y="3262131"/>
                    <a:pt x="321629" y="2707932"/>
                  </a:cubicBezTo>
                  <a:cubicBezTo>
                    <a:pt x="321629" y="2153734"/>
                    <a:pt x="772503" y="1702860"/>
                    <a:pt x="1326702" y="1702860"/>
                  </a:cubicBezTo>
                  <a:cubicBezTo>
                    <a:pt x="1454204" y="1702860"/>
                    <a:pt x="1578626" y="1726461"/>
                    <a:pt x="1696538" y="1773007"/>
                  </a:cubicBezTo>
                  <a:cubicBezTo>
                    <a:pt x="1742508" y="1791130"/>
                    <a:pt x="1794345" y="1787139"/>
                    <a:pt x="1837006" y="1762091"/>
                  </a:cubicBezTo>
                  <a:cubicBezTo>
                    <a:pt x="1879668" y="1737030"/>
                    <a:pt x="1908426" y="1693752"/>
                    <a:pt x="1914989" y="1644715"/>
                  </a:cubicBezTo>
                  <a:cubicBezTo>
                    <a:pt x="2015770" y="890428"/>
                    <a:pt x="2666637" y="321630"/>
                    <a:pt x="3429000" y="321630"/>
                  </a:cubicBezTo>
                  <a:cubicBezTo>
                    <a:pt x="4191363" y="321630"/>
                    <a:pt x="4842257" y="890428"/>
                    <a:pt x="4942998" y="1644701"/>
                  </a:cubicBezTo>
                  <a:cubicBezTo>
                    <a:pt x="4949547" y="1693738"/>
                    <a:pt x="4978292" y="1737030"/>
                    <a:pt x="5020954" y="1762077"/>
                  </a:cubicBezTo>
                  <a:cubicBezTo>
                    <a:pt x="5063628" y="1787125"/>
                    <a:pt x="5115452" y="1791117"/>
                    <a:pt x="5161435" y="1772994"/>
                  </a:cubicBezTo>
                  <a:cubicBezTo>
                    <a:pt x="5279348" y="1726435"/>
                    <a:pt x="5403769" y="1702847"/>
                    <a:pt x="5531272" y="1702847"/>
                  </a:cubicBezTo>
                  <a:cubicBezTo>
                    <a:pt x="6085484" y="1702847"/>
                    <a:pt x="6536344" y="2153720"/>
                    <a:pt x="6536344" y="2707919"/>
                  </a:cubicBezTo>
                  <a:cubicBezTo>
                    <a:pt x="6536344" y="3262118"/>
                    <a:pt x="6085511" y="3713005"/>
                    <a:pt x="5531299" y="3713005"/>
                  </a:cubicBezTo>
                  <a:close/>
                </a:path>
              </a:pathLst>
            </a:custGeom>
            <a:solidFill>
              <a:srgbClr val="231F20"/>
            </a:solidFill>
            <a:ln w="1339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085A8EE6-910D-F10E-3FB9-FC8DBC676646}"/>
              </a:ext>
            </a:extLst>
          </p:cNvPr>
          <p:cNvSpPr txBox="1"/>
          <p:nvPr/>
        </p:nvSpPr>
        <p:spPr>
          <a:xfrm>
            <a:off x="2341459" y="2470403"/>
            <a:ext cx="21339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b="1" i="1" dirty="0">
                <a:latin typeface="Arial" panose="020B0604020202020204" pitchFamily="34" charset="0"/>
                <a:cs typeface="Arial" panose="020B0604020202020204" pitchFamily="34" charset="0"/>
              </a:rPr>
              <a:t>“1 image please!”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E06ED6D-3FD6-C451-7ABD-B66161DB36D0}"/>
              </a:ext>
            </a:extLst>
          </p:cNvPr>
          <p:cNvSpPr txBox="1"/>
          <p:nvPr/>
        </p:nvSpPr>
        <p:spPr>
          <a:xfrm>
            <a:off x="2440847" y="3017250"/>
            <a:ext cx="193514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/image?width= ...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Accept: ...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B6B4840-CD4E-AFEE-3060-152D5D8119FC}"/>
              </a:ext>
            </a:extLst>
          </p:cNvPr>
          <p:cNvSpPr txBox="1"/>
          <p:nvPr/>
        </p:nvSpPr>
        <p:spPr>
          <a:xfrm>
            <a:off x="4591496" y="3929026"/>
            <a:ext cx="371127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1. request normalization</a:t>
            </a:r>
          </a:p>
          <a:p>
            <a:pPr algn="l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2. HTTP cache lookup</a:t>
            </a:r>
          </a:p>
          <a:p>
            <a:pPr algn="l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3. on cache miss: fallback to origin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F9E78CA-F455-6B8A-C9F9-112A3E5002F2}"/>
              </a:ext>
            </a:extLst>
          </p:cNvPr>
          <p:cNvSpPr txBox="1"/>
          <p:nvPr/>
        </p:nvSpPr>
        <p:spPr>
          <a:xfrm>
            <a:off x="9580592" y="3929026"/>
            <a:ext cx="2069797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SaaS (proprietary)</a:t>
            </a:r>
          </a:p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or </a:t>
            </a:r>
            <a:r>
              <a:rPr lang="en-US" sz="24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FaaS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4062FC6-75BE-1686-5CAA-EB7B20A041EE}"/>
              </a:ext>
            </a:extLst>
          </p:cNvPr>
          <p:cNvSpPr txBox="1"/>
          <p:nvPr/>
        </p:nvSpPr>
        <p:spPr>
          <a:xfrm>
            <a:off x="1078002" y="3383961"/>
            <a:ext cx="723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i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client</a:t>
            </a:r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DF595E13-E556-47B1-36DC-F2F6265C9258}"/>
              </a:ext>
            </a:extLst>
          </p:cNvPr>
          <p:cNvGrpSpPr/>
          <p:nvPr/>
        </p:nvGrpSpPr>
        <p:grpSpPr>
          <a:xfrm>
            <a:off x="6543873" y="2470403"/>
            <a:ext cx="2826415" cy="420411"/>
            <a:chOff x="6543873" y="2470403"/>
            <a:chExt cx="2826415" cy="420411"/>
          </a:xfrm>
        </p:grpSpPr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2198623E-7C40-AE67-C7BF-B51011614317}"/>
                </a:ext>
              </a:extLst>
            </p:cNvPr>
            <p:cNvCxnSpPr/>
            <p:nvPr/>
          </p:nvCxnSpPr>
          <p:spPr>
            <a:xfrm>
              <a:off x="6972922" y="2890814"/>
              <a:ext cx="1797978" cy="0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011FA894-CFCB-D10E-E44C-5EF81BA6F97A}"/>
                </a:ext>
              </a:extLst>
            </p:cNvPr>
            <p:cNvSpPr txBox="1"/>
            <p:nvPr/>
          </p:nvSpPr>
          <p:spPr>
            <a:xfrm>
              <a:off x="6543873" y="2470403"/>
              <a:ext cx="28264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b="1" i="1" dirty="0">
                  <a:latin typeface="Arial" panose="020B0604020202020204" pitchFamily="34" charset="0"/>
                  <a:cs typeface="Arial" panose="020B0604020202020204" pitchFamily="34" charset="0"/>
                </a:rPr>
                <a:t>“1 optimization please!”</a:t>
              </a:r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3B1409CD-0ACD-9C92-69F7-A46BB8348497}"/>
              </a:ext>
            </a:extLst>
          </p:cNvPr>
          <p:cNvSpPr txBox="1"/>
          <p:nvPr/>
        </p:nvSpPr>
        <p:spPr>
          <a:xfrm>
            <a:off x="10290372" y="3383961"/>
            <a:ext cx="7489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i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origin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8202E4B-4775-A7CA-321E-00F279FE1425}"/>
              </a:ext>
            </a:extLst>
          </p:cNvPr>
          <p:cNvSpPr txBox="1"/>
          <p:nvPr/>
        </p:nvSpPr>
        <p:spPr>
          <a:xfrm>
            <a:off x="587364" y="3933681"/>
            <a:ext cx="16979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visits webpage</a:t>
            </a:r>
          </a:p>
        </p:txBody>
      </p:sp>
    </p:spTree>
    <p:extLst>
      <p:ext uri="{BB962C8B-B14F-4D97-AF65-F5344CB8AC3E}">
        <p14:creationId xmlns:p14="http://schemas.microsoft.com/office/powerpoint/2010/main" val="37844690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0608BA-3ACB-D785-D841-1CA1C3E014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05" name="Text Placeholder 7204">
            <a:extLst>
              <a:ext uri="{FF2B5EF4-FFF2-40B4-BE49-F238E27FC236}">
                <a16:creationId xmlns:a16="http://schemas.microsoft.com/office/drawing/2014/main" id="{7E3B4FE8-3A05-DFBC-D2F8-C5915052D2D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50800" y="1371600"/>
            <a:ext cx="9963152" cy="3927675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Image optimization steps:</a:t>
            </a:r>
          </a:p>
          <a:p>
            <a:pPr marL="342900" indent="-342900">
              <a:buFontTx/>
              <a:buAutoNum type="arabicPeriod"/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processing setup</a:t>
            </a:r>
            <a:r>
              <a:rPr lang="en-US" b="1" dirty="0"/>
              <a:t>,</a:t>
            </a:r>
            <a:r>
              <a:rPr lang="en-US" dirty="0"/>
              <a:t>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incl. cold start and loading original image into memory</a:t>
            </a:r>
          </a:p>
          <a:p>
            <a:pPr marL="342900" indent="-342900">
              <a:buFontTx/>
              <a:buAutoNum type="arabicPeriod"/>
            </a:pPr>
            <a:r>
              <a:rPr lang="en-US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image processing</a:t>
            </a:r>
            <a:r>
              <a:rPr lang="en-US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– </a:t>
            </a:r>
            <a:r>
              <a:rPr lang="en-US" i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 am investigating performance variability of this step</a:t>
            </a:r>
          </a:p>
          <a:p>
            <a:pPr marL="342900" indent="-342900">
              <a:buFontTx/>
              <a:buAutoNum type="arabicPeriod"/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HTTP response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and optionally long-term caching of optimized assets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48F3C7-A889-2D97-1B60-3E3FD98A595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anchor="ctr"/>
          <a:lstStyle/>
          <a:p>
            <a:r>
              <a:rPr lang="en-US" b="1" dirty="0"/>
              <a:t>Serverless Image Optimization with FaaS</a:t>
            </a:r>
          </a:p>
        </p:txBody>
      </p:sp>
      <p:sp>
        <p:nvSpPr>
          <p:cNvPr id="7200" name="Rounded Rectangle 7199">
            <a:extLst>
              <a:ext uri="{FF2B5EF4-FFF2-40B4-BE49-F238E27FC236}">
                <a16:creationId xmlns:a16="http://schemas.microsoft.com/office/drawing/2014/main" id="{72AFB309-EDAC-8726-0CD6-7AFD5495D3BF}"/>
              </a:ext>
            </a:extLst>
          </p:cNvPr>
          <p:cNvSpPr/>
          <p:nvPr/>
        </p:nvSpPr>
        <p:spPr>
          <a:xfrm>
            <a:off x="5090280" y="3637454"/>
            <a:ext cx="4294646" cy="1716413"/>
          </a:xfrm>
          <a:prstGeom prst="roundRect">
            <a:avLst/>
          </a:prstGeom>
          <a:solidFill>
            <a:schemeClr val="accent1">
              <a:alpha val="0"/>
            </a:schemeClr>
          </a:solidFill>
          <a:ln w="31750">
            <a:solidFill>
              <a:srgbClr val="2196F3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24A636B-3541-9CFA-570A-4F749BC37562}"/>
              </a:ext>
            </a:extLst>
          </p:cNvPr>
          <p:cNvSpPr txBox="1"/>
          <p:nvPr/>
        </p:nvSpPr>
        <p:spPr>
          <a:xfrm>
            <a:off x="6555365" y="5485389"/>
            <a:ext cx="1364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i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FaaS </a:t>
            </a:r>
            <a:r>
              <a:rPr lang="en-US" i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origin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5A78DCB-6D9A-F5DB-731C-FC7CACA14CA5}"/>
              </a:ext>
            </a:extLst>
          </p:cNvPr>
          <p:cNvSpPr txBox="1"/>
          <p:nvPr/>
        </p:nvSpPr>
        <p:spPr>
          <a:xfrm>
            <a:off x="6280260" y="4672838"/>
            <a:ext cx="16209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original image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0A4D3F6-4A02-8EDB-FFFF-6EBE0597C926}"/>
              </a:ext>
            </a:extLst>
          </p:cNvPr>
          <p:cNvSpPr txBox="1"/>
          <p:nvPr/>
        </p:nvSpPr>
        <p:spPr>
          <a:xfrm>
            <a:off x="6280260" y="3973718"/>
            <a:ext cx="29152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image processing function</a:t>
            </a:r>
          </a:p>
        </p:txBody>
      </p:sp>
      <p:grpSp>
        <p:nvGrpSpPr>
          <p:cNvPr id="7183" name="Group 7182">
            <a:extLst>
              <a:ext uri="{FF2B5EF4-FFF2-40B4-BE49-F238E27FC236}">
                <a16:creationId xmlns:a16="http://schemas.microsoft.com/office/drawing/2014/main" id="{B03CE7BA-9EA0-D340-7116-2370FF176200}"/>
              </a:ext>
            </a:extLst>
          </p:cNvPr>
          <p:cNvGrpSpPr>
            <a:grpSpLocks noChangeAspect="1"/>
          </p:cNvGrpSpPr>
          <p:nvPr/>
        </p:nvGrpSpPr>
        <p:grpSpPr>
          <a:xfrm>
            <a:off x="5395542" y="3795900"/>
            <a:ext cx="720000" cy="693603"/>
            <a:chOff x="4741771" y="4891595"/>
            <a:chExt cx="706734" cy="749096"/>
          </a:xfrm>
        </p:grpSpPr>
        <p:sp>
          <p:nvSpPr>
            <p:cNvPr id="7175" name="Freeform 7174">
              <a:extLst>
                <a:ext uri="{FF2B5EF4-FFF2-40B4-BE49-F238E27FC236}">
                  <a16:creationId xmlns:a16="http://schemas.microsoft.com/office/drawing/2014/main" id="{969489D6-0306-61B5-6C73-BA89A6ECC734}"/>
                </a:ext>
              </a:extLst>
            </p:cNvPr>
            <p:cNvSpPr/>
            <p:nvPr/>
          </p:nvSpPr>
          <p:spPr>
            <a:xfrm>
              <a:off x="4741771" y="4891595"/>
              <a:ext cx="706734" cy="706734"/>
            </a:xfrm>
            <a:custGeom>
              <a:avLst/>
              <a:gdLst>
                <a:gd name="connsiteX0" fmla="*/ 0 w 706734"/>
                <a:gd name="connsiteY0" fmla="*/ 0 h 706734"/>
                <a:gd name="connsiteX1" fmla="*/ 706734 w 706734"/>
                <a:gd name="connsiteY1" fmla="*/ 0 h 706734"/>
                <a:gd name="connsiteX2" fmla="*/ 706734 w 706734"/>
                <a:gd name="connsiteY2" fmla="*/ 706734 h 706734"/>
                <a:gd name="connsiteX3" fmla="*/ 0 w 706734"/>
                <a:gd name="connsiteY3" fmla="*/ 706734 h 7067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06734" h="706734">
                  <a:moveTo>
                    <a:pt x="0" y="0"/>
                  </a:moveTo>
                  <a:lnTo>
                    <a:pt x="706734" y="0"/>
                  </a:lnTo>
                  <a:lnTo>
                    <a:pt x="706734" y="706734"/>
                  </a:lnTo>
                  <a:lnTo>
                    <a:pt x="0" y="706734"/>
                  </a:lnTo>
                  <a:close/>
                </a:path>
              </a:pathLst>
            </a:custGeom>
            <a:solidFill>
              <a:srgbClr val="FFFFFF">
                <a:alpha val="1000"/>
              </a:srgbClr>
            </a:solidFill>
            <a:ln w="1468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176" name="Freeform 7175">
              <a:extLst>
                <a:ext uri="{FF2B5EF4-FFF2-40B4-BE49-F238E27FC236}">
                  <a16:creationId xmlns:a16="http://schemas.microsoft.com/office/drawing/2014/main" id="{5BDD28AF-954E-83D1-96FC-54D7A71E3A02}"/>
                </a:ext>
              </a:extLst>
            </p:cNvPr>
            <p:cNvSpPr/>
            <p:nvPr/>
          </p:nvSpPr>
          <p:spPr>
            <a:xfrm>
              <a:off x="4741771" y="4933957"/>
              <a:ext cx="706734" cy="706734"/>
            </a:xfrm>
            <a:custGeom>
              <a:avLst/>
              <a:gdLst>
                <a:gd name="connsiteX0" fmla="*/ 706734 w 706734"/>
                <a:gd name="connsiteY0" fmla="*/ 0 h 706734"/>
                <a:gd name="connsiteX1" fmla="*/ 0 w 706734"/>
                <a:gd name="connsiteY1" fmla="*/ 0 h 706734"/>
                <a:gd name="connsiteX2" fmla="*/ 0 w 706734"/>
                <a:gd name="connsiteY2" fmla="*/ 706734 h 706734"/>
                <a:gd name="connsiteX3" fmla="*/ 706734 w 706734"/>
                <a:gd name="connsiteY3" fmla="*/ 706734 h 706734"/>
                <a:gd name="connsiteX4" fmla="*/ 706734 w 706734"/>
                <a:gd name="connsiteY4" fmla="*/ 0 h 7067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06734" h="706734">
                  <a:moveTo>
                    <a:pt x="706734" y="0"/>
                  </a:moveTo>
                  <a:lnTo>
                    <a:pt x="0" y="0"/>
                  </a:lnTo>
                  <a:lnTo>
                    <a:pt x="0" y="706734"/>
                  </a:lnTo>
                  <a:lnTo>
                    <a:pt x="706734" y="706734"/>
                  </a:lnTo>
                  <a:lnTo>
                    <a:pt x="706734" y="0"/>
                  </a:lnTo>
                  <a:close/>
                </a:path>
              </a:pathLst>
            </a:custGeom>
            <a:solidFill>
              <a:srgbClr val="FFFFFF">
                <a:alpha val="1000"/>
              </a:srgbClr>
            </a:solidFill>
            <a:ln w="1468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177" name="Freeform 7176">
              <a:extLst>
                <a:ext uri="{FF2B5EF4-FFF2-40B4-BE49-F238E27FC236}">
                  <a16:creationId xmlns:a16="http://schemas.microsoft.com/office/drawing/2014/main" id="{DC031E67-9902-314B-8798-292EA3003958}"/>
                </a:ext>
              </a:extLst>
            </p:cNvPr>
            <p:cNvSpPr/>
            <p:nvPr/>
          </p:nvSpPr>
          <p:spPr>
            <a:xfrm>
              <a:off x="4800665" y="4950489"/>
              <a:ext cx="588945" cy="235578"/>
            </a:xfrm>
            <a:custGeom>
              <a:avLst/>
              <a:gdLst>
                <a:gd name="connsiteX0" fmla="*/ 588945 w 588945"/>
                <a:gd name="connsiteY0" fmla="*/ 0 h 235578"/>
                <a:gd name="connsiteX1" fmla="*/ 0 w 588945"/>
                <a:gd name="connsiteY1" fmla="*/ 0 h 235578"/>
                <a:gd name="connsiteX2" fmla="*/ 0 w 588945"/>
                <a:gd name="connsiteY2" fmla="*/ 235578 h 235578"/>
                <a:gd name="connsiteX3" fmla="*/ 588945 w 588945"/>
                <a:gd name="connsiteY3" fmla="*/ 235578 h 235578"/>
                <a:gd name="connsiteX4" fmla="*/ 588945 w 588945"/>
                <a:gd name="connsiteY4" fmla="*/ 0 h 2355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88945" h="235578">
                  <a:moveTo>
                    <a:pt x="588945" y="0"/>
                  </a:moveTo>
                  <a:lnTo>
                    <a:pt x="0" y="0"/>
                  </a:lnTo>
                  <a:lnTo>
                    <a:pt x="0" y="235578"/>
                  </a:lnTo>
                  <a:lnTo>
                    <a:pt x="588945" y="235578"/>
                  </a:lnTo>
                  <a:lnTo>
                    <a:pt x="588945" y="0"/>
                  </a:lnTo>
                  <a:close/>
                </a:path>
              </a:pathLst>
            </a:custGeom>
            <a:solidFill>
              <a:srgbClr val="2196F3"/>
            </a:solidFill>
            <a:ln w="58738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178" name="Freeform 7177">
              <a:extLst>
                <a:ext uri="{FF2B5EF4-FFF2-40B4-BE49-F238E27FC236}">
                  <a16:creationId xmlns:a16="http://schemas.microsoft.com/office/drawing/2014/main" id="{DDC5E741-E4D8-5436-8247-C1C21BDC731E}"/>
                </a:ext>
              </a:extLst>
            </p:cNvPr>
            <p:cNvSpPr/>
            <p:nvPr/>
          </p:nvSpPr>
          <p:spPr>
            <a:xfrm>
              <a:off x="4800665" y="5303856"/>
              <a:ext cx="588945" cy="235578"/>
            </a:xfrm>
            <a:custGeom>
              <a:avLst/>
              <a:gdLst>
                <a:gd name="connsiteX0" fmla="*/ 588945 w 588945"/>
                <a:gd name="connsiteY0" fmla="*/ 0 h 235578"/>
                <a:gd name="connsiteX1" fmla="*/ 0 w 588945"/>
                <a:gd name="connsiteY1" fmla="*/ 0 h 235578"/>
                <a:gd name="connsiteX2" fmla="*/ 0 w 588945"/>
                <a:gd name="connsiteY2" fmla="*/ 235578 h 235578"/>
                <a:gd name="connsiteX3" fmla="*/ 588945 w 588945"/>
                <a:gd name="connsiteY3" fmla="*/ 235578 h 235578"/>
                <a:gd name="connsiteX4" fmla="*/ 588945 w 588945"/>
                <a:gd name="connsiteY4" fmla="*/ 0 h 2355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88945" h="235578">
                  <a:moveTo>
                    <a:pt x="588945" y="0"/>
                  </a:moveTo>
                  <a:lnTo>
                    <a:pt x="0" y="0"/>
                  </a:lnTo>
                  <a:lnTo>
                    <a:pt x="0" y="235578"/>
                  </a:lnTo>
                  <a:lnTo>
                    <a:pt x="588945" y="235578"/>
                  </a:lnTo>
                  <a:lnTo>
                    <a:pt x="588945" y="0"/>
                  </a:lnTo>
                  <a:close/>
                </a:path>
              </a:pathLst>
            </a:custGeom>
            <a:solidFill>
              <a:srgbClr val="2196F3"/>
            </a:solidFill>
            <a:ln w="58738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179" name="Freeform 7178">
              <a:extLst>
                <a:ext uri="{FF2B5EF4-FFF2-40B4-BE49-F238E27FC236}">
                  <a16:creationId xmlns:a16="http://schemas.microsoft.com/office/drawing/2014/main" id="{8AE7F8AE-AA09-7C1D-E85B-5321FED01673}"/>
                </a:ext>
              </a:extLst>
            </p:cNvPr>
            <p:cNvSpPr/>
            <p:nvPr/>
          </p:nvSpPr>
          <p:spPr>
            <a:xfrm>
              <a:off x="4889007" y="5038831"/>
              <a:ext cx="58894" cy="58894"/>
            </a:xfrm>
            <a:custGeom>
              <a:avLst/>
              <a:gdLst>
                <a:gd name="connsiteX0" fmla="*/ 44171 w 58894"/>
                <a:gd name="connsiteY0" fmla="*/ 0 h 58894"/>
                <a:gd name="connsiteX1" fmla="*/ 14724 w 58894"/>
                <a:gd name="connsiteY1" fmla="*/ 0 h 58894"/>
                <a:gd name="connsiteX2" fmla="*/ 0 w 58894"/>
                <a:gd name="connsiteY2" fmla="*/ 14724 h 58894"/>
                <a:gd name="connsiteX3" fmla="*/ 0 w 58894"/>
                <a:gd name="connsiteY3" fmla="*/ 44171 h 58894"/>
                <a:gd name="connsiteX4" fmla="*/ 14724 w 58894"/>
                <a:gd name="connsiteY4" fmla="*/ 58895 h 58894"/>
                <a:gd name="connsiteX5" fmla="*/ 44171 w 58894"/>
                <a:gd name="connsiteY5" fmla="*/ 58895 h 58894"/>
                <a:gd name="connsiteX6" fmla="*/ 58895 w 58894"/>
                <a:gd name="connsiteY6" fmla="*/ 44171 h 58894"/>
                <a:gd name="connsiteX7" fmla="*/ 58895 w 58894"/>
                <a:gd name="connsiteY7" fmla="*/ 14724 h 58894"/>
                <a:gd name="connsiteX8" fmla="*/ 44171 w 58894"/>
                <a:gd name="connsiteY8" fmla="*/ 0 h 58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8894" h="58894">
                  <a:moveTo>
                    <a:pt x="44171" y="0"/>
                  </a:moveTo>
                  <a:lnTo>
                    <a:pt x="14724" y="0"/>
                  </a:lnTo>
                  <a:cubicBezTo>
                    <a:pt x="6592" y="0"/>
                    <a:pt x="0" y="6592"/>
                    <a:pt x="0" y="14724"/>
                  </a:cubicBezTo>
                  <a:lnTo>
                    <a:pt x="0" y="44171"/>
                  </a:lnTo>
                  <a:cubicBezTo>
                    <a:pt x="0" y="52303"/>
                    <a:pt x="6592" y="58895"/>
                    <a:pt x="14724" y="58895"/>
                  </a:cubicBezTo>
                  <a:lnTo>
                    <a:pt x="44171" y="58895"/>
                  </a:lnTo>
                  <a:cubicBezTo>
                    <a:pt x="52303" y="58895"/>
                    <a:pt x="58895" y="52303"/>
                    <a:pt x="58895" y="44171"/>
                  </a:cubicBezTo>
                  <a:lnTo>
                    <a:pt x="58895" y="14724"/>
                  </a:lnTo>
                  <a:cubicBezTo>
                    <a:pt x="58895" y="6592"/>
                    <a:pt x="52303" y="0"/>
                    <a:pt x="44171" y="0"/>
                  </a:cubicBezTo>
                  <a:close/>
                </a:path>
              </a:pathLst>
            </a:custGeom>
            <a:solidFill>
              <a:srgbClr val="FFFFFF"/>
            </a:solidFill>
            <a:ln w="1468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180" name="Freeform 7179">
              <a:extLst>
                <a:ext uri="{FF2B5EF4-FFF2-40B4-BE49-F238E27FC236}">
                  <a16:creationId xmlns:a16="http://schemas.microsoft.com/office/drawing/2014/main" id="{A26E014E-D559-1AEE-EC3F-170AD20F25D1}"/>
                </a:ext>
              </a:extLst>
            </p:cNvPr>
            <p:cNvSpPr/>
            <p:nvPr/>
          </p:nvSpPr>
          <p:spPr>
            <a:xfrm>
              <a:off x="4889007" y="5392198"/>
              <a:ext cx="58894" cy="58894"/>
            </a:xfrm>
            <a:custGeom>
              <a:avLst/>
              <a:gdLst>
                <a:gd name="connsiteX0" fmla="*/ 44171 w 58894"/>
                <a:gd name="connsiteY0" fmla="*/ 0 h 58894"/>
                <a:gd name="connsiteX1" fmla="*/ 14724 w 58894"/>
                <a:gd name="connsiteY1" fmla="*/ 0 h 58894"/>
                <a:gd name="connsiteX2" fmla="*/ 0 w 58894"/>
                <a:gd name="connsiteY2" fmla="*/ 14724 h 58894"/>
                <a:gd name="connsiteX3" fmla="*/ 0 w 58894"/>
                <a:gd name="connsiteY3" fmla="*/ 44171 h 58894"/>
                <a:gd name="connsiteX4" fmla="*/ 14724 w 58894"/>
                <a:gd name="connsiteY4" fmla="*/ 58895 h 58894"/>
                <a:gd name="connsiteX5" fmla="*/ 44171 w 58894"/>
                <a:gd name="connsiteY5" fmla="*/ 58895 h 58894"/>
                <a:gd name="connsiteX6" fmla="*/ 58895 w 58894"/>
                <a:gd name="connsiteY6" fmla="*/ 44171 h 58894"/>
                <a:gd name="connsiteX7" fmla="*/ 58895 w 58894"/>
                <a:gd name="connsiteY7" fmla="*/ 14724 h 58894"/>
                <a:gd name="connsiteX8" fmla="*/ 44171 w 58894"/>
                <a:gd name="connsiteY8" fmla="*/ 0 h 58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8894" h="58894">
                  <a:moveTo>
                    <a:pt x="44171" y="0"/>
                  </a:moveTo>
                  <a:lnTo>
                    <a:pt x="14724" y="0"/>
                  </a:lnTo>
                  <a:cubicBezTo>
                    <a:pt x="6592" y="0"/>
                    <a:pt x="0" y="6592"/>
                    <a:pt x="0" y="14724"/>
                  </a:cubicBezTo>
                  <a:lnTo>
                    <a:pt x="0" y="44171"/>
                  </a:lnTo>
                  <a:cubicBezTo>
                    <a:pt x="0" y="52303"/>
                    <a:pt x="6592" y="58895"/>
                    <a:pt x="14724" y="58895"/>
                  </a:cubicBezTo>
                  <a:lnTo>
                    <a:pt x="44171" y="58895"/>
                  </a:lnTo>
                  <a:cubicBezTo>
                    <a:pt x="52303" y="58895"/>
                    <a:pt x="58895" y="52303"/>
                    <a:pt x="58895" y="44171"/>
                  </a:cubicBezTo>
                  <a:lnTo>
                    <a:pt x="58895" y="14724"/>
                  </a:lnTo>
                  <a:cubicBezTo>
                    <a:pt x="58895" y="6592"/>
                    <a:pt x="52303" y="0"/>
                    <a:pt x="44171" y="0"/>
                  </a:cubicBezTo>
                  <a:close/>
                </a:path>
              </a:pathLst>
            </a:custGeom>
            <a:solidFill>
              <a:srgbClr val="FFFFFF"/>
            </a:solidFill>
            <a:ln w="1468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181" name="Freeform 7180">
              <a:extLst>
                <a:ext uri="{FF2B5EF4-FFF2-40B4-BE49-F238E27FC236}">
                  <a16:creationId xmlns:a16="http://schemas.microsoft.com/office/drawing/2014/main" id="{F8E1E4C2-B3F2-D8BC-09E4-45BDE4D242BF}"/>
                </a:ext>
              </a:extLst>
            </p:cNvPr>
            <p:cNvSpPr/>
            <p:nvPr/>
          </p:nvSpPr>
          <p:spPr>
            <a:xfrm>
              <a:off x="5006796" y="5038831"/>
              <a:ext cx="58894" cy="58894"/>
            </a:xfrm>
            <a:custGeom>
              <a:avLst/>
              <a:gdLst>
                <a:gd name="connsiteX0" fmla="*/ 44171 w 58894"/>
                <a:gd name="connsiteY0" fmla="*/ 0 h 58894"/>
                <a:gd name="connsiteX1" fmla="*/ 14724 w 58894"/>
                <a:gd name="connsiteY1" fmla="*/ 0 h 58894"/>
                <a:gd name="connsiteX2" fmla="*/ 0 w 58894"/>
                <a:gd name="connsiteY2" fmla="*/ 14724 h 58894"/>
                <a:gd name="connsiteX3" fmla="*/ 0 w 58894"/>
                <a:gd name="connsiteY3" fmla="*/ 44171 h 58894"/>
                <a:gd name="connsiteX4" fmla="*/ 14724 w 58894"/>
                <a:gd name="connsiteY4" fmla="*/ 58895 h 58894"/>
                <a:gd name="connsiteX5" fmla="*/ 44171 w 58894"/>
                <a:gd name="connsiteY5" fmla="*/ 58895 h 58894"/>
                <a:gd name="connsiteX6" fmla="*/ 58895 w 58894"/>
                <a:gd name="connsiteY6" fmla="*/ 44171 h 58894"/>
                <a:gd name="connsiteX7" fmla="*/ 58895 w 58894"/>
                <a:gd name="connsiteY7" fmla="*/ 14724 h 58894"/>
                <a:gd name="connsiteX8" fmla="*/ 44171 w 58894"/>
                <a:gd name="connsiteY8" fmla="*/ 0 h 58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8894" h="58894">
                  <a:moveTo>
                    <a:pt x="44171" y="0"/>
                  </a:moveTo>
                  <a:lnTo>
                    <a:pt x="14724" y="0"/>
                  </a:lnTo>
                  <a:cubicBezTo>
                    <a:pt x="6592" y="0"/>
                    <a:pt x="0" y="6592"/>
                    <a:pt x="0" y="14724"/>
                  </a:cubicBezTo>
                  <a:lnTo>
                    <a:pt x="0" y="44171"/>
                  </a:lnTo>
                  <a:cubicBezTo>
                    <a:pt x="0" y="52303"/>
                    <a:pt x="6592" y="58895"/>
                    <a:pt x="14724" y="58895"/>
                  </a:cubicBezTo>
                  <a:lnTo>
                    <a:pt x="44171" y="58895"/>
                  </a:lnTo>
                  <a:cubicBezTo>
                    <a:pt x="52303" y="58895"/>
                    <a:pt x="58895" y="52303"/>
                    <a:pt x="58895" y="44171"/>
                  </a:cubicBezTo>
                  <a:lnTo>
                    <a:pt x="58895" y="14724"/>
                  </a:lnTo>
                  <a:cubicBezTo>
                    <a:pt x="58895" y="6592"/>
                    <a:pt x="52303" y="0"/>
                    <a:pt x="44171" y="0"/>
                  </a:cubicBezTo>
                  <a:close/>
                </a:path>
              </a:pathLst>
            </a:custGeom>
            <a:solidFill>
              <a:srgbClr val="FFFFFF"/>
            </a:solidFill>
            <a:ln w="1468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182" name="Freeform 7181">
              <a:extLst>
                <a:ext uri="{FF2B5EF4-FFF2-40B4-BE49-F238E27FC236}">
                  <a16:creationId xmlns:a16="http://schemas.microsoft.com/office/drawing/2014/main" id="{78783BF8-8B4C-31F7-5144-AB49CB889993}"/>
                </a:ext>
              </a:extLst>
            </p:cNvPr>
            <p:cNvSpPr/>
            <p:nvPr/>
          </p:nvSpPr>
          <p:spPr>
            <a:xfrm>
              <a:off x="5006796" y="5392198"/>
              <a:ext cx="58894" cy="58894"/>
            </a:xfrm>
            <a:custGeom>
              <a:avLst/>
              <a:gdLst>
                <a:gd name="connsiteX0" fmla="*/ 44171 w 58894"/>
                <a:gd name="connsiteY0" fmla="*/ 0 h 58894"/>
                <a:gd name="connsiteX1" fmla="*/ 14724 w 58894"/>
                <a:gd name="connsiteY1" fmla="*/ 0 h 58894"/>
                <a:gd name="connsiteX2" fmla="*/ 0 w 58894"/>
                <a:gd name="connsiteY2" fmla="*/ 14724 h 58894"/>
                <a:gd name="connsiteX3" fmla="*/ 0 w 58894"/>
                <a:gd name="connsiteY3" fmla="*/ 44171 h 58894"/>
                <a:gd name="connsiteX4" fmla="*/ 14724 w 58894"/>
                <a:gd name="connsiteY4" fmla="*/ 58895 h 58894"/>
                <a:gd name="connsiteX5" fmla="*/ 44171 w 58894"/>
                <a:gd name="connsiteY5" fmla="*/ 58895 h 58894"/>
                <a:gd name="connsiteX6" fmla="*/ 58895 w 58894"/>
                <a:gd name="connsiteY6" fmla="*/ 44171 h 58894"/>
                <a:gd name="connsiteX7" fmla="*/ 58895 w 58894"/>
                <a:gd name="connsiteY7" fmla="*/ 14724 h 58894"/>
                <a:gd name="connsiteX8" fmla="*/ 44171 w 58894"/>
                <a:gd name="connsiteY8" fmla="*/ 0 h 58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8894" h="58894">
                  <a:moveTo>
                    <a:pt x="44171" y="0"/>
                  </a:moveTo>
                  <a:lnTo>
                    <a:pt x="14724" y="0"/>
                  </a:lnTo>
                  <a:cubicBezTo>
                    <a:pt x="6592" y="0"/>
                    <a:pt x="0" y="6592"/>
                    <a:pt x="0" y="14724"/>
                  </a:cubicBezTo>
                  <a:lnTo>
                    <a:pt x="0" y="44171"/>
                  </a:lnTo>
                  <a:cubicBezTo>
                    <a:pt x="0" y="52303"/>
                    <a:pt x="6592" y="58895"/>
                    <a:pt x="14724" y="58895"/>
                  </a:cubicBezTo>
                  <a:lnTo>
                    <a:pt x="44171" y="58895"/>
                  </a:lnTo>
                  <a:cubicBezTo>
                    <a:pt x="52303" y="58895"/>
                    <a:pt x="58895" y="52303"/>
                    <a:pt x="58895" y="44171"/>
                  </a:cubicBezTo>
                  <a:lnTo>
                    <a:pt x="58895" y="14724"/>
                  </a:lnTo>
                  <a:cubicBezTo>
                    <a:pt x="58895" y="6592"/>
                    <a:pt x="52303" y="0"/>
                    <a:pt x="44171" y="0"/>
                  </a:cubicBezTo>
                  <a:close/>
                </a:path>
              </a:pathLst>
            </a:custGeom>
            <a:solidFill>
              <a:srgbClr val="FFFFFF"/>
            </a:solidFill>
            <a:ln w="1468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EFC10D3-8E02-DFFC-9F16-A7918B507136}"/>
              </a:ext>
            </a:extLst>
          </p:cNvPr>
          <p:cNvGrpSpPr/>
          <p:nvPr/>
        </p:nvGrpSpPr>
        <p:grpSpPr>
          <a:xfrm>
            <a:off x="8225053" y="4372670"/>
            <a:ext cx="2426243" cy="1427380"/>
            <a:chOff x="2667000" y="107337"/>
            <a:chExt cx="6857999" cy="4034620"/>
          </a:xfrm>
        </p:grpSpPr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CC09690D-D8C6-43E1-4C8D-EE98EE769807}"/>
                </a:ext>
              </a:extLst>
            </p:cNvPr>
            <p:cNvSpPr/>
            <p:nvPr/>
          </p:nvSpPr>
          <p:spPr>
            <a:xfrm>
              <a:off x="2827813" y="380631"/>
              <a:ext cx="6536369" cy="3712991"/>
            </a:xfrm>
            <a:custGeom>
              <a:avLst/>
              <a:gdLst>
                <a:gd name="connsiteX0" fmla="*/ 6536371 w 6536370"/>
                <a:gd name="connsiteY0" fmla="*/ 2547104 h 3712990"/>
                <a:gd name="connsiteX1" fmla="*/ 5370484 w 6536370"/>
                <a:gd name="connsiteY1" fmla="*/ 3712991 h 3712990"/>
                <a:gd name="connsiteX2" fmla="*/ 1165887 w 6536370"/>
                <a:gd name="connsiteY2" fmla="*/ 3712991 h 3712990"/>
                <a:gd name="connsiteX3" fmla="*/ 0 w 6536370"/>
                <a:gd name="connsiteY3" fmla="*/ 2547104 h 3712990"/>
                <a:gd name="connsiteX4" fmla="*/ 1165887 w 6536370"/>
                <a:gd name="connsiteY4" fmla="*/ 1381217 h 3712990"/>
                <a:gd name="connsiteX5" fmla="*/ 1594780 w 6536370"/>
                <a:gd name="connsiteY5" fmla="*/ 1462589 h 3712990"/>
                <a:gd name="connsiteX6" fmla="*/ 3268185 w 6536370"/>
                <a:gd name="connsiteY6" fmla="*/ 0 h 3712990"/>
                <a:gd name="connsiteX7" fmla="*/ 4941591 w 6536370"/>
                <a:gd name="connsiteY7" fmla="*/ 1462589 h 3712990"/>
                <a:gd name="connsiteX8" fmla="*/ 5370484 w 6536370"/>
                <a:gd name="connsiteY8" fmla="*/ 1381217 h 3712990"/>
                <a:gd name="connsiteX9" fmla="*/ 6536371 w 6536370"/>
                <a:gd name="connsiteY9" fmla="*/ 2547104 h 37129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536370" h="3712990">
                  <a:moveTo>
                    <a:pt x="6536371" y="2547104"/>
                  </a:moveTo>
                  <a:cubicBezTo>
                    <a:pt x="6536371" y="3190993"/>
                    <a:pt x="6014373" y="3712991"/>
                    <a:pt x="5370484" y="3712991"/>
                  </a:cubicBezTo>
                  <a:lnTo>
                    <a:pt x="1165887" y="3712991"/>
                  </a:lnTo>
                  <a:cubicBezTo>
                    <a:pt x="521998" y="3712991"/>
                    <a:pt x="0" y="3190993"/>
                    <a:pt x="0" y="2547104"/>
                  </a:cubicBezTo>
                  <a:cubicBezTo>
                    <a:pt x="0" y="1903216"/>
                    <a:pt x="521998" y="1381217"/>
                    <a:pt x="1165887" y="1381217"/>
                  </a:cubicBezTo>
                  <a:cubicBezTo>
                    <a:pt x="1317366" y="1381217"/>
                    <a:pt x="1461946" y="1410163"/>
                    <a:pt x="1594780" y="1462589"/>
                  </a:cubicBezTo>
                  <a:cubicBezTo>
                    <a:pt x="1705084" y="636816"/>
                    <a:pt x="2412342" y="0"/>
                    <a:pt x="3268185" y="0"/>
                  </a:cubicBezTo>
                  <a:cubicBezTo>
                    <a:pt x="4124029" y="0"/>
                    <a:pt x="4831287" y="636816"/>
                    <a:pt x="4941591" y="1462589"/>
                  </a:cubicBezTo>
                  <a:cubicBezTo>
                    <a:pt x="5074425" y="1410163"/>
                    <a:pt x="5218992" y="1381217"/>
                    <a:pt x="5370484" y="1381217"/>
                  </a:cubicBezTo>
                  <a:cubicBezTo>
                    <a:pt x="6014373" y="1381217"/>
                    <a:pt x="6536371" y="1903216"/>
                    <a:pt x="6536371" y="2547104"/>
                  </a:cubicBezTo>
                  <a:close/>
                </a:path>
              </a:pathLst>
            </a:custGeom>
            <a:solidFill>
              <a:srgbClr val="2196F3"/>
            </a:solidFill>
            <a:ln w="1339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197E0C6D-A726-DF4D-E810-45A6776BCAF9}"/>
                </a:ext>
              </a:extLst>
            </p:cNvPr>
            <p:cNvSpPr/>
            <p:nvPr/>
          </p:nvSpPr>
          <p:spPr>
            <a:xfrm>
              <a:off x="7844743" y="2244293"/>
              <a:ext cx="1037024" cy="844270"/>
            </a:xfrm>
            <a:custGeom>
              <a:avLst/>
              <a:gdLst>
                <a:gd name="connsiteX0" fmla="*/ 353555 w 1037024"/>
                <a:gd name="connsiteY0" fmla="*/ 0 h 844270"/>
                <a:gd name="connsiteX1" fmla="*/ 101805 w 1037024"/>
                <a:gd name="connsiteY1" fmla="*/ 47685 h 844270"/>
                <a:gd name="connsiteX2" fmla="*/ 11271 w 1037024"/>
                <a:gd name="connsiteY2" fmla="*/ 256318 h 844270"/>
                <a:gd name="connsiteX3" fmla="*/ 219904 w 1037024"/>
                <a:gd name="connsiteY3" fmla="*/ 346851 h 844270"/>
                <a:gd name="connsiteX4" fmla="*/ 353569 w 1037024"/>
                <a:gd name="connsiteY4" fmla="*/ 321630 h 844270"/>
                <a:gd name="connsiteX5" fmla="*/ 715395 w 1037024"/>
                <a:gd name="connsiteY5" fmla="*/ 683456 h 844270"/>
                <a:gd name="connsiteX6" fmla="*/ 876210 w 1037024"/>
                <a:gd name="connsiteY6" fmla="*/ 844271 h 844270"/>
                <a:gd name="connsiteX7" fmla="*/ 1037024 w 1037024"/>
                <a:gd name="connsiteY7" fmla="*/ 683456 h 844270"/>
                <a:gd name="connsiteX8" fmla="*/ 353555 w 1037024"/>
                <a:gd name="connsiteY8" fmla="*/ 0 h 844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37024" h="844270">
                  <a:moveTo>
                    <a:pt x="353555" y="0"/>
                  </a:moveTo>
                  <a:cubicBezTo>
                    <a:pt x="266651" y="0"/>
                    <a:pt x="181958" y="16047"/>
                    <a:pt x="101805" y="47685"/>
                  </a:cubicBezTo>
                  <a:cubicBezTo>
                    <a:pt x="19201" y="80300"/>
                    <a:pt x="-21331" y="173714"/>
                    <a:pt x="11271" y="256318"/>
                  </a:cubicBezTo>
                  <a:cubicBezTo>
                    <a:pt x="43901" y="338922"/>
                    <a:pt x="137301" y="379440"/>
                    <a:pt x="219904" y="346851"/>
                  </a:cubicBezTo>
                  <a:cubicBezTo>
                    <a:pt x="262298" y="330108"/>
                    <a:pt x="307264" y="321630"/>
                    <a:pt x="353569" y="321630"/>
                  </a:cubicBezTo>
                  <a:cubicBezTo>
                    <a:pt x="553067" y="321630"/>
                    <a:pt x="715395" y="483958"/>
                    <a:pt x="715395" y="683456"/>
                  </a:cubicBezTo>
                  <a:cubicBezTo>
                    <a:pt x="715395" y="772262"/>
                    <a:pt x="787404" y="844271"/>
                    <a:pt x="876210" y="844271"/>
                  </a:cubicBezTo>
                  <a:cubicBezTo>
                    <a:pt x="965015" y="844271"/>
                    <a:pt x="1037024" y="772262"/>
                    <a:pt x="1037024" y="683456"/>
                  </a:cubicBezTo>
                  <a:cubicBezTo>
                    <a:pt x="1037011" y="306588"/>
                    <a:pt x="730424" y="0"/>
                    <a:pt x="353555" y="0"/>
                  </a:cubicBezTo>
                  <a:close/>
                </a:path>
              </a:pathLst>
            </a:custGeom>
            <a:solidFill>
              <a:srgbClr val="231F20"/>
            </a:solidFill>
            <a:ln w="1339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1DC8A37A-2DCE-DC27-A02F-F0BD72210BFA}"/>
                </a:ext>
              </a:extLst>
            </p:cNvPr>
            <p:cNvSpPr/>
            <p:nvPr/>
          </p:nvSpPr>
          <p:spPr>
            <a:xfrm>
              <a:off x="5935185" y="863076"/>
              <a:ext cx="1357480" cy="1226135"/>
            </a:xfrm>
            <a:custGeom>
              <a:avLst/>
              <a:gdLst>
                <a:gd name="connsiteX0" fmla="*/ 160815 w 1357480"/>
                <a:gd name="connsiteY0" fmla="*/ 0 h 1226135"/>
                <a:gd name="connsiteX1" fmla="*/ 0 w 1357480"/>
                <a:gd name="connsiteY1" fmla="*/ 160815 h 1226135"/>
                <a:gd name="connsiteX2" fmla="*/ 160815 w 1357480"/>
                <a:gd name="connsiteY2" fmla="*/ 321616 h 1226135"/>
                <a:gd name="connsiteX3" fmla="*/ 1037246 w 1357480"/>
                <a:gd name="connsiteY3" fmla="*/ 1086605 h 1226135"/>
                <a:gd name="connsiteX4" fmla="*/ 1196440 w 1357480"/>
                <a:gd name="connsiteY4" fmla="*/ 1226136 h 1226135"/>
                <a:gd name="connsiteX5" fmla="*/ 1217938 w 1357480"/>
                <a:gd name="connsiteY5" fmla="*/ 1224702 h 1226135"/>
                <a:gd name="connsiteX6" fmla="*/ 1356049 w 1357480"/>
                <a:gd name="connsiteY6" fmla="*/ 1044010 h 1226135"/>
                <a:gd name="connsiteX7" fmla="*/ 160815 w 1357480"/>
                <a:gd name="connsiteY7" fmla="*/ 0 h 12261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57480" h="1226135">
                  <a:moveTo>
                    <a:pt x="160815" y="0"/>
                  </a:moveTo>
                  <a:cubicBezTo>
                    <a:pt x="72009" y="0"/>
                    <a:pt x="0" y="72009"/>
                    <a:pt x="0" y="160815"/>
                  </a:cubicBezTo>
                  <a:cubicBezTo>
                    <a:pt x="0" y="249621"/>
                    <a:pt x="72009" y="321616"/>
                    <a:pt x="160815" y="321616"/>
                  </a:cubicBezTo>
                  <a:cubicBezTo>
                    <a:pt x="602191" y="321616"/>
                    <a:pt x="978979" y="650492"/>
                    <a:pt x="1037246" y="1086605"/>
                  </a:cubicBezTo>
                  <a:cubicBezTo>
                    <a:pt x="1048055" y="1167414"/>
                    <a:pt x="1117091" y="1226136"/>
                    <a:pt x="1196440" y="1226136"/>
                  </a:cubicBezTo>
                  <a:cubicBezTo>
                    <a:pt x="1203526" y="1226136"/>
                    <a:pt x="1210718" y="1225667"/>
                    <a:pt x="1217938" y="1224702"/>
                  </a:cubicBezTo>
                  <a:cubicBezTo>
                    <a:pt x="1305980" y="1212942"/>
                    <a:pt x="1367796" y="1132026"/>
                    <a:pt x="1356049" y="1044010"/>
                  </a:cubicBezTo>
                  <a:cubicBezTo>
                    <a:pt x="1276512" y="448824"/>
                    <a:pt x="762684" y="0"/>
                    <a:pt x="160815" y="0"/>
                  </a:cubicBezTo>
                  <a:close/>
                </a:path>
              </a:pathLst>
            </a:custGeom>
            <a:solidFill>
              <a:srgbClr val="231F20"/>
            </a:solidFill>
            <a:ln w="1339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B75E716B-5170-2B0F-B8FE-98E24E0E06DD}"/>
                </a:ext>
              </a:extLst>
            </p:cNvPr>
            <p:cNvSpPr/>
            <p:nvPr/>
          </p:nvSpPr>
          <p:spPr>
            <a:xfrm>
              <a:off x="5247477" y="1036784"/>
              <a:ext cx="433395" cy="406784"/>
            </a:xfrm>
            <a:custGeom>
              <a:avLst/>
              <a:gdLst>
                <a:gd name="connsiteX0" fmla="*/ 183833 w 433395"/>
                <a:gd name="connsiteY0" fmla="*/ 26687 h 406784"/>
                <a:gd name="connsiteX1" fmla="*/ 55017 w 433395"/>
                <a:gd name="connsiteY1" fmla="*/ 124869 h 406784"/>
                <a:gd name="connsiteX2" fmla="*/ 39707 w 433395"/>
                <a:gd name="connsiteY2" fmla="*/ 351773 h 406784"/>
                <a:gd name="connsiteX3" fmla="*/ 160874 w 433395"/>
                <a:gd name="connsiteY3" fmla="*/ 406784 h 406784"/>
                <a:gd name="connsiteX4" fmla="*/ 266611 w 433395"/>
                <a:gd name="connsiteY4" fmla="*/ 367083 h 406784"/>
                <a:gd name="connsiteX5" fmla="*/ 361310 w 433395"/>
                <a:gd name="connsiteY5" fmla="*/ 294913 h 406784"/>
                <a:gd name="connsiteX6" fmla="*/ 406677 w 433395"/>
                <a:gd name="connsiteY6" fmla="*/ 72055 h 406784"/>
                <a:gd name="connsiteX7" fmla="*/ 183833 w 433395"/>
                <a:gd name="connsiteY7" fmla="*/ 26687 h 4067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33395" h="406784">
                  <a:moveTo>
                    <a:pt x="183833" y="26687"/>
                  </a:moveTo>
                  <a:cubicBezTo>
                    <a:pt x="138921" y="56423"/>
                    <a:pt x="95589" y="89441"/>
                    <a:pt x="55017" y="124869"/>
                  </a:cubicBezTo>
                  <a:cubicBezTo>
                    <a:pt x="-11862" y="183310"/>
                    <a:pt x="-18733" y="284894"/>
                    <a:pt x="39707" y="351773"/>
                  </a:cubicBezTo>
                  <a:cubicBezTo>
                    <a:pt x="71519" y="388179"/>
                    <a:pt x="116083" y="406784"/>
                    <a:pt x="160874" y="406784"/>
                  </a:cubicBezTo>
                  <a:cubicBezTo>
                    <a:pt x="198406" y="406784"/>
                    <a:pt x="236125" y="393711"/>
                    <a:pt x="266611" y="367083"/>
                  </a:cubicBezTo>
                  <a:cubicBezTo>
                    <a:pt x="296427" y="341044"/>
                    <a:pt x="328279" y="316746"/>
                    <a:pt x="361310" y="294913"/>
                  </a:cubicBezTo>
                  <a:cubicBezTo>
                    <a:pt x="435368" y="245902"/>
                    <a:pt x="455688" y="146113"/>
                    <a:pt x="406677" y="72055"/>
                  </a:cubicBezTo>
                  <a:cubicBezTo>
                    <a:pt x="357680" y="-1977"/>
                    <a:pt x="257918" y="-22270"/>
                    <a:pt x="183833" y="26687"/>
                  </a:cubicBezTo>
                  <a:close/>
                </a:path>
              </a:pathLst>
            </a:custGeom>
            <a:solidFill>
              <a:srgbClr val="231F20"/>
            </a:solidFill>
            <a:ln w="1339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DC1F7F5D-1BB1-6938-49B2-E017ABF4F55E}"/>
                </a:ext>
              </a:extLst>
            </p:cNvPr>
            <p:cNvSpPr/>
            <p:nvPr/>
          </p:nvSpPr>
          <p:spPr>
            <a:xfrm>
              <a:off x="2667000" y="107337"/>
              <a:ext cx="6857999" cy="4034620"/>
            </a:xfrm>
            <a:custGeom>
              <a:avLst/>
              <a:gdLst>
                <a:gd name="connsiteX0" fmla="*/ 5531299 w 6858000"/>
                <a:gd name="connsiteY0" fmla="*/ 1381217 h 6418364"/>
                <a:gd name="connsiteX1" fmla="*/ 5227189 w 6858000"/>
                <a:gd name="connsiteY1" fmla="*/ 1416257 h 6418364"/>
                <a:gd name="connsiteX2" fmla="*/ 3429000 w 6858000"/>
                <a:gd name="connsiteY2" fmla="*/ 0 h 6418364"/>
                <a:gd name="connsiteX3" fmla="*/ 1630824 w 6858000"/>
                <a:gd name="connsiteY3" fmla="*/ 1416244 h 6418364"/>
                <a:gd name="connsiteX4" fmla="*/ 1326702 w 6858000"/>
                <a:gd name="connsiteY4" fmla="*/ 1381204 h 6418364"/>
                <a:gd name="connsiteX5" fmla="*/ 0 w 6858000"/>
                <a:gd name="connsiteY5" fmla="*/ 2707906 h 6418364"/>
                <a:gd name="connsiteX6" fmla="*/ 1326702 w 6858000"/>
                <a:gd name="connsiteY6" fmla="*/ 4034607 h 6418364"/>
                <a:gd name="connsiteX7" fmla="*/ 2906921 w 6858000"/>
                <a:gd name="connsiteY7" fmla="*/ 4034607 h 6418364"/>
                <a:gd name="connsiteX8" fmla="*/ 2906921 w 6858000"/>
                <a:gd name="connsiteY8" fmla="*/ 6257550 h 6418364"/>
                <a:gd name="connsiteX9" fmla="*/ 3067736 w 6858000"/>
                <a:gd name="connsiteY9" fmla="*/ 6418365 h 6418364"/>
                <a:gd name="connsiteX10" fmla="*/ 3791389 w 6858000"/>
                <a:gd name="connsiteY10" fmla="*/ 6418365 h 6418364"/>
                <a:gd name="connsiteX11" fmla="*/ 3952204 w 6858000"/>
                <a:gd name="connsiteY11" fmla="*/ 6257550 h 6418364"/>
                <a:gd name="connsiteX12" fmla="*/ 3952204 w 6858000"/>
                <a:gd name="connsiteY12" fmla="*/ 4034620 h 6418364"/>
                <a:gd name="connsiteX13" fmla="*/ 5531299 w 6858000"/>
                <a:gd name="connsiteY13" fmla="*/ 4034620 h 6418364"/>
                <a:gd name="connsiteX14" fmla="*/ 6858000 w 6858000"/>
                <a:gd name="connsiteY14" fmla="*/ 2707919 h 6418364"/>
                <a:gd name="connsiteX15" fmla="*/ 5531299 w 6858000"/>
                <a:gd name="connsiteY15" fmla="*/ 1381217 h 6418364"/>
                <a:gd name="connsiteX16" fmla="*/ 3630575 w 6858000"/>
                <a:gd name="connsiteY16" fmla="*/ 2960915 h 6418364"/>
                <a:gd name="connsiteX17" fmla="*/ 3630575 w 6858000"/>
                <a:gd name="connsiteY17" fmla="*/ 6096749 h 6418364"/>
                <a:gd name="connsiteX18" fmla="*/ 3228538 w 6858000"/>
                <a:gd name="connsiteY18" fmla="*/ 6096749 h 6418364"/>
                <a:gd name="connsiteX19" fmla="*/ 3228538 w 6858000"/>
                <a:gd name="connsiteY19" fmla="*/ 2960915 h 6418364"/>
                <a:gd name="connsiteX20" fmla="*/ 3067723 w 6858000"/>
                <a:gd name="connsiteY20" fmla="*/ 2800100 h 6418364"/>
                <a:gd name="connsiteX21" fmla="*/ 2965241 w 6858000"/>
                <a:gd name="connsiteY21" fmla="*/ 2800100 h 6418364"/>
                <a:gd name="connsiteX22" fmla="*/ 3429549 w 6858000"/>
                <a:gd name="connsiteY22" fmla="*/ 2233619 h 6418364"/>
                <a:gd name="connsiteX23" fmla="*/ 3893857 w 6858000"/>
                <a:gd name="connsiteY23" fmla="*/ 2800100 h 6418364"/>
                <a:gd name="connsiteX24" fmla="*/ 3791376 w 6858000"/>
                <a:gd name="connsiteY24" fmla="*/ 2800100 h 6418364"/>
                <a:gd name="connsiteX25" fmla="*/ 3630575 w 6858000"/>
                <a:gd name="connsiteY25" fmla="*/ 2960915 h 6418364"/>
                <a:gd name="connsiteX26" fmla="*/ 5531299 w 6858000"/>
                <a:gd name="connsiteY26" fmla="*/ 3713005 h 6418364"/>
                <a:gd name="connsiteX27" fmla="*/ 3952204 w 6858000"/>
                <a:gd name="connsiteY27" fmla="*/ 3713005 h 6418364"/>
                <a:gd name="connsiteX28" fmla="*/ 3952204 w 6858000"/>
                <a:gd name="connsiteY28" fmla="*/ 3121729 h 6418364"/>
                <a:gd name="connsiteX29" fmla="*/ 4233623 w 6858000"/>
                <a:gd name="connsiteY29" fmla="*/ 3121729 h 6418364"/>
                <a:gd name="connsiteX30" fmla="*/ 4378981 w 6858000"/>
                <a:gd name="connsiteY30" fmla="*/ 3029709 h 6418364"/>
                <a:gd name="connsiteX31" fmla="*/ 4357991 w 6858000"/>
                <a:gd name="connsiteY31" fmla="*/ 2858969 h 6418364"/>
                <a:gd name="connsiteX32" fmla="*/ 3553931 w 6858000"/>
                <a:gd name="connsiteY32" fmla="*/ 1878021 h 6418364"/>
                <a:gd name="connsiteX33" fmla="*/ 3429563 w 6858000"/>
                <a:gd name="connsiteY33" fmla="*/ 1819152 h 6418364"/>
                <a:gd name="connsiteX34" fmla="*/ 3305195 w 6858000"/>
                <a:gd name="connsiteY34" fmla="*/ 1878021 h 6418364"/>
                <a:gd name="connsiteX35" fmla="*/ 2501134 w 6858000"/>
                <a:gd name="connsiteY35" fmla="*/ 2858969 h 6418364"/>
                <a:gd name="connsiteX36" fmla="*/ 2480145 w 6858000"/>
                <a:gd name="connsiteY36" fmla="*/ 3029709 h 6418364"/>
                <a:gd name="connsiteX37" fmla="*/ 2625502 w 6858000"/>
                <a:gd name="connsiteY37" fmla="*/ 3121729 h 6418364"/>
                <a:gd name="connsiteX38" fmla="*/ 2906921 w 6858000"/>
                <a:gd name="connsiteY38" fmla="*/ 3121729 h 6418364"/>
                <a:gd name="connsiteX39" fmla="*/ 2906921 w 6858000"/>
                <a:gd name="connsiteY39" fmla="*/ 3713005 h 6418364"/>
                <a:gd name="connsiteX40" fmla="*/ 1326702 w 6858000"/>
                <a:gd name="connsiteY40" fmla="*/ 3713005 h 6418364"/>
                <a:gd name="connsiteX41" fmla="*/ 321629 w 6858000"/>
                <a:gd name="connsiteY41" fmla="*/ 2707932 h 6418364"/>
                <a:gd name="connsiteX42" fmla="*/ 1326702 w 6858000"/>
                <a:gd name="connsiteY42" fmla="*/ 1702860 h 6418364"/>
                <a:gd name="connsiteX43" fmla="*/ 1696538 w 6858000"/>
                <a:gd name="connsiteY43" fmla="*/ 1773007 h 6418364"/>
                <a:gd name="connsiteX44" fmla="*/ 1837006 w 6858000"/>
                <a:gd name="connsiteY44" fmla="*/ 1762091 h 6418364"/>
                <a:gd name="connsiteX45" fmla="*/ 1914989 w 6858000"/>
                <a:gd name="connsiteY45" fmla="*/ 1644715 h 6418364"/>
                <a:gd name="connsiteX46" fmla="*/ 3429000 w 6858000"/>
                <a:gd name="connsiteY46" fmla="*/ 321630 h 6418364"/>
                <a:gd name="connsiteX47" fmla="*/ 4942998 w 6858000"/>
                <a:gd name="connsiteY47" fmla="*/ 1644701 h 6418364"/>
                <a:gd name="connsiteX48" fmla="*/ 5020954 w 6858000"/>
                <a:gd name="connsiteY48" fmla="*/ 1762077 h 6418364"/>
                <a:gd name="connsiteX49" fmla="*/ 5161435 w 6858000"/>
                <a:gd name="connsiteY49" fmla="*/ 1772994 h 6418364"/>
                <a:gd name="connsiteX50" fmla="*/ 5531272 w 6858000"/>
                <a:gd name="connsiteY50" fmla="*/ 1702847 h 6418364"/>
                <a:gd name="connsiteX51" fmla="*/ 6536344 w 6858000"/>
                <a:gd name="connsiteY51" fmla="*/ 2707919 h 6418364"/>
                <a:gd name="connsiteX52" fmla="*/ 5531299 w 6858000"/>
                <a:gd name="connsiteY52" fmla="*/ 3713005 h 6418364"/>
                <a:gd name="connsiteX0" fmla="*/ 5531299 w 6858000"/>
                <a:gd name="connsiteY0" fmla="*/ 1381217 h 6418365"/>
                <a:gd name="connsiteX1" fmla="*/ 5227189 w 6858000"/>
                <a:gd name="connsiteY1" fmla="*/ 1416257 h 6418365"/>
                <a:gd name="connsiteX2" fmla="*/ 3429000 w 6858000"/>
                <a:gd name="connsiteY2" fmla="*/ 0 h 6418365"/>
                <a:gd name="connsiteX3" fmla="*/ 1630824 w 6858000"/>
                <a:gd name="connsiteY3" fmla="*/ 1416244 h 6418365"/>
                <a:gd name="connsiteX4" fmla="*/ 1326702 w 6858000"/>
                <a:gd name="connsiteY4" fmla="*/ 1381204 h 6418365"/>
                <a:gd name="connsiteX5" fmla="*/ 0 w 6858000"/>
                <a:gd name="connsiteY5" fmla="*/ 2707906 h 6418365"/>
                <a:gd name="connsiteX6" fmla="*/ 1326702 w 6858000"/>
                <a:gd name="connsiteY6" fmla="*/ 4034607 h 6418365"/>
                <a:gd name="connsiteX7" fmla="*/ 2906921 w 6858000"/>
                <a:gd name="connsiteY7" fmla="*/ 4034607 h 6418365"/>
                <a:gd name="connsiteX8" fmla="*/ 2906921 w 6858000"/>
                <a:gd name="connsiteY8" fmla="*/ 6257550 h 6418365"/>
                <a:gd name="connsiteX9" fmla="*/ 3067736 w 6858000"/>
                <a:gd name="connsiteY9" fmla="*/ 6418365 h 6418365"/>
                <a:gd name="connsiteX10" fmla="*/ 3791389 w 6858000"/>
                <a:gd name="connsiteY10" fmla="*/ 6418365 h 6418365"/>
                <a:gd name="connsiteX11" fmla="*/ 3952204 w 6858000"/>
                <a:gd name="connsiteY11" fmla="*/ 6257550 h 6418365"/>
                <a:gd name="connsiteX12" fmla="*/ 3952204 w 6858000"/>
                <a:gd name="connsiteY12" fmla="*/ 4034620 h 6418365"/>
                <a:gd name="connsiteX13" fmla="*/ 5531299 w 6858000"/>
                <a:gd name="connsiteY13" fmla="*/ 4034620 h 6418365"/>
                <a:gd name="connsiteX14" fmla="*/ 6858000 w 6858000"/>
                <a:gd name="connsiteY14" fmla="*/ 2707919 h 6418365"/>
                <a:gd name="connsiteX15" fmla="*/ 5531299 w 6858000"/>
                <a:gd name="connsiteY15" fmla="*/ 1381217 h 6418365"/>
                <a:gd name="connsiteX16" fmla="*/ 3630575 w 6858000"/>
                <a:gd name="connsiteY16" fmla="*/ 2960915 h 6418365"/>
                <a:gd name="connsiteX17" fmla="*/ 3630575 w 6858000"/>
                <a:gd name="connsiteY17" fmla="*/ 6096749 h 6418365"/>
                <a:gd name="connsiteX18" fmla="*/ 3228538 w 6858000"/>
                <a:gd name="connsiteY18" fmla="*/ 2960915 h 6418365"/>
                <a:gd name="connsiteX19" fmla="*/ 3067723 w 6858000"/>
                <a:gd name="connsiteY19" fmla="*/ 2800100 h 6418365"/>
                <a:gd name="connsiteX20" fmla="*/ 2965241 w 6858000"/>
                <a:gd name="connsiteY20" fmla="*/ 2800100 h 6418365"/>
                <a:gd name="connsiteX21" fmla="*/ 3429549 w 6858000"/>
                <a:gd name="connsiteY21" fmla="*/ 2233619 h 6418365"/>
                <a:gd name="connsiteX22" fmla="*/ 3893857 w 6858000"/>
                <a:gd name="connsiteY22" fmla="*/ 2800100 h 6418365"/>
                <a:gd name="connsiteX23" fmla="*/ 3791376 w 6858000"/>
                <a:gd name="connsiteY23" fmla="*/ 2800100 h 6418365"/>
                <a:gd name="connsiteX24" fmla="*/ 3630575 w 6858000"/>
                <a:gd name="connsiteY24" fmla="*/ 2960915 h 6418365"/>
                <a:gd name="connsiteX25" fmla="*/ 5531299 w 6858000"/>
                <a:gd name="connsiteY25" fmla="*/ 3713005 h 6418365"/>
                <a:gd name="connsiteX26" fmla="*/ 3952204 w 6858000"/>
                <a:gd name="connsiteY26" fmla="*/ 3713005 h 6418365"/>
                <a:gd name="connsiteX27" fmla="*/ 3952204 w 6858000"/>
                <a:gd name="connsiteY27" fmla="*/ 3121729 h 6418365"/>
                <a:gd name="connsiteX28" fmla="*/ 4233623 w 6858000"/>
                <a:gd name="connsiteY28" fmla="*/ 3121729 h 6418365"/>
                <a:gd name="connsiteX29" fmla="*/ 4378981 w 6858000"/>
                <a:gd name="connsiteY29" fmla="*/ 3029709 h 6418365"/>
                <a:gd name="connsiteX30" fmla="*/ 4357991 w 6858000"/>
                <a:gd name="connsiteY30" fmla="*/ 2858969 h 6418365"/>
                <a:gd name="connsiteX31" fmla="*/ 3553931 w 6858000"/>
                <a:gd name="connsiteY31" fmla="*/ 1878021 h 6418365"/>
                <a:gd name="connsiteX32" fmla="*/ 3429563 w 6858000"/>
                <a:gd name="connsiteY32" fmla="*/ 1819152 h 6418365"/>
                <a:gd name="connsiteX33" fmla="*/ 3305195 w 6858000"/>
                <a:gd name="connsiteY33" fmla="*/ 1878021 h 6418365"/>
                <a:gd name="connsiteX34" fmla="*/ 2501134 w 6858000"/>
                <a:gd name="connsiteY34" fmla="*/ 2858969 h 6418365"/>
                <a:gd name="connsiteX35" fmla="*/ 2480145 w 6858000"/>
                <a:gd name="connsiteY35" fmla="*/ 3029709 h 6418365"/>
                <a:gd name="connsiteX36" fmla="*/ 2625502 w 6858000"/>
                <a:gd name="connsiteY36" fmla="*/ 3121729 h 6418365"/>
                <a:gd name="connsiteX37" fmla="*/ 2906921 w 6858000"/>
                <a:gd name="connsiteY37" fmla="*/ 3121729 h 6418365"/>
                <a:gd name="connsiteX38" fmla="*/ 2906921 w 6858000"/>
                <a:gd name="connsiteY38" fmla="*/ 3713005 h 6418365"/>
                <a:gd name="connsiteX39" fmla="*/ 1326702 w 6858000"/>
                <a:gd name="connsiteY39" fmla="*/ 3713005 h 6418365"/>
                <a:gd name="connsiteX40" fmla="*/ 321629 w 6858000"/>
                <a:gd name="connsiteY40" fmla="*/ 2707932 h 6418365"/>
                <a:gd name="connsiteX41" fmla="*/ 1326702 w 6858000"/>
                <a:gd name="connsiteY41" fmla="*/ 1702860 h 6418365"/>
                <a:gd name="connsiteX42" fmla="*/ 1696538 w 6858000"/>
                <a:gd name="connsiteY42" fmla="*/ 1773007 h 6418365"/>
                <a:gd name="connsiteX43" fmla="*/ 1837006 w 6858000"/>
                <a:gd name="connsiteY43" fmla="*/ 1762091 h 6418365"/>
                <a:gd name="connsiteX44" fmla="*/ 1914989 w 6858000"/>
                <a:gd name="connsiteY44" fmla="*/ 1644715 h 6418365"/>
                <a:gd name="connsiteX45" fmla="*/ 3429000 w 6858000"/>
                <a:gd name="connsiteY45" fmla="*/ 321630 h 6418365"/>
                <a:gd name="connsiteX46" fmla="*/ 4942998 w 6858000"/>
                <a:gd name="connsiteY46" fmla="*/ 1644701 h 6418365"/>
                <a:gd name="connsiteX47" fmla="*/ 5020954 w 6858000"/>
                <a:gd name="connsiteY47" fmla="*/ 1762077 h 6418365"/>
                <a:gd name="connsiteX48" fmla="*/ 5161435 w 6858000"/>
                <a:gd name="connsiteY48" fmla="*/ 1772994 h 6418365"/>
                <a:gd name="connsiteX49" fmla="*/ 5531272 w 6858000"/>
                <a:gd name="connsiteY49" fmla="*/ 1702847 h 6418365"/>
                <a:gd name="connsiteX50" fmla="*/ 6536344 w 6858000"/>
                <a:gd name="connsiteY50" fmla="*/ 2707919 h 6418365"/>
                <a:gd name="connsiteX51" fmla="*/ 5531299 w 6858000"/>
                <a:gd name="connsiteY51" fmla="*/ 3713005 h 6418365"/>
                <a:gd name="connsiteX0" fmla="*/ 5531299 w 6858000"/>
                <a:gd name="connsiteY0" fmla="*/ 1381217 h 6418365"/>
                <a:gd name="connsiteX1" fmla="*/ 5227189 w 6858000"/>
                <a:gd name="connsiteY1" fmla="*/ 1416257 h 6418365"/>
                <a:gd name="connsiteX2" fmla="*/ 3429000 w 6858000"/>
                <a:gd name="connsiteY2" fmla="*/ 0 h 6418365"/>
                <a:gd name="connsiteX3" fmla="*/ 1630824 w 6858000"/>
                <a:gd name="connsiteY3" fmla="*/ 1416244 h 6418365"/>
                <a:gd name="connsiteX4" fmla="*/ 1326702 w 6858000"/>
                <a:gd name="connsiteY4" fmla="*/ 1381204 h 6418365"/>
                <a:gd name="connsiteX5" fmla="*/ 0 w 6858000"/>
                <a:gd name="connsiteY5" fmla="*/ 2707906 h 6418365"/>
                <a:gd name="connsiteX6" fmla="*/ 1326702 w 6858000"/>
                <a:gd name="connsiteY6" fmla="*/ 4034607 h 6418365"/>
                <a:gd name="connsiteX7" fmla="*/ 2906921 w 6858000"/>
                <a:gd name="connsiteY7" fmla="*/ 4034607 h 6418365"/>
                <a:gd name="connsiteX8" fmla="*/ 2906921 w 6858000"/>
                <a:gd name="connsiteY8" fmla="*/ 6257550 h 6418365"/>
                <a:gd name="connsiteX9" fmla="*/ 3067736 w 6858000"/>
                <a:gd name="connsiteY9" fmla="*/ 6418365 h 6418365"/>
                <a:gd name="connsiteX10" fmla="*/ 3791389 w 6858000"/>
                <a:gd name="connsiteY10" fmla="*/ 6418365 h 6418365"/>
                <a:gd name="connsiteX11" fmla="*/ 3952204 w 6858000"/>
                <a:gd name="connsiteY11" fmla="*/ 6257550 h 6418365"/>
                <a:gd name="connsiteX12" fmla="*/ 3952204 w 6858000"/>
                <a:gd name="connsiteY12" fmla="*/ 4034620 h 6418365"/>
                <a:gd name="connsiteX13" fmla="*/ 5531299 w 6858000"/>
                <a:gd name="connsiteY13" fmla="*/ 4034620 h 6418365"/>
                <a:gd name="connsiteX14" fmla="*/ 6858000 w 6858000"/>
                <a:gd name="connsiteY14" fmla="*/ 2707919 h 6418365"/>
                <a:gd name="connsiteX15" fmla="*/ 5531299 w 6858000"/>
                <a:gd name="connsiteY15" fmla="*/ 1381217 h 6418365"/>
                <a:gd name="connsiteX16" fmla="*/ 3630575 w 6858000"/>
                <a:gd name="connsiteY16" fmla="*/ 2960915 h 6418365"/>
                <a:gd name="connsiteX17" fmla="*/ 3228538 w 6858000"/>
                <a:gd name="connsiteY17" fmla="*/ 2960915 h 6418365"/>
                <a:gd name="connsiteX18" fmla="*/ 3067723 w 6858000"/>
                <a:gd name="connsiteY18" fmla="*/ 2800100 h 6418365"/>
                <a:gd name="connsiteX19" fmla="*/ 2965241 w 6858000"/>
                <a:gd name="connsiteY19" fmla="*/ 2800100 h 6418365"/>
                <a:gd name="connsiteX20" fmla="*/ 3429549 w 6858000"/>
                <a:gd name="connsiteY20" fmla="*/ 2233619 h 6418365"/>
                <a:gd name="connsiteX21" fmla="*/ 3893857 w 6858000"/>
                <a:gd name="connsiteY21" fmla="*/ 2800100 h 6418365"/>
                <a:gd name="connsiteX22" fmla="*/ 3791376 w 6858000"/>
                <a:gd name="connsiteY22" fmla="*/ 2800100 h 6418365"/>
                <a:gd name="connsiteX23" fmla="*/ 3630575 w 6858000"/>
                <a:gd name="connsiteY23" fmla="*/ 2960915 h 6418365"/>
                <a:gd name="connsiteX24" fmla="*/ 5531299 w 6858000"/>
                <a:gd name="connsiteY24" fmla="*/ 3713005 h 6418365"/>
                <a:gd name="connsiteX25" fmla="*/ 3952204 w 6858000"/>
                <a:gd name="connsiteY25" fmla="*/ 3713005 h 6418365"/>
                <a:gd name="connsiteX26" fmla="*/ 3952204 w 6858000"/>
                <a:gd name="connsiteY26" fmla="*/ 3121729 h 6418365"/>
                <a:gd name="connsiteX27" fmla="*/ 4233623 w 6858000"/>
                <a:gd name="connsiteY27" fmla="*/ 3121729 h 6418365"/>
                <a:gd name="connsiteX28" fmla="*/ 4378981 w 6858000"/>
                <a:gd name="connsiteY28" fmla="*/ 3029709 h 6418365"/>
                <a:gd name="connsiteX29" fmla="*/ 4357991 w 6858000"/>
                <a:gd name="connsiteY29" fmla="*/ 2858969 h 6418365"/>
                <a:gd name="connsiteX30" fmla="*/ 3553931 w 6858000"/>
                <a:gd name="connsiteY30" fmla="*/ 1878021 h 6418365"/>
                <a:gd name="connsiteX31" fmla="*/ 3429563 w 6858000"/>
                <a:gd name="connsiteY31" fmla="*/ 1819152 h 6418365"/>
                <a:gd name="connsiteX32" fmla="*/ 3305195 w 6858000"/>
                <a:gd name="connsiteY32" fmla="*/ 1878021 h 6418365"/>
                <a:gd name="connsiteX33" fmla="*/ 2501134 w 6858000"/>
                <a:gd name="connsiteY33" fmla="*/ 2858969 h 6418365"/>
                <a:gd name="connsiteX34" fmla="*/ 2480145 w 6858000"/>
                <a:gd name="connsiteY34" fmla="*/ 3029709 h 6418365"/>
                <a:gd name="connsiteX35" fmla="*/ 2625502 w 6858000"/>
                <a:gd name="connsiteY35" fmla="*/ 3121729 h 6418365"/>
                <a:gd name="connsiteX36" fmla="*/ 2906921 w 6858000"/>
                <a:gd name="connsiteY36" fmla="*/ 3121729 h 6418365"/>
                <a:gd name="connsiteX37" fmla="*/ 2906921 w 6858000"/>
                <a:gd name="connsiteY37" fmla="*/ 3713005 h 6418365"/>
                <a:gd name="connsiteX38" fmla="*/ 1326702 w 6858000"/>
                <a:gd name="connsiteY38" fmla="*/ 3713005 h 6418365"/>
                <a:gd name="connsiteX39" fmla="*/ 321629 w 6858000"/>
                <a:gd name="connsiteY39" fmla="*/ 2707932 h 6418365"/>
                <a:gd name="connsiteX40" fmla="*/ 1326702 w 6858000"/>
                <a:gd name="connsiteY40" fmla="*/ 1702860 h 6418365"/>
                <a:gd name="connsiteX41" fmla="*/ 1696538 w 6858000"/>
                <a:gd name="connsiteY41" fmla="*/ 1773007 h 6418365"/>
                <a:gd name="connsiteX42" fmla="*/ 1837006 w 6858000"/>
                <a:gd name="connsiteY42" fmla="*/ 1762091 h 6418365"/>
                <a:gd name="connsiteX43" fmla="*/ 1914989 w 6858000"/>
                <a:gd name="connsiteY43" fmla="*/ 1644715 h 6418365"/>
                <a:gd name="connsiteX44" fmla="*/ 3429000 w 6858000"/>
                <a:gd name="connsiteY44" fmla="*/ 321630 h 6418365"/>
                <a:gd name="connsiteX45" fmla="*/ 4942998 w 6858000"/>
                <a:gd name="connsiteY45" fmla="*/ 1644701 h 6418365"/>
                <a:gd name="connsiteX46" fmla="*/ 5020954 w 6858000"/>
                <a:gd name="connsiteY46" fmla="*/ 1762077 h 6418365"/>
                <a:gd name="connsiteX47" fmla="*/ 5161435 w 6858000"/>
                <a:gd name="connsiteY47" fmla="*/ 1772994 h 6418365"/>
                <a:gd name="connsiteX48" fmla="*/ 5531272 w 6858000"/>
                <a:gd name="connsiteY48" fmla="*/ 1702847 h 6418365"/>
                <a:gd name="connsiteX49" fmla="*/ 6536344 w 6858000"/>
                <a:gd name="connsiteY49" fmla="*/ 2707919 h 6418365"/>
                <a:gd name="connsiteX50" fmla="*/ 5531299 w 6858000"/>
                <a:gd name="connsiteY50" fmla="*/ 3713005 h 6418365"/>
                <a:gd name="connsiteX0" fmla="*/ 5531299 w 6858000"/>
                <a:gd name="connsiteY0" fmla="*/ 1381217 h 6418365"/>
                <a:gd name="connsiteX1" fmla="*/ 5227189 w 6858000"/>
                <a:gd name="connsiteY1" fmla="*/ 1416257 h 6418365"/>
                <a:gd name="connsiteX2" fmla="*/ 3429000 w 6858000"/>
                <a:gd name="connsiteY2" fmla="*/ 0 h 6418365"/>
                <a:gd name="connsiteX3" fmla="*/ 1630824 w 6858000"/>
                <a:gd name="connsiteY3" fmla="*/ 1416244 h 6418365"/>
                <a:gd name="connsiteX4" fmla="*/ 1326702 w 6858000"/>
                <a:gd name="connsiteY4" fmla="*/ 1381204 h 6418365"/>
                <a:gd name="connsiteX5" fmla="*/ 0 w 6858000"/>
                <a:gd name="connsiteY5" fmla="*/ 2707906 h 6418365"/>
                <a:gd name="connsiteX6" fmla="*/ 1326702 w 6858000"/>
                <a:gd name="connsiteY6" fmla="*/ 4034607 h 6418365"/>
                <a:gd name="connsiteX7" fmla="*/ 2906921 w 6858000"/>
                <a:gd name="connsiteY7" fmla="*/ 4034607 h 6418365"/>
                <a:gd name="connsiteX8" fmla="*/ 2906921 w 6858000"/>
                <a:gd name="connsiteY8" fmla="*/ 6257550 h 6418365"/>
                <a:gd name="connsiteX9" fmla="*/ 3067736 w 6858000"/>
                <a:gd name="connsiteY9" fmla="*/ 6418365 h 6418365"/>
                <a:gd name="connsiteX10" fmla="*/ 3952204 w 6858000"/>
                <a:gd name="connsiteY10" fmla="*/ 6257550 h 6418365"/>
                <a:gd name="connsiteX11" fmla="*/ 3952204 w 6858000"/>
                <a:gd name="connsiteY11" fmla="*/ 4034620 h 6418365"/>
                <a:gd name="connsiteX12" fmla="*/ 5531299 w 6858000"/>
                <a:gd name="connsiteY12" fmla="*/ 4034620 h 6418365"/>
                <a:gd name="connsiteX13" fmla="*/ 6858000 w 6858000"/>
                <a:gd name="connsiteY13" fmla="*/ 2707919 h 6418365"/>
                <a:gd name="connsiteX14" fmla="*/ 5531299 w 6858000"/>
                <a:gd name="connsiteY14" fmla="*/ 1381217 h 6418365"/>
                <a:gd name="connsiteX15" fmla="*/ 3630575 w 6858000"/>
                <a:gd name="connsiteY15" fmla="*/ 2960915 h 6418365"/>
                <a:gd name="connsiteX16" fmla="*/ 3228538 w 6858000"/>
                <a:gd name="connsiteY16" fmla="*/ 2960915 h 6418365"/>
                <a:gd name="connsiteX17" fmla="*/ 3067723 w 6858000"/>
                <a:gd name="connsiteY17" fmla="*/ 2800100 h 6418365"/>
                <a:gd name="connsiteX18" fmla="*/ 2965241 w 6858000"/>
                <a:gd name="connsiteY18" fmla="*/ 2800100 h 6418365"/>
                <a:gd name="connsiteX19" fmla="*/ 3429549 w 6858000"/>
                <a:gd name="connsiteY19" fmla="*/ 2233619 h 6418365"/>
                <a:gd name="connsiteX20" fmla="*/ 3893857 w 6858000"/>
                <a:gd name="connsiteY20" fmla="*/ 2800100 h 6418365"/>
                <a:gd name="connsiteX21" fmla="*/ 3791376 w 6858000"/>
                <a:gd name="connsiteY21" fmla="*/ 2800100 h 6418365"/>
                <a:gd name="connsiteX22" fmla="*/ 3630575 w 6858000"/>
                <a:gd name="connsiteY22" fmla="*/ 2960915 h 6418365"/>
                <a:gd name="connsiteX23" fmla="*/ 5531299 w 6858000"/>
                <a:gd name="connsiteY23" fmla="*/ 3713005 h 6418365"/>
                <a:gd name="connsiteX24" fmla="*/ 3952204 w 6858000"/>
                <a:gd name="connsiteY24" fmla="*/ 3713005 h 6418365"/>
                <a:gd name="connsiteX25" fmla="*/ 3952204 w 6858000"/>
                <a:gd name="connsiteY25" fmla="*/ 3121729 h 6418365"/>
                <a:gd name="connsiteX26" fmla="*/ 4233623 w 6858000"/>
                <a:gd name="connsiteY26" fmla="*/ 3121729 h 6418365"/>
                <a:gd name="connsiteX27" fmla="*/ 4378981 w 6858000"/>
                <a:gd name="connsiteY27" fmla="*/ 3029709 h 6418365"/>
                <a:gd name="connsiteX28" fmla="*/ 4357991 w 6858000"/>
                <a:gd name="connsiteY28" fmla="*/ 2858969 h 6418365"/>
                <a:gd name="connsiteX29" fmla="*/ 3553931 w 6858000"/>
                <a:gd name="connsiteY29" fmla="*/ 1878021 h 6418365"/>
                <a:gd name="connsiteX30" fmla="*/ 3429563 w 6858000"/>
                <a:gd name="connsiteY30" fmla="*/ 1819152 h 6418365"/>
                <a:gd name="connsiteX31" fmla="*/ 3305195 w 6858000"/>
                <a:gd name="connsiteY31" fmla="*/ 1878021 h 6418365"/>
                <a:gd name="connsiteX32" fmla="*/ 2501134 w 6858000"/>
                <a:gd name="connsiteY32" fmla="*/ 2858969 h 6418365"/>
                <a:gd name="connsiteX33" fmla="*/ 2480145 w 6858000"/>
                <a:gd name="connsiteY33" fmla="*/ 3029709 h 6418365"/>
                <a:gd name="connsiteX34" fmla="*/ 2625502 w 6858000"/>
                <a:gd name="connsiteY34" fmla="*/ 3121729 h 6418365"/>
                <a:gd name="connsiteX35" fmla="*/ 2906921 w 6858000"/>
                <a:gd name="connsiteY35" fmla="*/ 3121729 h 6418365"/>
                <a:gd name="connsiteX36" fmla="*/ 2906921 w 6858000"/>
                <a:gd name="connsiteY36" fmla="*/ 3713005 h 6418365"/>
                <a:gd name="connsiteX37" fmla="*/ 1326702 w 6858000"/>
                <a:gd name="connsiteY37" fmla="*/ 3713005 h 6418365"/>
                <a:gd name="connsiteX38" fmla="*/ 321629 w 6858000"/>
                <a:gd name="connsiteY38" fmla="*/ 2707932 h 6418365"/>
                <a:gd name="connsiteX39" fmla="*/ 1326702 w 6858000"/>
                <a:gd name="connsiteY39" fmla="*/ 1702860 h 6418365"/>
                <a:gd name="connsiteX40" fmla="*/ 1696538 w 6858000"/>
                <a:gd name="connsiteY40" fmla="*/ 1773007 h 6418365"/>
                <a:gd name="connsiteX41" fmla="*/ 1837006 w 6858000"/>
                <a:gd name="connsiteY41" fmla="*/ 1762091 h 6418365"/>
                <a:gd name="connsiteX42" fmla="*/ 1914989 w 6858000"/>
                <a:gd name="connsiteY42" fmla="*/ 1644715 h 6418365"/>
                <a:gd name="connsiteX43" fmla="*/ 3429000 w 6858000"/>
                <a:gd name="connsiteY43" fmla="*/ 321630 h 6418365"/>
                <a:gd name="connsiteX44" fmla="*/ 4942998 w 6858000"/>
                <a:gd name="connsiteY44" fmla="*/ 1644701 h 6418365"/>
                <a:gd name="connsiteX45" fmla="*/ 5020954 w 6858000"/>
                <a:gd name="connsiteY45" fmla="*/ 1762077 h 6418365"/>
                <a:gd name="connsiteX46" fmla="*/ 5161435 w 6858000"/>
                <a:gd name="connsiteY46" fmla="*/ 1772994 h 6418365"/>
                <a:gd name="connsiteX47" fmla="*/ 5531272 w 6858000"/>
                <a:gd name="connsiteY47" fmla="*/ 1702847 h 6418365"/>
                <a:gd name="connsiteX48" fmla="*/ 6536344 w 6858000"/>
                <a:gd name="connsiteY48" fmla="*/ 2707919 h 6418365"/>
                <a:gd name="connsiteX49" fmla="*/ 5531299 w 6858000"/>
                <a:gd name="connsiteY49" fmla="*/ 3713005 h 6418365"/>
                <a:gd name="connsiteX0" fmla="*/ 5531299 w 6858000"/>
                <a:gd name="connsiteY0" fmla="*/ 1381217 h 6418365"/>
                <a:gd name="connsiteX1" fmla="*/ 5227189 w 6858000"/>
                <a:gd name="connsiteY1" fmla="*/ 1416257 h 6418365"/>
                <a:gd name="connsiteX2" fmla="*/ 3429000 w 6858000"/>
                <a:gd name="connsiteY2" fmla="*/ 0 h 6418365"/>
                <a:gd name="connsiteX3" fmla="*/ 1630824 w 6858000"/>
                <a:gd name="connsiteY3" fmla="*/ 1416244 h 6418365"/>
                <a:gd name="connsiteX4" fmla="*/ 1326702 w 6858000"/>
                <a:gd name="connsiteY4" fmla="*/ 1381204 h 6418365"/>
                <a:gd name="connsiteX5" fmla="*/ 0 w 6858000"/>
                <a:gd name="connsiteY5" fmla="*/ 2707906 h 6418365"/>
                <a:gd name="connsiteX6" fmla="*/ 1326702 w 6858000"/>
                <a:gd name="connsiteY6" fmla="*/ 4034607 h 6418365"/>
                <a:gd name="connsiteX7" fmla="*/ 2906921 w 6858000"/>
                <a:gd name="connsiteY7" fmla="*/ 4034607 h 6418365"/>
                <a:gd name="connsiteX8" fmla="*/ 2906921 w 6858000"/>
                <a:gd name="connsiteY8" fmla="*/ 6257550 h 6418365"/>
                <a:gd name="connsiteX9" fmla="*/ 3067736 w 6858000"/>
                <a:gd name="connsiteY9" fmla="*/ 6418365 h 6418365"/>
                <a:gd name="connsiteX10" fmla="*/ 3952204 w 6858000"/>
                <a:gd name="connsiteY10" fmla="*/ 4034620 h 6418365"/>
                <a:gd name="connsiteX11" fmla="*/ 5531299 w 6858000"/>
                <a:gd name="connsiteY11" fmla="*/ 4034620 h 6418365"/>
                <a:gd name="connsiteX12" fmla="*/ 6858000 w 6858000"/>
                <a:gd name="connsiteY12" fmla="*/ 2707919 h 6418365"/>
                <a:gd name="connsiteX13" fmla="*/ 5531299 w 6858000"/>
                <a:gd name="connsiteY13" fmla="*/ 1381217 h 6418365"/>
                <a:gd name="connsiteX14" fmla="*/ 3630575 w 6858000"/>
                <a:gd name="connsiteY14" fmla="*/ 2960915 h 6418365"/>
                <a:gd name="connsiteX15" fmla="*/ 3228538 w 6858000"/>
                <a:gd name="connsiteY15" fmla="*/ 2960915 h 6418365"/>
                <a:gd name="connsiteX16" fmla="*/ 3067723 w 6858000"/>
                <a:gd name="connsiteY16" fmla="*/ 2800100 h 6418365"/>
                <a:gd name="connsiteX17" fmla="*/ 2965241 w 6858000"/>
                <a:gd name="connsiteY17" fmla="*/ 2800100 h 6418365"/>
                <a:gd name="connsiteX18" fmla="*/ 3429549 w 6858000"/>
                <a:gd name="connsiteY18" fmla="*/ 2233619 h 6418365"/>
                <a:gd name="connsiteX19" fmla="*/ 3893857 w 6858000"/>
                <a:gd name="connsiteY19" fmla="*/ 2800100 h 6418365"/>
                <a:gd name="connsiteX20" fmla="*/ 3791376 w 6858000"/>
                <a:gd name="connsiteY20" fmla="*/ 2800100 h 6418365"/>
                <a:gd name="connsiteX21" fmla="*/ 3630575 w 6858000"/>
                <a:gd name="connsiteY21" fmla="*/ 2960915 h 6418365"/>
                <a:gd name="connsiteX22" fmla="*/ 5531299 w 6858000"/>
                <a:gd name="connsiteY22" fmla="*/ 3713005 h 6418365"/>
                <a:gd name="connsiteX23" fmla="*/ 3952204 w 6858000"/>
                <a:gd name="connsiteY23" fmla="*/ 3713005 h 6418365"/>
                <a:gd name="connsiteX24" fmla="*/ 3952204 w 6858000"/>
                <a:gd name="connsiteY24" fmla="*/ 3121729 h 6418365"/>
                <a:gd name="connsiteX25" fmla="*/ 4233623 w 6858000"/>
                <a:gd name="connsiteY25" fmla="*/ 3121729 h 6418365"/>
                <a:gd name="connsiteX26" fmla="*/ 4378981 w 6858000"/>
                <a:gd name="connsiteY26" fmla="*/ 3029709 h 6418365"/>
                <a:gd name="connsiteX27" fmla="*/ 4357991 w 6858000"/>
                <a:gd name="connsiteY27" fmla="*/ 2858969 h 6418365"/>
                <a:gd name="connsiteX28" fmla="*/ 3553931 w 6858000"/>
                <a:gd name="connsiteY28" fmla="*/ 1878021 h 6418365"/>
                <a:gd name="connsiteX29" fmla="*/ 3429563 w 6858000"/>
                <a:gd name="connsiteY29" fmla="*/ 1819152 h 6418365"/>
                <a:gd name="connsiteX30" fmla="*/ 3305195 w 6858000"/>
                <a:gd name="connsiteY30" fmla="*/ 1878021 h 6418365"/>
                <a:gd name="connsiteX31" fmla="*/ 2501134 w 6858000"/>
                <a:gd name="connsiteY31" fmla="*/ 2858969 h 6418365"/>
                <a:gd name="connsiteX32" fmla="*/ 2480145 w 6858000"/>
                <a:gd name="connsiteY32" fmla="*/ 3029709 h 6418365"/>
                <a:gd name="connsiteX33" fmla="*/ 2625502 w 6858000"/>
                <a:gd name="connsiteY33" fmla="*/ 3121729 h 6418365"/>
                <a:gd name="connsiteX34" fmla="*/ 2906921 w 6858000"/>
                <a:gd name="connsiteY34" fmla="*/ 3121729 h 6418365"/>
                <a:gd name="connsiteX35" fmla="*/ 2906921 w 6858000"/>
                <a:gd name="connsiteY35" fmla="*/ 3713005 h 6418365"/>
                <a:gd name="connsiteX36" fmla="*/ 1326702 w 6858000"/>
                <a:gd name="connsiteY36" fmla="*/ 3713005 h 6418365"/>
                <a:gd name="connsiteX37" fmla="*/ 321629 w 6858000"/>
                <a:gd name="connsiteY37" fmla="*/ 2707932 h 6418365"/>
                <a:gd name="connsiteX38" fmla="*/ 1326702 w 6858000"/>
                <a:gd name="connsiteY38" fmla="*/ 1702860 h 6418365"/>
                <a:gd name="connsiteX39" fmla="*/ 1696538 w 6858000"/>
                <a:gd name="connsiteY39" fmla="*/ 1773007 h 6418365"/>
                <a:gd name="connsiteX40" fmla="*/ 1837006 w 6858000"/>
                <a:gd name="connsiteY40" fmla="*/ 1762091 h 6418365"/>
                <a:gd name="connsiteX41" fmla="*/ 1914989 w 6858000"/>
                <a:gd name="connsiteY41" fmla="*/ 1644715 h 6418365"/>
                <a:gd name="connsiteX42" fmla="*/ 3429000 w 6858000"/>
                <a:gd name="connsiteY42" fmla="*/ 321630 h 6418365"/>
                <a:gd name="connsiteX43" fmla="*/ 4942998 w 6858000"/>
                <a:gd name="connsiteY43" fmla="*/ 1644701 h 6418365"/>
                <a:gd name="connsiteX44" fmla="*/ 5020954 w 6858000"/>
                <a:gd name="connsiteY44" fmla="*/ 1762077 h 6418365"/>
                <a:gd name="connsiteX45" fmla="*/ 5161435 w 6858000"/>
                <a:gd name="connsiteY45" fmla="*/ 1772994 h 6418365"/>
                <a:gd name="connsiteX46" fmla="*/ 5531272 w 6858000"/>
                <a:gd name="connsiteY46" fmla="*/ 1702847 h 6418365"/>
                <a:gd name="connsiteX47" fmla="*/ 6536344 w 6858000"/>
                <a:gd name="connsiteY47" fmla="*/ 2707919 h 6418365"/>
                <a:gd name="connsiteX48" fmla="*/ 5531299 w 6858000"/>
                <a:gd name="connsiteY48" fmla="*/ 3713005 h 6418365"/>
                <a:gd name="connsiteX0" fmla="*/ 5531299 w 6858000"/>
                <a:gd name="connsiteY0" fmla="*/ 1381217 h 6257550"/>
                <a:gd name="connsiteX1" fmla="*/ 5227189 w 6858000"/>
                <a:gd name="connsiteY1" fmla="*/ 1416257 h 6257550"/>
                <a:gd name="connsiteX2" fmla="*/ 3429000 w 6858000"/>
                <a:gd name="connsiteY2" fmla="*/ 0 h 6257550"/>
                <a:gd name="connsiteX3" fmla="*/ 1630824 w 6858000"/>
                <a:gd name="connsiteY3" fmla="*/ 1416244 h 6257550"/>
                <a:gd name="connsiteX4" fmla="*/ 1326702 w 6858000"/>
                <a:gd name="connsiteY4" fmla="*/ 1381204 h 6257550"/>
                <a:gd name="connsiteX5" fmla="*/ 0 w 6858000"/>
                <a:gd name="connsiteY5" fmla="*/ 2707906 h 6257550"/>
                <a:gd name="connsiteX6" fmla="*/ 1326702 w 6858000"/>
                <a:gd name="connsiteY6" fmla="*/ 4034607 h 6257550"/>
                <a:gd name="connsiteX7" fmla="*/ 2906921 w 6858000"/>
                <a:gd name="connsiteY7" fmla="*/ 4034607 h 6257550"/>
                <a:gd name="connsiteX8" fmla="*/ 2906921 w 6858000"/>
                <a:gd name="connsiteY8" fmla="*/ 6257550 h 6257550"/>
                <a:gd name="connsiteX9" fmla="*/ 3952204 w 6858000"/>
                <a:gd name="connsiteY9" fmla="*/ 4034620 h 6257550"/>
                <a:gd name="connsiteX10" fmla="*/ 5531299 w 6858000"/>
                <a:gd name="connsiteY10" fmla="*/ 4034620 h 6257550"/>
                <a:gd name="connsiteX11" fmla="*/ 6858000 w 6858000"/>
                <a:gd name="connsiteY11" fmla="*/ 2707919 h 6257550"/>
                <a:gd name="connsiteX12" fmla="*/ 5531299 w 6858000"/>
                <a:gd name="connsiteY12" fmla="*/ 1381217 h 6257550"/>
                <a:gd name="connsiteX13" fmla="*/ 3630575 w 6858000"/>
                <a:gd name="connsiteY13" fmla="*/ 2960915 h 6257550"/>
                <a:gd name="connsiteX14" fmla="*/ 3228538 w 6858000"/>
                <a:gd name="connsiteY14" fmla="*/ 2960915 h 6257550"/>
                <a:gd name="connsiteX15" fmla="*/ 3067723 w 6858000"/>
                <a:gd name="connsiteY15" fmla="*/ 2800100 h 6257550"/>
                <a:gd name="connsiteX16" fmla="*/ 2965241 w 6858000"/>
                <a:gd name="connsiteY16" fmla="*/ 2800100 h 6257550"/>
                <a:gd name="connsiteX17" fmla="*/ 3429549 w 6858000"/>
                <a:gd name="connsiteY17" fmla="*/ 2233619 h 6257550"/>
                <a:gd name="connsiteX18" fmla="*/ 3893857 w 6858000"/>
                <a:gd name="connsiteY18" fmla="*/ 2800100 h 6257550"/>
                <a:gd name="connsiteX19" fmla="*/ 3791376 w 6858000"/>
                <a:gd name="connsiteY19" fmla="*/ 2800100 h 6257550"/>
                <a:gd name="connsiteX20" fmla="*/ 3630575 w 6858000"/>
                <a:gd name="connsiteY20" fmla="*/ 2960915 h 6257550"/>
                <a:gd name="connsiteX21" fmla="*/ 5531299 w 6858000"/>
                <a:gd name="connsiteY21" fmla="*/ 3713005 h 6257550"/>
                <a:gd name="connsiteX22" fmla="*/ 3952204 w 6858000"/>
                <a:gd name="connsiteY22" fmla="*/ 3713005 h 6257550"/>
                <a:gd name="connsiteX23" fmla="*/ 3952204 w 6858000"/>
                <a:gd name="connsiteY23" fmla="*/ 3121729 h 6257550"/>
                <a:gd name="connsiteX24" fmla="*/ 4233623 w 6858000"/>
                <a:gd name="connsiteY24" fmla="*/ 3121729 h 6257550"/>
                <a:gd name="connsiteX25" fmla="*/ 4378981 w 6858000"/>
                <a:gd name="connsiteY25" fmla="*/ 3029709 h 6257550"/>
                <a:gd name="connsiteX26" fmla="*/ 4357991 w 6858000"/>
                <a:gd name="connsiteY26" fmla="*/ 2858969 h 6257550"/>
                <a:gd name="connsiteX27" fmla="*/ 3553931 w 6858000"/>
                <a:gd name="connsiteY27" fmla="*/ 1878021 h 6257550"/>
                <a:gd name="connsiteX28" fmla="*/ 3429563 w 6858000"/>
                <a:gd name="connsiteY28" fmla="*/ 1819152 h 6257550"/>
                <a:gd name="connsiteX29" fmla="*/ 3305195 w 6858000"/>
                <a:gd name="connsiteY29" fmla="*/ 1878021 h 6257550"/>
                <a:gd name="connsiteX30" fmla="*/ 2501134 w 6858000"/>
                <a:gd name="connsiteY30" fmla="*/ 2858969 h 6257550"/>
                <a:gd name="connsiteX31" fmla="*/ 2480145 w 6858000"/>
                <a:gd name="connsiteY31" fmla="*/ 3029709 h 6257550"/>
                <a:gd name="connsiteX32" fmla="*/ 2625502 w 6858000"/>
                <a:gd name="connsiteY32" fmla="*/ 3121729 h 6257550"/>
                <a:gd name="connsiteX33" fmla="*/ 2906921 w 6858000"/>
                <a:gd name="connsiteY33" fmla="*/ 3121729 h 6257550"/>
                <a:gd name="connsiteX34" fmla="*/ 2906921 w 6858000"/>
                <a:gd name="connsiteY34" fmla="*/ 3713005 h 6257550"/>
                <a:gd name="connsiteX35" fmla="*/ 1326702 w 6858000"/>
                <a:gd name="connsiteY35" fmla="*/ 3713005 h 6257550"/>
                <a:gd name="connsiteX36" fmla="*/ 321629 w 6858000"/>
                <a:gd name="connsiteY36" fmla="*/ 2707932 h 6257550"/>
                <a:gd name="connsiteX37" fmla="*/ 1326702 w 6858000"/>
                <a:gd name="connsiteY37" fmla="*/ 1702860 h 6257550"/>
                <a:gd name="connsiteX38" fmla="*/ 1696538 w 6858000"/>
                <a:gd name="connsiteY38" fmla="*/ 1773007 h 6257550"/>
                <a:gd name="connsiteX39" fmla="*/ 1837006 w 6858000"/>
                <a:gd name="connsiteY39" fmla="*/ 1762091 h 6257550"/>
                <a:gd name="connsiteX40" fmla="*/ 1914989 w 6858000"/>
                <a:gd name="connsiteY40" fmla="*/ 1644715 h 6257550"/>
                <a:gd name="connsiteX41" fmla="*/ 3429000 w 6858000"/>
                <a:gd name="connsiteY41" fmla="*/ 321630 h 6257550"/>
                <a:gd name="connsiteX42" fmla="*/ 4942998 w 6858000"/>
                <a:gd name="connsiteY42" fmla="*/ 1644701 h 6257550"/>
                <a:gd name="connsiteX43" fmla="*/ 5020954 w 6858000"/>
                <a:gd name="connsiteY43" fmla="*/ 1762077 h 6257550"/>
                <a:gd name="connsiteX44" fmla="*/ 5161435 w 6858000"/>
                <a:gd name="connsiteY44" fmla="*/ 1772994 h 6257550"/>
                <a:gd name="connsiteX45" fmla="*/ 5531272 w 6858000"/>
                <a:gd name="connsiteY45" fmla="*/ 1702847 h 6257550"/>
                <a:gd name="connsiteX46" fmla="*/ 6536344 w 6858000"/>
                <a:gd name="connsiteY46" fmla="*/ 2707919 h 6257550"/>
                <a:gd name="connsiteX47" fmla="*/ 5531299 w 6858000"/>
                <a:gd name="connsiteY47" fmla="*/ 3713005 h 6257550"/>
                <a:gd name="connsiteX0" fmla="*/ 5531299 w 6858000"/>
                <a:gd name="connsiteY0" fmla="*/ 1381217 h 4034620"/>
                <a:gd name="connsiteX1" fmla="*/ 5227189 w 6858000"/>
                <a:gd name="connsiteY1" fmla="*/ 1416257 h 4034620"/>
                <a:gd name="connsiteX2" fmla="*/ 3429000 w 6858000"/>
                <a:gd name="connsiteY2" fmla="*/ 0 h 4034620"/>
                <a:gd name="connsiteX3" fmla="*/ 1630824 w 6858000"/>
                <a:gd name="connsiteY3" fmla="*/ 1416244 h 4034620"/>
                <a:gd name="connsiteX4" fmla="*/ 1326702 w 6858000"/>
                <a:gd name="connsiteY4" fmla="*/ 1381204 h 4034620"/>
                <a:gd name="connsiteX5" fmla="*/ 0 w 6858000"/>
                <a:gd name="connsiteY5" fmla="*/ 2707906 h 4034620"/>
                <a:gd name="connsiteX6" fmla="*/ 1326702 w 6858000"/>
                <a:gd name="connsiteY6" fmla="*/ 4034607 h 4034620"/>
                <a:gd name="connsiteX7" fmla="*/ 2906921 w 6858000"/>
                <a:gd name="connsiteY7" fmla="*/ 4034607 h 4034620"/>
                <a:gd name="connsiteX8" fmla="*/ 3952204 w 6858000"/>
                <a:gd name="connsiteY8" fmla="*/ 4034620 h 4034620"/>
                <a:gd name="connsiteX9" fmla="*/ 5531299 w 6858000"/>
                <a:gd name="connsiteY9" fmla="*/ 4034620 h 4034620"/>
                <a:gd name="connsiteX10" fmla="*/ 6858000 w 6858000"/>
                <a:gd name="connsiteY10" fmla="*/ 2707919 h 4034620"/>
                <a:gd name="connsiteX11" fmla="*/ 5531299 w 6858000"/>
                <a:gd name="connsiteY11" fmla="*/ 1381217 h 4034620"/>
                <a:gd name="connsiteX12" fmla="*/ 3630575 w 6858000"/>
                <a:gd name="connsiteY12" fmla="*/ 2960915 h 4034620"/>
                <a:gd name="connsiteX13" fmla="*/ 3228538 w 6858000"/>
                <a:gd name="connsiteY13" fmla="*/ 2960915 h 4034620"/>
                <a:gd name="connsiteX14" fmla="*/ 3067723 w 6858000"/>
                <a:gd name="connsiteY14" fmla="*/ 2800100 h 4034620"/>
                <a:gd name="connsiteX15" fmla="*/ 2965241 w 6858000"/>
                <a:gd name="connsiteY15" fmla="*/ 2800100 h 4034620"/>
                <a:gd name="connsiteX16" fmla="*/ 3429549 w 6858000"/>
                <a:gd name="connsiteY16" fmla="*/ 2233619 h 4034620"/>
                <a:gd name="connsiteX17" fmla="*/ 3893857 w 6858000"/>
                <a:gd name="connsiteY17" fmla="*/ 2800100 h 4034620"/>
                <a:gd name="connsiteX18" fmla="*/ 3791376 w 6858000"/>
                <a:gd name="connsiteY18" fmla="*/ 2800100 h 4034620"/>
                <a:gd name="connsiteX19" fmla="*/ 3630575 w 6858000"/>
                <a:gd name="connsiteY19" fmla="*/ 2960915 h 4034620"/>
                <a:gd name="connsiteX20" fmla="*/ 5531299 w 6858000"/>
                <a:gd name="connsiteY20" fmla="*/ 3713005 h 4034620"/>
                <a:gd name="connsiteX21" fmla="*/ 3952204 w 6858000"/>
                <a:gd name="connsiteY21" fmla="*/ 3713005 h 4034620"/>
                <a:gd name="connsiteX22" fmla="*/ 3952204 w 6858000"/>
                <a:gd name="connsiteY22" fmla="*/ 3121729 h 4034620"/>
                <a:gd name="connsiteX23" fmla="*/ 4233623 w 6858000"/>
                <a:gd name="connsiteY23" fmla="*/ 3121729 h 4034620"/>
                <a:gd name="connsiteX24" fmla="*/ 4378981 w 6858000"/>
                <a:gd name="connsiteY24" fmla="*/ 3029709 h 4034620"/>
                <a:gd name="connsiteX25" fmla="*/ 4357991 w 6858000"/>
                <a:gd name="connsiteY25" fmla="*/ 2858969 h 4034620"/>
                <a:gd name="connsiteX26" fmla="*/ 3553931 w 6858000"/>
                <a:gd name="connsiteY26" fmla="*/ 1878021 h 4034620"/>
                <a:gd name="connsiteX27" fmla="*/ 3429563 w 6858000"/>
                <a:gd name="connsiteY27" fmla="*/ 1819152 h 4034620"/>
                <a:gd name="connsiteX28" fmla="*/ 3305195 w 6858000"/>
                <a:gd name="connsiteY28" fmla="*/ 1878021 h 4034620"/>
                <a:gd name="connsiteX29" fmla="*/ 2501134 w 6858000"/>
                <a:gd name="connsiteY29" fmla="*/ 2858969 h 4034620"/>
                <a:gd name="connsiteX30" fmla="*/ 2480145 w 6858000"/>
                <a:gd name="connsiteY30" fmla="*/ 3029709 h 4034620"/>
                <a:gd name="connsiteX31" fmla="*/ 2625502 w 6858000"/>
                <a:gd name="connsiteY31" fmla="*/ 3121729 h 4034620"/>
                <a:gd name="connsiteX32" fmla="*/ 2906921 w 6858000"/>
                <a:gd name="connsiteY32" fmla="*/ 3121729 h 4034620"/>
                <a:gd name="connsiteX33" fmla="*/ 2906921 w 6858000"/>
                <a:gd name="connsiteY33" fmla="*/ 3713005 h 4034620"/>
                <a:gd name="connsiteX34" fmla="*/ 1326702 w 6858000"/>
                <a:gd name="connsiteY34" fmla="*/ 3713005 h 4034620"/>
                <a:gd name="connsiteX35" fmla="*/ 321629 w 6858000"/>
                <a:gd name="connsiteY35" fmla="*/ 2707932 h 4034620"/>
                <a:gd name="connsiteX36" fmla="*/ 1326702 w 6858000"/>
                <a:gd name="connsiteY36" fmla="*/ 1702860 h 4034620"/>
                <a:gd name="connsiteX37" fmla="*/ 1696538 w 6858000"/>
                <a:gd name="connsiteY37" fmla="*/ 1773007 h 4034620"/>
                <a:gd name="connsiteX38" fmla="*/ 1837006 w 6858000"/>
                <a:gd name="connsiteY38" fmla="*/ 1762091 h 4034620"/>
                <a:gd name="connsiteX39" fmla="*/ 1914989 w 6858000"/>
                <a:gd name="connsiteY39" fmla="*/ 1644715 h 4034620"/>
                <a:gd name="connsiteX40" fmla="*/ 3429000 w 6858000"/>
                <a:gd name="connsiteY40" fmla="*/ 321630 h 4034620"/>
                <a:gd name="connsiteX41" fmla="*/ 4942998 w 6858000"/>
                <a:gd name="connsiteY41" fmla="*/ 1644701 h 4034620"/>
                <a:gd name="connsiteX42" fmla="*/ 5020954 w 6858000"/>
                <a:gd name="connsiteY42" fmla="*/ 1762077 h 4034620"/>
                <a:gd name="connsiteX43" fmla="*/ 5161435 w 6858000"/>
                <a:gd name="connsiteY43" fmla="*/ 1772994 h 4034620"/>
                <a:gd name="connsiteX44" fmla="*/ 5531272 w 6858000"/>
                <a:gd name="connsiteY44" fmla="*/ 1702847 h 4034620"/>
                <a:gd name="connsiteX45" fmla="*/ 6536344 w 6858000"/>
                <a:gd name="connsiteY45" fmla="*/ 2707919 h 4034620"/>
                <a:gd name="connsiteX46" fmla="*/ 5531299 w 6858000"/>
                <a:gd name="connsiteY46" fmla="*/ 3713005 h 4034620"/>
                <a:gd name="connsiteX0" fmla="*/ 5531299 w 6858000"/>
                <a:gd name="connsiteY0" fmla="*/ 1381217 h 4034620"/>
                <a:gd name="connsiteX1" fmla="*/ 5227189 w 6858000"/>
                <a:gd name="connsiteY1" fmla="*/ 1416257 h 4034620"/>
                <a:gd name="connsiteX2" fmla="*/ 3429000 w 6858000"/>
                <a:gd name="connsiteY2" fmla="*/ 0 h 4034620"/>
                <a:gd name="connsiteX3" fmla="*/ 1630824 w 6858000"/>
                <a:gd name="connsiteY3" fmla="*/ 1416244 h 4034620"/>
                <a:gd name="connsiteX4" fmla="*/ 1326702 w 6858000"/>
                <a:gd name="connsiteY4" fmla="*/ 1381204 h 4034620"/>
                <a:gd name="connsiteX5" fmla="*/ 0 w 6858000"/>
                <a:gd name="connsiteY5" fmla="*/ 2707906 h 4034620"/>
                <a:gd name="connsiteX6" fmla="*/ 1326702 w 6858000"/>
                <a:gd name="connsiteY6" fmla="*/ 4034607 h 4034620"/>
                <a:gd name="connsiteX7" fmla="*/ 2906921 w 6858000"/>
                <a:gd name="connsiteY7" fmla="*/ 4034607 h 4034620"/>
                <a:gd name="connsiteX8" fmla="*/ 3952204 w 6858000"/>
                <a:gd name="connsiteY8" fmla="*/ 4034620 h 4034620"/>
                <a:gd name="connsiteX9" fmla="*/ 5531299 w 6858000"/>
                <a:gd name="connsiteY9" fmla="*/ 4034620 h 4034620"/>
                <a:gd name="connsiteX10" fmla="*/ 6858000 w 6858000"/>
                <a:gd name="connsiteY10" fmla="*/ 2707919 h 4034620"/>
                <a:gd name="connsiteX11" fmla="*/ 5531299 w 6858000"/>
                <a:gd name="connsiteY11" fmla="*/ 1381217 h 4034620"/>
                <a:gd name="connsiteX12" fmla="*/ 3630575 w 6858000"/>
                <a:gd name="connsiteY12" fmla="*/ 2960915 h 4034620"/>
                <a:gd name="connsiteX13" fmla="*/ 3228538 w 6858000"/>
                <a:gd name="connsiteY13" fmla="*/ 2960915 h 4034620"/>
                <a:gd name="connsiteX14" fmla="*/ 3067723 w 6858000"/>
                <a:gd name="connsiteY14" fmla="*/ 2800100 h 4034620"/>
                <a:gd name="connsiteX15" fmla="*/ 2965241 w 6858000"/>
                <a:gd name="connsiteY15" fmla="*/ 2800100 h 4034620"/>
                <a:gd name="connsiteX16" fmla="*/ 3429549 w 6858000"/>
                <a:gd name="connsiteY16" fmla="*/ 2233619 h 4034620"/>
                <a:gd name="connsiteX17" fmla="*/ 3893857 w 6858000"/>
                <a:gd name="connsiteY17" fmla="*/ 2800100 h 4034620"/>
                <a:gd name="connsiteX18" fmla="*/ 3791376 w 6858000"/>
                <a:gd name="connsiteY18" fmla="*/ 2800100 h 4034620"/>
                <a:gd name="connsiteX19" fmla="*/ 3630575 w 6858000"/>
                <a:gd name="connsiteY19" fmla="*/ 2960915 h 4034620"/>
                <a:gd name="connsiteX20" fmla="*/ 5531299 w 6858000"/>
                <a:gd name="connsiteY20" fmla="*/ 3713005 h 4034620"/>
                <a:gd name="connsiteX21" fmla="*/ 3952204 w 6858000"/>
                <a:gd name="connsiteY21" fmla="*/ 3713005 h 4034620"/>
                <a:gd name="connsiteX22" fmla="*/ 4233623 w 6858000"/>
                <a:gd name="connsiteY22" fmla="*/ 3121729 h 4034620"/>
                <a:gd name="connsiteX23" fmla="*/ 4378981 w 6858000"/>
                <a:gd name="connsiteY23" fmla="*/ 3029709 h 4034620"/>
                <a:gd name="connsiteX24" fmla="*/ 4357991 w 6858000"/>
                <a:gd name="connsiteY24" fmla="*/ 2858969 h 4034620"/>
                <a:gd name="connsiteX25" fmla="*/ 3553931 w 6858000"/>
                <a:gd name="connsiteY25" fmla="*/ 1878021 h 4034620"/>
                <a:gd name="connsiteX26" fmla="*/ 3429563 w 6858000"/>
                <a:gd name="connsiteY26" fmla="*/ 1819152 h 4034620"/>
                <a:gd name="connsiteX27" fmla="*/ 3305195 w 6858000"/>
                <a:gd name="connsiteY27" fmla="*/ 1878021 h 4034620"/>
                <a:gd name="connsiteX28" fmla="*/ 2501134 w 6858000"/>
                <a:gd name="connsiteY28" fmla="*/ 2858969 h 4034620"/>
                <a:gd name="connsiteX29" fmla="*/ 2480145 w 6858000"/>
                <a:gd name="connsiteY29" fmla="*/ 3029709 h 4034620"/>
                <a:gd name="connsiteX30" fmla="*/ 2625502 w 6858000"/>
                <a:gd name="connsiteY30" fmla="*/ 3121729 h 4034620"/>
                <a:gd name="connsiteX31" fmla="*/ 2906921 w 6858000"/>
                <a:gd name="connsiteY31" fmla="*/ 3121729 h 4034620"/>
                <a:gd name="connsiteX32" fmla="*/ 2906921 w 6858000"/>
                <a:gd name="connsiteY32" fmla="*/ 3713005 h 4034620"/>
                <a:gd name="connsiteX33" fmla="*/ 1326702 w 6858000"/>
                <a:gd name="connsiteY33" fmla="*/ 3713005 h 4034620"/>
                <a:gd name="connsiteX34" fmla="*/ 321629 w 6858000"/>
                <a:gd name="connsiteY34" fmla="*/ 2707932 h 4034620"/>
                <a:gd name="connsiteX35" fmla="*/ 1326702 w 6858000"/>
                <a:gd name="connsiteY35" fmla="*/ 1702860 h 4034620"/>
                <a:gd name="connsiteX36" fmla="*/ 1696538 w 6858000"/>
                <a:gd name="connsiteY36" fmla="*/ 1773007 h 4034620"/>
                <a:gd name="connsiteX37" fmla="*/ 1837006 w 6858000"/>
                <a:gd name="connsiteY37" fmla="*/ 1762091 h 4034620"/>
                <a:gd name="connsiteX38" fmla="*/ 1914989 w 6858000"/>
                <a:gd name="connsiteY38" fmla="*/ 1644715 h 4034620"/>
                <a:gd name="connsiteX39" fmla="*/ 3429000 w 6858000"/>
                <a:gd name="connsiteY39" fmla="*/ 321630 h 4034620"/>
                <a:gd name="connsiteX40" fmla="*/ 4942998 w 6858000"/>
                <a:gd name="connsiteY40" fmla="*/ 1644701 h 4034620"/>
                <a:gd name="connsiteX41" fmla="*/ 5020954 w 6858000"/>
                <a:gd name="connsiteY41" fmla="*/ 1762077 h 4034620"/>
                <a:gd name="connsiteX42" fmla="*/ 5161435 w 6858000"/>
                <a:gd name="connsiteY42" fmla="*/ 1772994 h 4034620"/>
                <a:gd name="connsiteX43" fmla="*/ 5531272 w 6858000"/>
                <a:gd name="connsiteY43" fmla="*/ 1702847 h 4034620"/>
                <a:gd name="connsiteX44" fmla="*/ 6536344 w 6858000"/>
                <a:gd name="connsiteY44" fmla="*/ 2707919 h 4034620"/>
                <a:gd name="connsiteX45" fmla="*/ 5531299 w 6858000"/>
                <a:gd name="connsiteY45" fmla="*/ 3713005 h 4034620"/>
                <a:gd name="connsiteX0" fmla="*/ 5531299 w 6858000"/>
                <a:gd name="connsiteY0" fmla="*/ 1381217 h 4034620"/>
                <a:gd name="connsiteX1" fmla="*/ 5227189 w 6858000"/>
                <a:gd name="connsiteY1" fmla="*/ 1416257 h 4034620"/>
                <a:gd name="connsiteX2" fmla="*/ 3429000 w 6858000"/>
                <a:gd name="connsiteY2" fmla="*/ 0 h 4034620"/>
                <a:gd name="connsiteX3" fmla="*/ 1630824 w 6858000"/>
                <a:gd name="connsiteY3" fmla="*/ 1416244 h 4034620"/>
                <a:gd name="connsiteX4" fmla="*/ 1326702 w 6858000"/>
                <a:gd name="connsiteY4" fmla="*/ 1381204 h 4034620"/>
                <a:gd name="connsiteX5" fmla="*/ 0 w 6858000"/>
                <a:gd name="connsiteY5" fmla="*/ 2707906 h 4034620"/>
                <a:gd name="connsiteX6" fmla="*/ 1326702 w 6858000"/>
                <a:gd name="connsiteY6" fmla="*/ 4034607 h 4034620"/>
                <a:gd name="connsiteX7" fmla="*/ 2906921 w 6858000"/>
                <a:gd name="connsiteY7" fmla="*/ 4034607 h 4034620"/>
                <a:gd name="connsiteX8" fmla="*/ 3952204 w 6858000"/>
                <a:gd name="connsiteY8" fmla="*/ 4034620 h 4034620"/>
                <a:gd name="connsiteX9" fmla="*/ 5531299 w 6858000"/>
                <a:gd name="connsiteY9" fmla="*/ 4034620 h 4034620"/>
                <a:gd name="connsiteX10" fmla="*/ 6858000 w 6858000"/>
                <a:gd name="connsiteY10" fmla="*/ 2707919 h 4034620"/>
                <a:gd name="connsiteX11" fmla="*/ 5531299 w 6858000"/>
                <a:gd name="connsiteY11" fmla="*/ 1381217 h 4034620"/>
                <a:gd name="connsiteX12" fmla="*/ 3791376 w 6858000"/>
                <a:gd name="connsiteY12" fmla="*/ 2800100 h 4034620"/>
                <a:gd name="connsiteX13" fmla="*/ 3228538 w 6858000"/>
                <a:gd name="connsiteY13" fmla="*/ 2960915 h 4034620"/>
                <a:gd name="connsiteX14" fmla="*/ 3067723 w 6858000"/>
                <a:gd name="connsiteY14" fmla="*/ 2800100 h 4034620"/>
                <a:gd name="connsiteX15" fmla="*/ 2965241 w 6858000"/>
                <a:gd name="connsiteY15" fmla="*/ 2800100 h 4034620"/>
                <a:gd name="connsiteX16" fmla="*/ 3429549 w 6858000"/>
                <a:gd name="connsiteY16" fmla="*/ 2233619 h 4034620"/>
                <a:gd name="connsiteX17" fmla="*/ 3893857 w 6858000"/>
                <a:gd name="connsiteY17" fmla="*/ 2800100 h 4034620"/>
                <a:gd name="connsiteX18" fmla="*/ 3791376 w 6858000"/>
                <a:gd name="connsiteY18" fmla="*/ 2800100 h 4034620"/>
                <a:gd name="connsiteX19" fmla="*/ 5531299 w 6858000"/>
                <a:gd name="connsiteY19" fmla="*/ 3713005 h 4034620"/>
                <a:gd name="connsiteX20" fmla="*/ 3952204 w 6858000"/>
                <a:gd name="connsiteY20" fmla="*/ 3713005 h 4034620"/>
                <a:gd name="connsiteX21" fmla="*/ 4233623 w 6858000"/>
                <a:gd name="connsiteY21" fmla="*/ 3121729 h 4034620"/>
                <a:gd name="connsiteX22" fmla="*/ 4378981 w 6858000"/>
                <a:gd name="connsiteY22" fmla="*/ 3029709 h 4034620"/>
                <a:gd name="connsiteX23" fmla="*/ 4357991 w 6858000"/>
                <a:gd name="connsiteY23" fmla="*/ 2858969 h 4034620"/>
                <a:gd name="connsiteX24" fmla="*/ 3553931 w 6858000"/>
                <a:gd name="connsiteY24" fmla="*/ 1878021 h 4034620"/>
                <a:gd name="connsiteX25" fmla="*/ 3429563 w 6858000"/>
                <a:gd name="connsiteY25" fmla="*/ 1819152 h 4034620"/>
                <a:gd name="connsiteX26" fmla="*/ 3305195 w 6858000"/>
                <a:gd name="connsiteY26" fmla="*/ 1878021 h 4034620"/>
                <a:gd name="connsiteX27" fmla="*/ 2501134 w 6858000"/>
                <a:gd name="connsiteY27" fmla="*/ 2858969 h 4034620"/>
                <a:gd name="connsiteX28" fmla="*/ 2480145 w 6858000"/>
                <a:gd name="connsiteY28" fmla="*/ 3029709 h 4034620"/>
                <a:gd name="connsiteX29" fmla="*/ 2625502 w 6858000"/>
                <a:gd name="connsiteY29" fmla="*/ 3121729 h 4034620"/>
                <a:gd name="connsiteX30" fmla="*/ 2906921 w 6858000"/>
                <a:gd name="connsiteY30" fmla="*/ 3121729 h 4034620"/>
                <a:gd name="connsiteX31" fmla="*/ 2906921 w 6858000"/>
                <a:gd name="connsiteY31" fmla="*/ 3713005 h 4034620"/>
                <a:gd name="connsiteX32" fmla="*/ 1326702 w 6858000"/>
                <a:gd name="connsiteY32" fmla="*/ 3713005 h 4034620"/>
                <a:gd name="connsiteX33" fmla="*/ 321629 w 6858000"/>
                <a:gd name="connsiteY33" fmla="*/ 2707932 h 4034620"/>
                <a:gd name="connsiteX34" fmla="*/ 1326702 w 6858000"/>
                <a:gd name="connsiteY34" fmla="*/ 1702860 h 4034620"/>
                <a:gd name="connsiteX35" fmla="*/ 1696538 w 6858000"/>
                <a:gd name="connsiteY35" fmla="*/ 1773007 h 4034620"/>
                <a:gd name="connsiteX36" fmla="*/ 1837006 w 6858000"/>
                <a:gd name="connsiteY36" fmla="*/ 1762091 h 4034620"/>
                <a:gd name="connsiteX37" fmla="*/ 1914989 w 6858000"/>
                <a:gd name="connsiteY37" fmla="*/ 1644715 h 4034620"/>
                <a:gd name="connsiteX38" fmla="*/ 3429000 w 6858000"/>
                <a:gd name="connsiteY38" fmla="*/ 321630 h 4034620"/>
                <a:gd name="connsiteX39" fmla="*/ 4942998 w 6858000"/>
                <a:gd name="connsiteY39" fmla="*/ 1644701 h 4034620"/>
                <a:gd name="connsiteX40" fmla="*/ 5020954 w 6858000"/>
                <a:gd name="connsiteY40" fmla="*/ 1762077 h 4034620"/>
                <a:gd name="connsiteX41" fmla="*/ 5161435 w 6858000"/>
                <a:gd name="connsiteY41" fmla="*/ 1772994 h 4034620"/>
                <a:gd name="connsiteX42" fmla="*/ 5531272 w 6858000"/>
                <a:gd name="connsiteY42" fmla="*/ 1702847 h 4034620"/>
                <a:gd name="connsiteX43" fmla="*/ 6536344 w 6858000"/>
                <a:gd name="connsiteY43" fmla="*/ 2707919 h 4034620"/>
                <a:gd name="connsiteX44" fmla="*/ 5531299 w 6858000"/>
                <a:gd name="connsiteY44" fmla="*/ 3713005 h 4034620"/>
                <a:gd name="connsiteX0" fmla="*/ 5531299 w 6858000"/>
                <a:gd name="connsiteY0" fmla="*/ 1381217 h 4034620"/>
                <a:gd name="connsiteX1" fmla="*/ 5227189 w 6858000"/>
                <a:gd name="connsiteY1" fmla="*/ 1416257 h 4034620"/>
                <a:gd name="connsiteX2" fmla="*/ 3429000 w 6858000"/>
                <a:gd name="connsiteY2" fmla="*/ 0 h 4034620"/>
                <a:gd name="connsiteX3" fmla="*/ 1630824 w 6858000"/>
                <a:gd name="connsiteY3" fmla="*/ 1416244 h 4034620"/>
                <a:gd name="connsiteX4" fmla="*/ 1326702 w 6858000"/>
                <a:gd name="connsiteY4" fmla="*/ 1381204 h 4034620"/>
                <a:gd name="connsiteX5" fmla="*/ 0 w 6858000"/>
                <a:gd name="connsiteY5" fmla="*/ 2707906 h 4034620"/>
                <a:gd name="connsiteX6" fmla="*/ 1326702 w 6858000"/>
                <a:gd name="connsiteY6" fmla="*/ 4034607 h 4034620"/>
                <a:gd name="connsiteX7" fmla="*/ 2906921 w 6858000"/>
                <a:gd name="connsiteY7" fmla="*/ 4034607 h 4034620"/>
                <a:gd name="connsiteX8" fmla="*/ 3952204 w 6858000"/>
                <a:gd name="connsiteY8" fmla="*/ 4034620 h 4034620"/>
                <a:gd name="connsiteX9" fmla="*/ 5531299 w 6858000"/>
                <a:gd name="connsiteY9" fmla="*/ 4034620 h 4034620"/>
                <a:gd name="connsiteX10" fmla="*/ 6858000 w 6858000"/>
                <a:gd name="connsiteY10" fmla="*/ 2707919 h 4034620"/>
                <a:gd name="connsiteX11" fmla="*/ 5531299 w 6858000"/>
                <a:gd name="connsiteY11" fmla="*/ 1381217 h 4034620"/>
                <a:gd name="connsiteX12" fmla="*/ 3791376 w 6858000"/>
                <a:gd name="connsiteY12" fmla="*/ 2800100 h 4034620"/>
                <a:gd name="connsiteX13" fmla="*/ 3067723 w 6858000"/>
                <a:gd name="connsiteY13" fmla="*/ 2800100 h 4034620"/>
                <a:gd name="connsiteX14" fmla="*/ 2965241 w 6858000"/>
                <a:gd name="connsiteY14" fmla="*/ 2800100 h 4034620"/>
                <a:gd name="connsiteX15" fmla="*/ 3429549 w 6858000"/>
                <a:gd name="connsiteY15" fmla="*/ 2233619 h 4034620"/>
                <a:gd name="connsiteX16" fmla="*/ 3893857 w 6858000"/>
                <a:gd name="connsiteY16" fmla="*/ 2800100 h 4034620"/>
                <a:gd name="connsiteX17" fmla="*/ 3791376 w 6858000"/>
                <a:gd name="connsiteY17" fmla="*/ 2800100 h 4034620"/>
                <a:gd name="connsiteX18" fmla="*/ 5531299 w 6858000"/>
                <a:gd name="connsiteY18" fmla="*/ 3713005 h 4034620"/>
                <a:gd name="connsiteX19" fmla="*/ 3952204 w 6858000"/>
                <a:gd name="connsiteY19" fmla="*/ 3713005 h 4034620"/>
                <a:gd name="connsiteX20" fmla="*/ 4233623 w 6858000"/>
                <a:gd name="connsiteY20" fmla="*/ 3121729 h 4034620"/>
                <a:gd name="connsiteX21" fmla="*/ 4378981 w 6858000"/>
                <a:gd name="connsiteY21" fmla="*/ 3029709 h 4034620"/>
                <a:gd name="connsiteX22" fmla="*/ 4357991 w 6858000"/>
                <a:gd name="connsiteY22" fmla="*/ 2858969 h 4034620"/>
                <a:gd name="connsiteX23" fmla="*/ 3553931 w 6858000"/>
                <a:gd name="connsiteY23" fmla="*/ 1878021 h 4034620"/>
                <a:gd name="connsiteX24" fmla="*/ 3429563 w 6858000"/>
                <a:gd name="connsiteY24" fmla="*/ 1819152 h 4034620"/>
                <a:gd name="connsiteX25" fmla="*/ 3305195 w 6858000"/>
                <a:gd name="connsiteY25" fmla="*/ 1878021 h 4034620"/>
                <a:gd name="connsiteX26" fmla="*/ 2501134 w 6858000"/>
                <a:gd name="connsiteY26" fmla="*/ 2858969 h 4034620"/>
                <a:gd name="connsiteX27" fmla="*/ 2480145 w 6858000"/>
                <a:gd name="connsiteY27" fmla="*/ 3029709 h 4034620"/>
                <a:gd name="connsiteX28" fmla="*/ 2625502 w 6858000"/>
                <a:gd name="connsiteY28" fmla="*/ 3121729 h 4034620"/>
                <a:gd name="connsiteX29" fmla="*/ 2906921 w 6858000"/>
                <a:gd name="connsiteY29" fmla="*/ 3121729 h 4034620"/>
                <a:gd name="connsiteX30" fmla="*/ 2906921 w 6858000"/>
                <a:gd name="connsiteY30" fmla="*/ 3713005 h 4034620"/>
                <a:gd name="connsiteX31" fmla="*/ 1326702 w 6858000"/>
                <a:gd name="connsiteY31" fmla="*/ 3713005 h 4034620"/>
                <a:gd name="connsiteX32" fmla="*/ 321629 w 6858000"/>
                <a:gd name="connsiteY32" fmla="*/ 2707932 h 4034620"/>
                <a:gd name="connsiteX33" fmla="*/ 1326702 w 6858000"/>
                <a:gd name="connsiteY33" fmla="*/ 1702860 h 4034620"/>
                <a:gd name="connsiteX34" fmla="*/ 1696538 w 6858000"/>
                <a:gd name="connsiteY34" fmla="*/ 1773007 h 4034620"/>
                <a:gd name="connsiteX35" fmla="*/ 1837006 w 6858000"/>
                <a:gd name="connsiteY35" fmla="*/ 1762091 h 4034620"/>
                <a:gd name="connsiteX36" fmla="*/ 1914989 w 6858000"/>
                <a:gd name="connsiteY36" fmla="*/ 1644715 h 4034620"/>
                <a:gd name="connsiteX37" fmla="*/ 3429000 w 6858000"/>
                <a:gd name="connsiteY37" fmla="*/ 321630 h 4034620"/>
                <a:gd name="connsiteX38" fmla="*/ 4942998 w 6858000"/>
                <a:gd name="connsiteY38" fmla="*/ 1644701 h 4034620"/>
                <a:gd name="connsiteX39" fmla="*/ 5020954 w 6858000"/>
                <a:gd name="connsiteY39" fmla="*/ 1762077 h 4034620"/>
                <a:gd name="connsiteX40" fmla="*/ 5161435 w 6858000"/>
                <a:gd name="connsiteY40" fmla="*/ 1772994 h 4034620"/>
                <a:gd name="connsiteX41" fmla="*/ 5531272 w 6858000"/>
                <a:gd name="connsiteY41" fmla="*/ 1702847 h 4034620"/>
                <a:gd name="connsiteX42" fmla="*/ 6536344 w 6858000"/>
                <a:gd name="connsiteY42" fmla="*/ 2707919 h 4034620"/>
                <a:gd name="connsiteX43" fmla="*/ 5531299 w 6858000"/>
                <a:gd name="connsiteY43" fmla="*/ 3713005 h 4034620"/>
                <a:gd name="connsiteX0" fmla="*/ 5531299 w 6858000"/>
                <a:gd name="connsiteY0" fmla="*/ 1381217 h 4034620"/>
                <a:gd name="connsiteX1" fmla="*/ 5227189 w 6858000"/>
                <a:gd name="connsiteY1" fmla="*/ 1416257 h 4034620"/>
                <a:gd name="connsiteX2" fmla="*/ 3429000 w 6858000"/>
                <a:gd name="connsiteY2" fmla="*/ 0 h 4034620"/>
                <a:gd name="connsiteX3" fmla="*/ 1630824 w 6858000"/>
                <a:gd name="connsiteY3" fmla="*/ 1416244 h 4034620"/>
                <a:gd name="connsiteX4" fmla="*/ 1326702 w 6858000"/>
                <a:gd name="connsiteY4" fmla="*/ 1381204 h 4034620"/>
                <a:gd name="connsiteX5" fmla="*/ 0 w 6858000"/>
                <a:gd name="connsiteY5" fmla="*/ 2707906 h 4034620"/>
                <a:gd name="connsiteX6" fmla="*/ 1326702 w 6858000"/>
                <a:gd name="connsiteY6" fmla="*/ 4034607 h 4034620"/>
                <a:gd name="connsiteX7" fmla="*/ 2906921 w 6858000"/>
                <a:gd name="connsiteY7" fmla="*/ 4034607 h 4034620"/>
                <a:gd name="connsiteX8" fmla="*/ 3952204 w 6858000"/>
                <a:gd name="connsiteY8" fmla="*/ 4034620 h 4034620"/>
                <a:gd name="connsiteX9" fmla="*/ 5531299 w 6858000"/>
                <a:gd name="connsiteY9" fmla="*/ 4034620 h 4034620"/>
                <a:gd name="connsiteX10" fmla="*/ 6858000 w 6858000"/>
                <a:gd name="connsiteY10" fmla="*/ 2707919 h 4034620"/>
                <a:gd name="connsiteX11" fmla="*/ 5531299 w 6858000"/>
                <a:gd name="connsiteY11" fmla="*/ 1381217 h 4034620"/>
                <a:gd name="connsiteX12" fmla="*/ 3893857 w 6858000"/>
                <a:gd name="connsiteY12" fmla="*/ 2800100 h 4034620"/>
                <a:gd name="connsiteX13" fmla="*/ 3067723 w 6858000"/>
                <a:gd name="connsiteY13" fmla="*/ 2800100 h 4034620"/>
                <a:gd name="connsiteX14" fmla="*/ 2965241 w 6858000"/>
                <a:gd name="connsiteY14" fmla="*/ 2800100 h 4034620"/>
                <a:gd name="connsiteX15" fmla="*/ 3429549 w 6858000"/>
                <a:gd name="connsiteY15" fmla="*/ 2233619 h 4034620"/>
                <a:gd name="connsiteX16" fmla="*/ 3893857 w 6858000"/>
                <a:gd name="connsiteY16" fmla="*/ 2800100 h 4034620"/>
                <a:gd name="connsiteX17" fmla="*/ 5531299 w 6858000"/>
                <a:gd name="connsiteY17" fmla="*/ 3713005 h 4034620"/>
                <a:gd name="connsiteX18" fmla="*/ 3952204 w 6858000"/>
                <a:gd name="connsiteY18" fmla="*/ 3713005 h 4034620"/>
                <a:gd name="connsiteX19" fmla="*/ 4233623 w 6858000"/>
                <a:gd name="connsiteY19" fmla="*/ 3121729 h 4034620"/>
                <a:gd name="connsiteX20" fmla="*/ 4378981 w 6858000"/>
                <a:gd name="connsiteY20" fmla="*/ 3029709 h 4034620"/>
                <a:gd name="connsiteX21" fmla="*/ 4357991 w 6858000"/>
                <a:gd name="connsiteY21" fmla="*/ 2858969 h 4034620"/>
                <a:gd name="connsiteX22" fmla="*/ 3553931 w 6858000"/>
                <a:gd name="connsiteY22" fmla="*/ 1878021 h 4034620"/>
                <a:gd name="connsiteX23" fmla="*/ 3429563 w 6858000"/>
                <a:gd name="connsiteY23" fmla="*/ 1819152 h 4034620"/>
                <a:gd name="connsiteX24" fmla="*/ 3305195 w 6858000"/>
                <a:gd name="connsiteY24" fmla="*/ 1878021 h 4034620"/>
                <a:gd name="connsiteX25" fmla="*/ 2501134 w 6858000"/>
                <a:gd name="connsiteY25" fmla="*/ 2858969 h 4034620"/>
                <a:gd name="connsiteX26" fmla="*/ 2480145 w 6858000"/>
                <a:gd name="connsiteY26" fmla="*/ 3029709 h 4034620"/>
                <a:gd name="connsiteX27" fmla="*/ 2625502 w 6858000"/>
                <a:gd name="connsiteY27" fmla="*/ 3121729 h 4034620"/>
                <a:gd name="connsiteX28" fmla="*/ 2906921 w 6858000"/>
                <a:gd name="connsiteY28" fmla="*/ 3121729 h 4034620"/>
                <a:gd name="connsiteX29" fmla="*/ 2906921 w 6858000"/>
                <a:gd name="connsiteY29" fmla="*/ 3713005 h 4034620"/>
                <a:gd name="connsiteX30" fmla="*/ 1326702 w 6858000"/>
                <a:gd name="connsiteY30" fmla="*/ 3713005 h 4034620"/>
                <a:gd name="connsiteX31" fmla="*/ 321629 w 6858000"/>
                <a:gd name="connsiteY31" fmla="*/ 2707932 h 4034620"/>
                <a:gd name="connsiteX32" fmla="*/ 1326702 w 6858000"/>
                <a:gd name="connsiteY32" fmla="*/ 1702860 h 4034620"/>
                <a:gd name="connsiteX33" fmla="*/ 1696538 w 6858000"/>
                <a:gd name="connsiteY33" fmla="*/ 1773007 h 4034620"/>
                <a:gd name="connsiteX34" fmla="*/ 1837006 w 6858000"/>
                <a:gd name="connsiteY34" fmla="*/ 1762091 h 4034620"/>
                <a:gd name="connsiteX35" fmla="*/ 1914989 w 6858000"/>
                <a:gd name="connsiteY35" fmla="*/ 1644715 h 4034620"/>
                <a:gd name="connsiteX36" fmla="*/ 3429000 w 6858000"/>
                <a:gd name="connsiteY36" fmla="*/ 321630 h 4034620"/>
                <a:gd name="connsiteX37" fmla="*/ 4942998 w 6858000"/>
                <a:gd name="connsiteY37" fmla="*/ 1644701 h 4034620"/>
                <a:gd name="connsiteX38" fmla="*/ 5020954 w 6858000"/>
                <a:gd name="connsiteY38" fmla="*/ 1762077 h 4034620"/>
                <a:gd name="connsiteX39" fmla="*/ 5161435 w 6858000"/>
                <a:gd name="connsiteY39" fmla="*/ 1772994 h 4034620"/>
                <a:gd name="connsiteX40" fmla="*/ 5531272 w 6858000"/>
                <a:gd name="connsiteY40" fmla="*/ 1702847 h 4034620"/>
                <a:gd name="connsiteX41" fmla="*/ 6536344 w 6858000"/>
                <a:gd name="connsiteY41" fmla="*/ 2707919 h 4034620"/>
                <a:gd name="connsiteX42" fmla="*/ 5531299 w 6858000"/>
                <a:gd name="connsiteY42" fmla="*/ 3713005 h 4034620"/>
                <a:gd name="connsiteX0" fmla="*/ 5531299 w 6858000"/>
                <a:gd name="connsiteY0" fmla="*/ 1381217 h 4034620"/>
                <a:gd name="connsiteX1" fmla="*/ 5227189 w 6858000"/>
                <a:gd name="connsiteY1" fmla="*/ 1416257 h 4034620"/>
                <a:gd name="connsiteX2" fmla="*/ 3429000 w 6858000"/>
                <a:gd name="connsiteY2" fmla="*/ 0 h 4034620"/>
                <a:gd name="connsiteX3" fmla="*/ 1630824 w 6858000"/>
                <a:gd name="connsiteY3" fmla="*/ 1416244 h 4034620"/>
                <a:gd name="connsiteX4" fmla="*/ 1326702 w 6858000"/>
                <a:gd name="connsiteY4" fmla="*/ 1381204 h 4034620"/>
                <a:gd name="connsiteX5" fmla="*/ 0 w 6858000"/>
                <a:gd name="connsiteY5" fmla="*/ 2707906 h 4034620"/>
                <a:gd name="connsiteX6" fmla="*/ 1326702 w 6858000"/>
                <a:gd name="connsiteY6" fmla="*/ 4034607 h 4034620"/>
                <a:gd name="connsiteX7" fmla="*/ 2906921 w 6858000"/>
                <a:gd name="connsiteY7" fmla="*/ 4034607 h 4034620"/>
                <a:gd name="connsiteX8" fmla="*/ 3952204 w 6858000"/>
                <a:gd name="connsiteY8" fmla="*/ 4034620 h 4034620"/>
                <a:gd name="connsiteX9" fmla="*/ 5531299 w 6858000"/>
                <a:gd name="connsiteY9" fmla="*/ 4034620 h 4034620"/>
                <a:gd name="connsiteX10" fmla="*/ 6858000 w 6858000"/>
                <a:gd name="connsiteY10" fmla="*/ 2707919 h 4034620"/>
                <a:gd name="connsiteX11" fmla="*/ 5531299 w 6858000"/>
                <a:gd name="connsiteY11" fmla="*/ 1381217 h 4034620"/>
                <a:gd name="connsiteX12" fmla="*/ 3893857 w 6858000"/>
                <a:gd name="connsiteY12" fmla="*/ 2800100 h 4034620"/>
                <a:gd name="connsiteX13" fmla="*/ 3067723 w 6858000"/>
                <a:gd name="connsiteY13" fmla="*/ 2800100 h 4034620"/>
                <a:gd name="connsiteX14" fmla="*/ 2965241 w 6858000"/>
                <a:gd name="connsiteY14" fmla="*/ 2800100 h 4034620"/>
                <a:gd name="connsiteX15" fmla="*/ 3429549 w 6858000"/>
                <a:gd name="connsiteY15" fmla="*/ 2233619 h 4034620"/>
                <a:gd name="connsiteX16" fmla="*/ 3893857 w 6858000"/>
                <a:gd name="connsiteY16" fmla="*/ 2800100 h 4034620"/>
                <a:gd name="connsiteX17" fmla="*/ 5531299 w 6858000"/>
                <a:gd name="connsiteY17" fmla="*/ 3713005 h 4034620"/>
                <a:gd name="connsiteX18" fmla="*/ 3952204 w 6858000"/>
                <a:gd name="connsiteY18" fmla="*/ 3713005 h 4034620"/>
                <a:gd name="connsiteX19" fmla="*/ 4233623 w 6858000"/>
                <a:gd name="connsiteY19" fmla="*/ 3121729 h 4034620"/>
                <a:gd name="connsiteX20" fmla="*/ 4378981 w 6858000"/>
                <a:gd name="connsiteY20" fmla="*/ 3029709 h 4034620"/>
                <a:gd name="connsiteX21" fmla="*/ 4357991 w 6858000"/>
                <a:gd name="connsiteY21" fmla="*/ 2858969 h 4034620"/>
                <a:gd name="connsiteX22" fmla="*/ 3553931 w 6858000"/>
                <a:gd name="connsiteY22" fmla="*/ 1878021 h 4034620"/>
                <a:gd name="connsiteX23" fmla="*/ 3429563 w 6858000"/>
                <a:gd name="connsiteY23" fmla="*/ 1819152 h 4034620"/>
                <a:gd name="connsiteX24" fmla="*/ 3305195 w 6858000"/>
                <a:gd name="connsiteY24" fmla="*/ 1878021 h 4034620"/>
                <a:gd name="connsiteX25" fmla="*/ 2501134 w 6858000"/>
                <a:gd name="connsiteY25" fmla="*/ 2858969 h 4034620"/>
                <a:gd name="connsiteX26" fmla="*/ 2480145 w 6858000"/>
                <a:gd name="connsiteY26" fmla="*/ 3029709 h 4034620"/>
                <a:gd name="connsiteX27" fmla="*/ 2625502 w 6858000"/>
                <a:gd name="connsiteY27" fmla="*/ 3121729 h 4034620"/>
                <a:gd name="connsiteX28" fmla="*/ 2906921 w 6858000"/>
                <a:gd name="connsiteY28" fmla="*/ 3713005 h 4034620"/>
                <a:gd name="connsiteX29" fmla="*/ 1326702 w 6858000"/>
                <a:gd name="connsiteY29" fmla="*/ 3713005 h 4034620"/>
                <a:gd name="connsiteX30" fmla="*/ 321629 w 6858000"/>
                <a:gd name="connsiteY30" fmla="*/ 2707932 h 4034620"/>
                <a:gd name="connsiteX31" fmla="*/ 1326702 w 6858000"/>
                <a:gd name="connsiteY31" fmla="*/ 1702860 h 4034620"/>
                <a:gd name="connsiteX32" fmla="*/ 1696538 w 6858000"/>
                <a:gd name="connsiteY32" fmla="*/ 1773007 h 4034620"/>
                <a:gd name="connsiteX33" fmla="*/ 1837006 w 6858000"/>
                <a:gd name="connsiteY33" fmla="*/ 1762091 h 4034620"/>
                <a:gd name="connsiteX34" fmla="*/ 1914989 w 6858000"/>
                <a:gd name="connsiteY34" fmla="*/ 1644715 h 4034620"/>
                <a:gd name="connsiteX35" fmla="*/ 3429000 w 6858000"/>
                <a:gd name="connsiteY35" fmla="*/ 321630 h 4034620"/>
                <a:gd name="connsiteX36" fmla="*/ 4942998 w 6858000"/>
                <a:gd name="connsiteY36" fmla="*/ 1644701 h 4034620"/>
                <a:gd name="connsiteX37" fmla="*/ 5020954 w 6858000"/>
                <a:gd name="connsiteY37" fmla="*/ 1762077 h 4034620"/>
                <a:gd name="connsiteX38" fmla="*/ 5161435 w 6858000"/>
                <a:gd name="connsiteY38" fmla="*/ 1772994 h 4034620"/>
                <a:gd name="connsiteX39" fmla="*/ 5531272 w 6858000"/>
                <a:gd name="connsiteY39" fmla="*/ 1702847 h 4034620"/>
                <a:gd name="connsiteX40" fmla="*/ 6536344 w 6858000"/>
                <a:gd name="connsiteY40" fmla="*/ 2707919 h 4034620"/>
                <a:gd name="connsiteX41" fmla="*/ 5531299 w 6858000"/>
                <a:gd name="connsiteY41" fmla="*/ 3713005 h 4034620"/>
                <a:gd name="connsiteX0" fmla="*/ 5531299 w 6858000"/>
                <a:gd name="connsiteY0" fmla="*/ 1381217 h 4034620"/>
                <a:gd name="connsiteX1" fmla="*/ 5227189 w 6858000"/>
                <a:gd name="connsiteY1" fmla="*/ 1416257 h 4034620"/>
                <a:gd name="connsiteX2" fmla="*/ 3429000 w 6858000"/>
                <a:gd name="connsiteY2" fmla="*/ 0 h 4034620"/>
                <a:gd name="connsiteX3" fmla="*/ 1630824 w 6858000"/>
                <a:gd name="connsiteY3" fmla="*/ 1416244 h 4034620"/>
                <a:gd name="connsiteX4" fmla="*/ 1326702 w 6858000"/>
                <a:gd name="connsiteY4" fmla="*/ 1381204 h 4034620"/>
                <a:gd name="connsiteX5" fmla="*/ 0 w 6858000"/>
                <a:gd name="connsiteY5" fmla="*/ 2707906 h 4034620"/>
                <a:gd name="connsiteX6" fmla="*/ 1326702 w 6858000"/>
                <a:gd name="connsiteY6" fmla="*/ 4034607 h 4034620"/>
                <a:gd name="connsiteX7" fmla="*/ 2906921 w 6858000"/>
                <a:gd name="connsiteY7" fmla="*/ 4034607 h 4034620"/>
                <a:gd name="connsiteX8" fmla="*/ 3952204 w 6858000"/>
                <a:gd name="connsiteY8" fmla="*/ 4034620 h 4034620"/>
                <a:gd name="connsiteX9" fmla="*/ 5531299 w 6858000"/>
                <a:gd name="connsiteY9" fmla="*/ 4034620 h 4034620"/>
                <a:gd name="connsiteX10" fmla="*/ 6858000 w 6858000"/>
                <a:gd name="connsiteY10" fmla="*/ 2707919 h 4034620"/>
                <a:gd name="connsiteX11" fmla="*/ 5531299 w 6858000"/>
                <a:gd name="connsiteY11" fmla="*/ 1381217 h 4034620"/>
                <a:gd name="connsiteX12" fmla="*/ 3893857 w 6858000"/>
                <a:gd name="connsiteY12" fmla="*/ 2800100 h 4034620"/>
                <a:gd name="connsiteX13" fmla="*/ 3067723 w 6858000"/>
                <a:gd name="connsiteY13" fmla="*/ 2800100 h 4034620"/>
                <a:gd name="connsiteX14" fmla="*/ 2965241 w 6858000"/>
                <a:gd name="connsiteY14" fmla="*/ 2800100 h 4034620"/>
                <a:gd name="connsiteX15" fmla="*/ 3429549 w 6858000"/>
                <a:gd name="connsiteY15" fmla="*/ 2233619 h 4034620"/>
                <a:gd name="connsiteX16" fmla="*/ 3893857 w 6858000"/>
                <a:gd name="connsiteY16" fmla="*/ 2800100 h 4034620"/>
                <a:gd name="connsiteX17" fmla="*/ 5531299 w 6858000"/>
                <a:gd name="connsiteY17" fmla="*/ 3713005 h 4034620"/>
                <a:gd name="connsiteX18" fmla="*/ 3952204 w 6858000"/>
                <a:gd name="connsiteY18" fmla="*/ 3713005 h 4034620"/>
                <a:gd name="connsiteX19" fmla="*/ 4233623 w 6858000"/>
                <a:gd name="connsiteY19" fmla="*/ 3121729 h 4034620"/>
                <a:gd name="connsiteX20" fmla="*/ 4378981 w 6858000"/>
                <a:gd name="connsiteY20" fmla="*/ 3029709 h 4034620"/>
                <a:gd name="connsiteX21" fmla="*/ 4357991 w 6858000"/>
                <a:gd name="connsiteY21" fmla="*/ 2858969 h 4034620"/>
                <a:gd name="connsiteX22" fmla="*/ 3553931 w 6858000"/>
                <a:gd name="connsiteY22" fmla="*/ 1878021 h 4034620"/>
                <a:gd name="connsiteX23" fmla="*/ 3429563 w 6858000"/>
                <a:gd name="connsiteY23" fmla="*/ 1819152 h 4034620"/>
                <a:gd name="connsiteX24" fmla="*/ 3305195 w 6858000"/>
                <a:gd name="connsiteY24" fmla="*/ 1878021 h 4034620"/>
                <a:gd name="connsiteX25" fmla="*/ 2480145 w 6858000"/>
                <a:gd name="connsiteY25" fmla="*/ 3029709 h 4034620"/>
                <a:gd name="connsiteX26" fmla="*/ 2625502 w 6858000"/>
                <a:gd name="connsiteY26" fmla="*/ 3121729 h 4034620"/>
                <a:gd name="connsiteX27" fmla="*/ 2906921 w 6858000"/>
                <a:gd name="connsiteY27" fmla="*/ 3713005 h 4034620"/>
                <a:gd name="connsiteX28" fmla="*/ 1326702 w 6858000"/>
                <a:gd name="connsiteY28" fmla="*/ 3713005 h 4034620"/>
                <a:gd name="connsiteX29" fmla="*/ 321629 w 6858000"/>
                <a:gd name="connsiteY29" fmla="*/ 2707932 h 4034620"/>
                <a:gd name="connsiteX30" fmla="*/ 1326702 w 6858000"/>
                <a:gd name="connsiteY30" fmla="*/ 1702860 h 4034620"/>
                <a:gd name="connsiteX31" fmla="*/ 1696538 w 6858000"/>
                <a:gd name="connsiteY31" fmla="*/ 1773007 h 4034620"/>
                <a:gd name="connsiteX32" fmla="*/ 1837006 w 6858000"/>
                <a:gd name="connsiteY32" fmla="*/ 1762091 h 4034620"/>
                <a:gd name="connsiteX33" fmla="*/ 1914989 w 6858000"/>
                <a:gd name="connsiteY33" fmla="*/ 1644715 h 4034620"/>
                <a:gd name="connsiteX34" fmla="*/ 3429000 w 6858000"/>
                <a:gd name="connsiteY34" fmla="*/ 321630 h 4034620"/>
                <a:gd name="connsiteX35" fmla="*/ 4942998 w 6858000"/>
                <a:gd name="connsiteY35" fmla="*/ 1644701 h 4034620"/>
                <a:gd name="connsiteX36" fmla="*/ 5020954 w 6858000"/>
                <a:gd name="connsiteY36" fmla="*/ 1762077 h 4034620"/>
                <a:gd name="connsiteX37" fmla="*/ 5161435 w 6858000"/>
                <a:gd name="connsiteY37" fmla="*/ 1772994 h 4034620"/>
                <a:gd name="connsiteX38" fmla="*/ 5531272 w 6858000"/>
                <a:gd name="connsiteY38" fmla="*/ 1702847 h 4034620"/>
                <a:gd name="connsiteX39" fmla="*/ 6536344 w 6858000"/>
                <a:gd name="connsiteY39" fmla="*/ 2707919 h 4034620"/>
                <a:gd name="connsiteX40" fmla="*/ 5531299 w 6858000"/>
                <a:gd name="connsiteY40" fmla="*/ 3713005 h 4034620"/>
                <a:gd name="connsiteX0" fmla="*/ 5531299 w 6858000"/>
                <a:gd name="connsiteY0" fmla="*/ 1381217 h 4034620"/>
                <a:gd name="connsiteX1" fmla="*/ 5227189 w 6858000"/>
                <a:gd name="connsiteY1" fmla="*/ 1416257 h 4034620"/>
                <a:gd name="connsiteX2" fmla="*/ 3429000 w 6858000"/>
                <a:gd name="connsiteY2" fmla="*/ 0 h 4034620"/>
                <a:gd name="connsiteX3" fmla="*/ 1630824 w 6858000"/>
                <a:gd name="connsiteY3" fmla="*/ 1416244 h 4034620"/>
                <a:gd name="connsiteX4" fmla="*/ 1326702 w 6858000"/>
                <a:gd name="connsiteY4" fmla="*/ 1381204 h 4034620"/>
                <a:gd name="connsiteX5" fmla="*/ 0 w 6858000"/>
                <a:gd name="connsiteY5" fmla="*/ 2707906 h 4034620"/>
                <a:gd name="connsiteX6" fmla="*/ 1326702 w 6858000"/>
                <a:gd name="connsiteY6" fmla="*/ 4034607 h 4034620"/>
                <a:gd name="connsiteX7" fmla="*/ 2906921 w 6858000"/>
                <a:gd name="connsiteY7" fmla="*/ 4034607 h 4034620"/>
                <a:gd name="connsiteX8" fmla="*/ 3952204 w 6858000"/>
                <a:gd name="connsiteY8" fmla="*/ 4034620 h 4034620"/>
                <a:gd name="connsiteX9" fmla="*/ 5531299 w 6858000"/>
                <a:gd name="connsiteY9" fmla="*/ 4034620 h 4034620"/>
                <a:gd name="connsiteX10" fmla="*/ 6858000 w 6858000"/>
                <a:gd name="connsiteY10" fmla="*/ 2707919 h 4034620"/>
                <a:gd name="connsiteX11" fmla="*/ 5531299 w 6858000"/>
                <a:gd name="connsiteY11" fmla="*/ 1381217 h 4034620"/>
                <a:gd name="connsiteX12" fmla="*/ 3893857 w 6858000"/>
                <a:gd name="connsiteY12" fmla="*/ 2800100 h 4034620"/>
                <a:gd name="connsiteX13" fmla="*/ 3067723 w 6858000"/>
                <a:gd name="connsiteY13" fmla="*/ 2800100 h 4034620"/>
                <a:gd name="connsiteX14" fmla="*/ 2965241 w 6858000"/>
                <a:gd name="connsiteY14" fmla="*/ 2800100 h 4034620"/>
                <a:gd name="connsiteX15" fmla="*/ 3429549 w 6858000"/>
                <a:gd name="connsiteY15" fmla="*/ 2233619 h 4034620"/>
                <a:gd name="connsiteX16" fmla="*/ 3893857 w 6858000"/>
                <a:gd name="connsiteY16" fmla="*/ 2800100 h 4034620"/>
                <a:gd name="connsiteX17" fmla="*/ 5531299 w 6858000"/>
                <a:gd name="connsiteY17" fmla="*/ 3713005 h 4034620"/>
                <a:gd name="connsiteX18" fmla="*/ 3952204 w 6858000"/>
                <a:gd name="connsiteY18" fmla="*/ 3713005 h 4034620"/>
                <a:gd name="connsiteX19" fmla="*/ 4378981 w 6858000"/>
                <a:gd name="connsiteY19" fmla="*/ 3029709 h 4034620"/>
                <a:gd name="connsiteX20" fmla="*/ 4357991 w 6858000"/>
                <a:gd name="connsiteY20" fmla="*/ 2858969 h 4034620"/>
                <a:gd name="connsiteX21" fmla="*/ 3553931 w 6858000"/>
                <a:gd name="connsiteY21" fmla="*/ 1878021 h 4034620"/>
                <a:gd name="connsiteX22" fmla="*/ 3429563 w 6858000"/>
                <a:gd name="connsiteY22" fmla="*/ 1819152 h 4034620"/>
                <a:gd name="connsiteX23" fmla="*/ 3305195 w 6858000"/>
                <a:gd name="connsiteY23" fmla="*/ 1878021 h 4034620"/>
                <a:gd name="connsiteX24" fmla="*/ 2480145 w 6858000"/>
                <a:gd name="connsiteY24" fmla="*/ 3029709 h 4034620"/>
                <a:gd name="connsiteX25" fmla="*/ 2625502 w 6858000"/>
                <a:gd name="connsiteY25" fmla="*/ 3121729 h 4034620"/>
                <a:gd name="connsiteX26" fmla="*/ 2906921 w 6858000"/>
                <a:gd name="connsiteY26" fmla="*/ 3713005 h 4034620"/>
                <a:gd name="connsiteX27" fmla="*/ 1326702 w 6858000"/>
                <a:gd name="connsiteY27" fmla="*/ 3713005 h 4034620"/>
                <a:gd name="connsiteX28" fmla="*/ 321629 w 6858000"/>
                <a:gd name="connsiteY28" fmla="*/ 2707932 h 4034620"/>
                <a:gd name="connsiteX29" fmla="*/ 1326702 w 6858000"/>
                <a:gd name="connsiteY29" fmla="*/ 1702860 h 4034620"/>
                <a:gd name="connsiteX30" fmla="*/ 1696538 w 6858000"/>
                <a:gd name="connsiteY30" fmla="*/ 1773007 h 4034620"/>
                <a:gd name="connsiteX31" fmla="*/ 1837006 w 6858000"/>
                <a:gd name="connsiteY31" fmla="*/ 1762091 h 4034620"/>
                <a:gd name="connsiteX32" fmla="*/ 1914989 w 6858000"/>
                <a:gd name="connsiteY32" fmla="*/ 1644715 h 4034620"/>
                <a:gd name="connsiteX33" fmla="*/ 3429000 w 6858000"/>
                <a:gd name="connsiteY33" fmla="*/ 321630 h 4034620"/>
                <a:gd name="connsiteX34" fmla="*/ 4942998 w 6858000"/>
                <a:gd name="connsiteY34" fmla="*/ 1644701 h 4034620"/>
                <a:gd name="connsiteX35" fmla="*/ 5020954 w 6858000"/>
                <a:gd name="connsiteY35" fmla="*/ 1762077 h 4034620"/>
                <a:gd name="connsiteX36" fmla="*/ 5161435 w 6858000"/>
                <a:gd name="connsiteY36" fmla="*/ 1772994 h 4034620"/>
                <a:gd name="connsiteX37" fmla="*/ 5531272 w 6858000"/>
                <a:gd name="connsiteY37" fmla="*/ 1702847 h 4034620"/>
                <a:gd name="connsiteX38" fmla="*/ 6536344 w 6858000"/>
                <a:gd name="connsiteY38" fmla="*/ 2707919 h 4034620"/>
                <a:gd name="connsiteX39" fmla="*/ 5531299 w 6858000"/>
                <a:gd name="connsiteY39" fmla="*/ 3713005 h 4034620"/>
                <a:gd name="connsiteX0" fmla="*/ 5531299 w 6858000"/>
                <a:gd name="connsiteY0" fmla="*/ 1381217 h 4034620"/>
                <a:gd name="connsiteX1" fmla="*/ 5227189 w 6858000"/>
                <a:gd name="connsiteY1" fmla="*/ 1416257 h 4034620"/>
                <a:gd name="connsiteX2" fmla="*/ 3429000 w 6858000"/>
                <a:gd name="connsiteY2" fmla="*/ 0 h 4034620"/>
                <a:gd name="connsiteX3" fmla="*/ 1630824 w 6858000"/>
                <a:gd name="connsiteY3" fmla="*/ 1416244 h 4034620"/>
                <a:gd name="connsiteX4" fmla="*/ 1326702 w 6858000"/>
                <a:gd name="connsiteY4" fmla="*/ 1381204 h 4034620"/>
                <a:gd name="connsiteX5" fmla="*/ 0 w 6858000"/>
                <a:gd name="connsiteY5" fmla="*/ 2707906 h 4034620"/>
                <a:gd name="connsiteX6" fmla="*/ 1326702 w 6858000"/>
                <a:gd name="connsiteY6" fmla="*/ 4034607 h 4034620"/>
                <a:gd name="connsiteX7" fmla="*/ 2906921 w 6858000"/>
                <a:gd name="connsiteY7" fmla="*/ 4034607 h 4034620"/>
                <a:gd name="connsiteX8" fmla="*/ 3952204 w 6858000"/>
                <a:gd name="connsiteY8" fmla="*/ 4034620 h 4034620"/>
                <a:gd name="connsiteX9" fmla="*/ 5531299 w 6858000"/>
                <a:gd name="connsiteY9" fmla="*/ 4034620 h 4034620"/>
                <a:gd name="connsiteX10" fmla="*/ 6858000 w 6858000"/>
                <a:gd name="connsiteY10" fmla="*/ 2707919 h 4034620"/>
                <a:gd name="connsiteX11" fmla="*/ 5531299 w 6858000"/>
                <a:gd name="connsiteY11" fmla="*/ 1381217 h 4034620"/>
                <a:gd name="connsiteX12" fmla="*/ 3893857 w 6858000"/>
                <a:gd name="connsiteY12" fmla="*/ 2800100 h 4034620"/>
                <a:gd name="connsiteX13" fmla="*/ 3067723 w 6858000"/>
                <a:gd name="connsiteY13" fmla="*/ 2800100 h 4034620"/>
                <a:gd name="connsiteX14" fmla="*/ 2965241 w 6858000"/>
                <a:gd name="connsiteY14" fmla="*/ 2800100 h 4034620"/>
                <a:gd name="connsiteX15" fmla="*/ 3893857 w 6858000"/>
                <a:gd name="connsiteY15" fmla="*/ 2800100 h 4034620"/>
                <a:gd name="connsiteX16" fmla="*/ 5531299 w 6858000"/>
                <a:gd name="connsiteY16" fmla="*/ 3713005 h 4034620"/>
                <a:gd name="connsiteX17" fmla="*/ 3952204 w 6858000"/>
                <a:gd name="connsiteY17" fmla="*/ 3713005 h 4034620"/>
                <a:gd name="connsiteX18" fmla="*/ 4378981 w 6858000"/>
                <a:gd name="connsiteY18" fmla="*/ 3029709 h 4034620"/>
                <a:gd name="connsiteX19" fmla="*/ 4357991 w 6858000"/>
                <a:gd name="connsiteY19" fmla="*/ 2858969 h 4034620"/>
                <a:gd name="connsiteX20" fmla="*/ 3553931 w 6858000"/>
                <a:gd name="connsiteY20" fmla="*/ 1878021 h 4034620"/>
                <a:gd name="connsiteX21" fmla="*/ 3429563 w 6858000"/>
                <a:gd name="connsiteY21" fmla="*/ 1819152 h 4034620"/>
                <a:gd name="connsiteX22" fmla="*/ 3305195 w 6858000"/>
                <a:gd name="connsiteY22" fmla="*/ 1878021 h 4034620"/>
                <a:gd name="connsiteX23" fmla="*/ 2480145 w 6858000"/>
                <a:gd name="connsiteY23" fmla="*/ 3029709 h 4034620"/>
                <a:gd name="connsiteX24" fmla="*/ 2625502 w 6858000"/>
                <a:gd name="connsiteY24" fmla="*/ 3121729 h 4034620"/>
                <a:gd name="connsiteX25" fmla="*/ 2906921 w 6858000"/>
                <a:gd name="connsiteY25" fmla="*/ 3713005 h 4034620"/>
                <a:gd name="connsiteX26" fmla="*/ 1326702 w 6858000"/>
                <a:gd name="connsiteY26" fmla="*/ 3713005 h 4034620"/>
                <a:gd name="connsiteX27" fmla="*/ 321629 w 6858000"/>
                <a:gd name="connsiteY27" fmla="*/ 2707932 h 4034620"/>
                <a:gd name="connsiteX28" fmla="*/ 1326702 w 6858000"/>
                <a:gd name="connsiteY28" fmla="*/ 1702860 h 4034620"/>
                <a:gd name="connsiteX29" fmla="*/ 1696538 w 6858000"/>
                <a:gd name="connsiteY29" fmla="*/ 1773007 h 4034620"/>
                <a:gd name="connsiteX30" fmla="*/ 1837006 w 6858000"/>
                <a:gd name="connsiteY30" fmla="*/ 1762091 h 4034620"/>
                <a:gd name="connsiteX31" fmla="*/ 1914989 w 6858000"/>
                <a:gd name="connsiteY31" fmla="*/ 1644715 h 4034620"/>
                <a:gd name="connsiteX32" fmla="*/ 3429000 w 6858000"/>
                <a:gd name="connsiteY32" fmla="*/ 321630 h 4034620"/>
                <a:gd name="connsiteX33" fmla="*/ 4942998 w 6858000"/>
                <a:gd name="connsiteY33" fmla="*/ 1644701 h 4034620"/>
                <a:gd name="connsiteX34" fmla="*/ 5020954 w 6858000"/>
                <a:gd name="connsiteY34" fmla="*/ 1762077 h 4034620"/>
                <a:gd name="connsiteX35" fmla="*/ 5161435 w 6858000"/>
                <a:gd name="connsiteY35" fmla="*/ 1772994 h 4034620"/>
                <a:gd name="connsiteX36" fmla="*/ 5531272 w 6858000"/>
                <a:gd name="connsiteY36" fmla="*/ 1702847 h 4034620"/>
                <a:gd name="connsiteX37" fmla="*/ 6536344 w 6858000"/>
                <a:gd name="connsiteY37" fmla="*/ 2707919 h 4034620"/>
                <a:gd name="connsiteX38" fmla="*/ 5531299 w 6858000"/>
                <a:gd name="connsiteY38" fmla="*/ 3713005 h 4034620"/>
                <a:gd name="connsiteX0" fmla="*/ 5531299 w 6858000"/>
                <a:gd name="connsiteY0" fmla="*/ 1381217 h 4034620"/>
                <a:gd name="connsiteX1" fmla="*/ 5227189 w 6858000"/>
                <a:gd name="connsiteY1" fmla="*/ 1416257 h 4034620"/>
                <a:gd name="connsiteX2" fmla="*/ 3429000 w 6858000"/>
                <a:gd name="connsiteY2" fmla="*/ 0 h 4034620"/>
                <a:gd name="connsiteX3" fmla="*/ 1630824 w 6858000"/>
                <a:gd name="connsiteY3" fmla="*/ 1416244 h 4034620"/>
                <a:gd name="connsiteX4" fmla="*/ 1326702 w 6858000"/>
                <a:gd name="connsiteY4" fmla="*/ 1381204 h 4034620"/>
                <a:gd name="connsiteX5" fmla="*/ 0 w 6858000"/>
                <a:gd name="connsiteY5" fmla="*/ 2707906 h 4034620"/>
                <a:gd name="connsiteX6" fmla="*/ 1326702 w 6858000"/>
                <a:gd name="connsiteY6" fmla="*/ 4034607 h 4034620"/>
                <a:gd name="connsiteX7" fmla="*/ 2906921 w 6858000"/>
                <a:gd name="connsiteY7" fmla="*/ 4034607 h 4034620"/>
                <a:gd name="connsiteX8" fmla="*/ 3952204 w 6858000"/>
                <a:gd name="connsiteY8" fmla="*/ 4034620 h 4034620"/>
                <a:gd name="connsiteX9" fmla="*/ 5531299 w 6858000"/>
                <a:gd name="connsiteY9" fmla="*/ 4034620 h 4034620"/>
                <a:gd name="connsiteX10" fmla="*/ 6858000 w 6858000"/>
                <a:gd name="connsiteY10" fmla="*/ 2707919 h 4034620"/>
                <a:gd name="connsiteX11" fmla="*/ 5531299 w 6858000"/>
                <a:gd name="connsiteY11" fmla="*/ 1381217 h 4034620"/>
                <a:gd name="connsiteX12" fmla="*/ 2965241 w 6858000"/>
                <a:gd name="connsiteY12" fmla="*/ 2800100 h 4034620"/>
                <a:gd name="connsiteX13" fmla="*/ 3067723 w 6858000"/>
                <a:gd name="connsiteY13" fmla="*/ 2800100 h 4034620"/>
                <a:gd name="connsiteX14" fmla="*/ 2965241 w 6858000"/>
                <a:gd name="connsiteY14" fmla="*/ 2800100 h 4034620"/>
                <a:gd name="connsiteX15" fmla="*/ 5531299 w 6858000"/>
                <a:gd name="connsiteY15" fmla="*/ 3713005 h 4034620"/>
                <a:gd name="connsiteX16" fmla="*/ 3952204 w 6858000"/>
                <a:gd name="connsiteY16" fmla="*/ 3713005 h 4034620"/>
                <a:gd name="connsiteX17" fmla="*/ 4378981 w 6858000"/>
                <a:gd name="connsiteY17" fmla="*/ 3029709 h 4034620"/>
                <a:gd name="connsiteX18" fmla="*/ 4357991 w 6858000"/>
                <a:gd name="connsiteY18" fmla="*/ 2858969 h 4034620"/>
                <a:gd name="connsiteX19" fmla="*/ 3553931 w 6858000"/>
                <a:gd name="connsiteY19" fmla="*/ 1878021 h 4034620"/>
                <a:gd name="connsiteX20" fmla="*/ 3429563 w 6858000"/>
                <a:gd name="connsiteY20" fmla="*/ 1819152 h 4034620"/>
                <a:gd name="connsiteX21" fmla="*/ 3305195 w 6858000"/>
                <a:gd name="connsiteY21" fmla="*/ 1878021 h 4034620"/>
                <a:gd name="connsiteX22" fmla="*/ 2480145 w 6858000"/>
                <a:gd name="connsiteY22" fmla="*/ 3029709 h 4034620"/>
                <a:gd name="connsiteX23" fmla="*/ 2625502 w 6858000"/>
                <a:gd name="connsiteY23" fmla="*/ 3121729 h 4034620"/>
                <a:gd name="connsiteX24" fmla="*/ 2906921 w 6858000"/>
                <a:gd name="connsiteY24" fmla="*/ 3713005 h 4034620"/>
                <a:gd name="connsiteX25" fmla="*/ 1326702 w 6858000"/>
                <a:gd name="connsiteY25" fmla="*/ 3713005 h 4034620"/>
                <a:gd name="connsiteX26" fmla="*/ 321629 w 6858000"/>
                <a:gd name="connsiteY26" fmla="*/ 2707932 h 4034620"/>
                <a:gd name="connsiteX27" fmla="*/ 1326702 w 6858000"/>
                <a:gd name="connsiteY27" fmla="*/ 1702860 h 4034620"/>
                <a:gd name="connsiteX28" fmla="*/ 1696538 w 6858000"/>
                <a:gd name="connsiteY28" fmla="*/ 1773007 h 4034620"/>
                <a:gd name="connsiteX29" fmla="*/ 1837006 w 6858000"/>
                <a:gd name="connsiteY29" fmla="*/ 1762091 h 4034620"/>
                <a:gd name="connsiteX30" fmla="*/ 1914989 w 6858000"/>
                <a:gd name="connsiteY30" fmla="*/ 1644715 h 4034620"/>
                <a:gd name="connsiteX31" fmla="*/ 3429000 w 6858000"/>
                <a:gd name="connsiteY31" fmla="*/ 321630 h 4034620"/>
                <a:gd name="connsiteX32" fmla="*/ 4942998 w 6858000"/>
                <a:gd name="connsiteY32" fmla="*/ 1644701 h 4034620"/>
                <a:gd name="connsiteX33" fmla="*/ 5020954 w 6858000"/>
                <a:gd name="connsiteY33" fmla="*/ 1762077 h 4034620"/>
                <a:gd name="connsiteX34" fmla="*/ 5161435 w 6858000"/>
                <a:gd name="connsiteY34" fmla="*/ 1772994 h 4034620"/>
                <a:gd name="connsiteX35" fmla="*/ 5531272 w 6858000"/>
                <a:gd name="connsiteY35" fmla="*/ 1702847 h 4034620"/>
                <a:gd name="connsiteX36" fmla="*/ 6536344 w 6858000"/>
                <a:gd name="connsiteY36" fmla="*/ 2707919 h 4034620"/>
                <a:gd name="connsiteX37" fmla="*/ 5531299 w 6858000"/>
                <a:gd name="connsiteY37" fmla="*/ 3713005 h 4034620"/>
                <a:gd name="connsiteX0" fmla="*/ 5531299 w 6858000"/>
                <a:gd name="connsiteY0" fmla="*/ 1381217 h 4034620"/>
                <a:gd name="connsiteX1" fmla="*/ 5227189 w 6858000"/>
                <a:gd name="connsiteY1" fmla="*/ 1416257 h 4034620"/>
                <a:gd name="connsiteX2" fmla="*/ 3429000 w 6858000"/>
                <a:gd name="connsiteY2" fmla="*/ 0 h 4034620"/>
                <a:gd name="connsiteX3" fmla="*/ 1630824 w 6858000"/>
                <a:gd name="connsiteY3" fmla="*/ 1416244 h 4034620"/>
                <a:gd name="connsiteX4" fmla="*/ 1326702 w 6858000"/>
                <a:gd name="connsiteY4" fmla="*/ 1381204 h 4034620"/>
                <a:gd name="connsiteX5" fmla="*/ 0 w 6858000"/>
                <a:gd name="connsiteY5" fmla="*/ 2707906 h 4034620"/>
                <a:gd name="connsiteX6" fmla="*/ 1326702 w 6858000"/>
                <a:gd name="connsiteY6" fmla="*/ 4034607 h 4034620"/>
                <a:gd name="connsiteX7" fmla="*/ 2906921 w 6858000"/>
                <a:gd name="connsiteY7" fmla="*/ 4034607 h 4034620"/>
                <a:gd name="connsiteX8" fmla="*/ 3952204 w 6858000"/>
                <a:gd name="connsiteY8" fmla="*/ 4034620 h 4034620"/>
                <a:gd name="connsiteX9" fmla="*/ 5531299 w 6858000"/>
                <a:gd name="connsiteY9" fmla="*/ 4034620 h 4034620"/>
                <a:gd name="connsiteX10" fmla="*/ 6858000 w 6858000"/>
                <a:gd name="connsiteY10" fmla="*/ 2707919 h 4034620"/>
                <a:gd name="connsiteX11" fmla="*/ 5531299 w 6858000"/>
                <a:gd name="connsiteY11" fmla="*/ 1381217 h 4034620"/>
                <a:gd name="connsiteX12" fmla="*/ 5531299 w 6858000"/>
                <a:gd name="connsiteY12" fmla="*/ 3713005 h 4034620"/>
                <a:gd name="connsiteX13" fmla="*/ 3952204 w 6858000"/>
                <a:gd name="connsiteY13" fmla="*/ 3713005 h 4034620"/>
                <a:gd name="connsiteX14" fmla="*/ 4378981 w 6858000"/>
                <a:gd name="connsiteY14" fmla="*/ 3029709 h 4034620"/>
                <a:gd name="connsiteX15" fmla="*/ 4357991 w 6858000"/>
                <a:gd name="connsiteY15" fmla="*/ 2858969 h 4034620"/>
                <a:gd name="connsiteX16" fmla="*/ 3553931 w 6858000"/>
                <a:gd name="connsiteY16" fmla="*/ 1878021 h 4034620"/>
                <a:gd name="connsiteX17" fmla="*/ 3429563 w 6858000"/>
                <a:gd name="connsiteY17" fmla="*/ 1819152 h 4034620"/>
                <a:gd name="connsiteX18" fmla="*/ 3305195 w 6858000"/>
                <a:gd name="connsiteY18" fmla="*/ 1878021 h 4034620"/>
                <a:gd name="connsiteX19" fmla="*/ 2480145 w 6858000"/>
                <a:gd name="connsiteY19" fmla="*/ 3029709 h 4034620"/>
                <a:gd name="connsiteX20" fmla="*/ 2625502 w 6858000"/>
                <a:gd name="connsiteY20" fmla="*/ 3121729 h 4034620"/>
                <a:gd name="connsiteX21" fmla="*/ 2906921 w 6858000"/>
                <a:gd name="connsiteY21" fmla="*/ 3713005 h 4034620"/>
                <a:gd name="connsiteX22" fmla="*/ 1326702 w 6858000"/>
                <a:gd name="connsiteY22" fmla="*/ 3713005 h 4034620"/>
                <a:gd name="connsiteX23" fmla="*/ 321629 w 6858000"/>
                <a:gd name="connsiteY23" fmla="*/ 2707932 h 4034620"/>
                <a:gd name="connsiteX24" fmla="*/ 1326702 w 6858000"/>
                <a:gd name="connsiteY24" fmla="*/ 1702860 h 4034620"/>
                <a:gd name="connsiteX25" fmla="*/ 1696538 w 6858000"/>
                <a:gd name="connsiteY25" fmla="*/ 1773007 h 4034620"/>
                <a:gd name="connsiteX26" fmla="*/ 1837006 w 6858000"/>
                <a:gd name="connsiteY26" fmla="*/ 1762091 h 4034620"/>
                <a:gd name="connsiteX27" fmla="*/ 1914989 w 6858000"/>
                <a:gd name="connsiteY27" fmla="*/ 1644715 h 4034620"/>
                <a:gd name="connsiteX28" fmla="*/ 3429000 w 6858000"/>
                <a:gd name="connsiteY28" fmla="*/ 321630 h 4034620"/>
                <a:gd name="connsiteX29" fmla="*/ 4942998 w 6858000"/>
                <a:gd name="connsiteY29" fmla="*/ 1644701 h 4034620"/>
                <a:gd name="connsiteX30" fmla="*/ 5020954 w 6858000"/>
                <a:gd name="connsiteY30" fmla="*/ 1762077 h 4034620"/>
                <a:gd name="connsiteX31" fmla="*/ 5161435 w 6858000"/>
                <a:gd name="connsiteY31" fmla="*/ 1772994 h 4034620"/>
                <a:gd name="connsiteX32" fmla="*/ 5531272 w 6858000"/>
                <a:gd name="connsiteY32" fmla="*/ 1702847 h 4034620"/>
                <a:gd name="connsiteX33" fmla="*/ 6536344 w 6858000"/>
                <a:gd name="connsiteY33" fmla="*/ 2707919 h 4034620"/>
                <a:gd name="connsiteX34" fmla="*/ 5531299 w 6858000"/>
                <a:gd name="connsiteY34" fmla="*/ 3713005 h 4034620"/>
                <a:gd name="connsiteX0" fmla="*/ 5531299 w 6858000"/>
                <a:gd name="connsiteY0" fmla="*/ 1381217 h 4034620"/>
                <a:gd name="connsiteX1" fmla="*/ 5227189 w 6858000"/>
                <a:gd name="connsiteY1" fmla="*/ 1416257 h 4034620"/>
                <a:gd name="connsiteX2" fmla="*/ 3429000 w 6858000"/>
                <a:gd name="connsiteY2" fmla="*/ 0 h 4034620"/>
                <a:gd name="connsiteX3" fmla="*/ 1630824 w 6858000"/>
                <a:gd name="connsiteY3" fmla="*/ 1416244 h 4034620"/>
                <a:gd name="connsiteX4" fmla="*/ 1326702 w 6858000"/>
                <a:gd name="connsiteY4" fmla="*/ 1381204 h 4034620"/>
                <a:gd name="connsiteX5" fmla="*/ 0 w 6858000"/>
                <a:gd name="connsiteY5" fmla="*/ 2707906 h 4034620"/>
                <a:gd name="connsiteX6" fmla="*/ 1326702 w 6858000"/>
                <a:gd name="connsiteY6" fmla="*/ 4034607 h 4034620"/>
                <a:gd name="connsiteX7" fmla="*/ 2906921 w 6858000"/>
                <a:gd name="connsiteY7" fmla="*/ 4034607 h 4034620"/>
                <a:gd name="connsiteX8" fmla="*/ 3952204 w 6858000"/>
                <a:gd name="connsiteY8" fmla="*/ 4034620 h 4034620"/>
                <a:gd name="connsiteX9" fmla="*/ 5531299 w 6858000"/>
                <a:gd name="connsiteY9" fmla="*/ 4034620 h 4034620"/>
                <a:gd name="connsiteX10" fmla="*/ 6858000 w 6858000"/>
                <a:gd name="connsiteY10" fmla="*/ 2707919 h 4034620"/>
                <a:gd name="connsiteX11" fmla="*/ 5531299 w 6858000"/>
                <a:gd name="connsiteY11" fmla="*/ 1381217 h 4034620"/>
                <a:gd name="connsiteX12" fmla="*/ 5531299 w 6858000"/>
                <a:gd name="connsiteY12" fmla="*/ 3713005 h 4034620"/>
                <a:gd name="connsiteX13" fmla="*/ 3952204 w 6858000"/>
                <a:gd name="connsiteY13" fmla="*/ 3713005 h 4034620"/>
                <a:gd name="connsiteX14" fmla="*/ 4378981 w 6858000"/>
                <a:gd name="connsiteY14" fmla="*/ 3029709 h 4034620"/>
                <a:gd name="connsiteX15" fmla="*/ 4357991 w 6858000"/>
                <a:gd name="connsiteY15" fmla="*/ 2858969 h 4034620"/>
                <a:gd name="connsiteX16" fmla="*/ 3553931 w 6858000"/>
                <a:gd name="connsiteY16" fmla="*/ 1878021 h 4034620"/>
                <a:gd name="connsiteX17" fmla="*/ 3429563 w 6858000"/>
                <a:gd name="connsiteY17" fmla="*/ 1819152 h 4034620"/>
                <a:gd name="connsiteX18" fmla="*/ 2480145 w 6858000"/>
                <a:gd name="connsiteY18" fmla="*/ 3029709 h 4034620"/>
                <a:gd name="connsiteX19" fmla="*/ 2625502 w 6858000"/>
                <a:gd name="connsiteY19" fmla="*/ 3121729 h 4034620"/>
                <a:gd name="connsiteX20" fmla="*/ 2906921 w 6858000"/>
                <a:gd name="connsiteY20" fmla="*/ 3713005 h 4034620"/>
                <a:gd name="connsiteX21" fmla="*/ 1326702 w 6858000"/>
                <a:gd name="connsiteY21" fmla="*/ 3713005 h 4034620"/>
                <a:gd name="connsiteX22" fmla="*/ 321629 w 6858000"/>
                <a:gd name="connsiteY22" fmla="*/ 2707932 h 4034620"/>
                <a:gd name="connsiteX23" fmla="*/ 1326702 w 6858000"/>
                <a:gd name="connsiteY23" fmla="*/ 1702860 h 4034620"/>
                <a:gd name="connsiteX24" fmla="*/ 1696538 w 6858000"/>
                <a:gd name="connsiteY24" fmla="*/ 1773007 h 4034620"/>
                <a:gd name="connsiteX25" fmla="*/ 1837006 w 6858000"/>
                <a:gd name="connsiteY25" fmla="*/ 1762091 h 4034620"/>
                <a:gd name="connsiteX26" fmla="*/ 1914989 w 6858000"/>
                <a:gd name="connsiteY26" fmla="*/ 1644715 h 4034620"/>
                <a:gd name="connsiteX27" fmla="*/ 3429000 w 6858000"/>
                <a:gd name="connsiteY27" fmla="*/ 321630 h 4034620"/>
                <a:gd name="connsiteX28" fmla="*/ 4942998 w 6858000"/>
                <a:gd name="connsiteY28" fmla="*/ 1644701 h 4034620"/>
                <a:gd name="connsiteX29" fmla="*/ 5020954 w 6858000"/>
                <a:gd name="connsiteY29" fmla="*/ 1762077 h 4034620"/>
                <a:gd name="connsiteX30" fmla="*/ 5161435 w 6858000"/>
                <a:gd name="connsiteY30" fmla="*/ 1772994 h 4034620"/>
                <a:gd name="connsiteX31" fmla="*/ 5531272 w 6858000"/>
                <a:gd name="connsiteY31" fmla="*/ 1702847 h 4034620"/>
                <a:gd name="connsiteX32" fmla="*/ 6536344 w 6858000"/>
                <a:gd name="connsiteY32" fmla="*/ 2707919 h 4034620"/>
                <a:gd name="connsiteX33" fmla="*/ 5531299 w 6858000"/>
                <a:gd name="connsiteY33" fmla="*/ 3713005 h 4034620"/>
                <a:gd name="connsiteX0" fmla="*/ 5531299 w 6858000"/>
                <a:gd name="connsiteY0" fmla="*/ 1381217 h 4034620"/>
                <a:gd name="connsiteX1" fmla="*/ 5227189 w 6858000"/>
                <a:gd name="connsiteY1" fmla="*/ 1416257 h 4034620"/>
                <a:gd name="connsiteX2" fmla="*/ 3429000 w 6858000"/>
                <a:gd name="connsiteY2" fmla="*/ 0 h 4034620"/>
                <a:gd name="connsiteX3" fmla="*/ 1630824 w 6858000"/>
                <a:gd name="connsiteY3" fmla="*/ 1416244 h 4034620"/>
                <a:gd name="connsiteX4" fmla="*/ 1326702 w 6858000"/>
                <a:gd name="connsiteY4" fmla="*/ 1381204 h 4034620"/>
                <a:gd name="connsiteX5" fmla="*/ 0 w 6858000"/>
                <a:gd name="connsiteY5" fmla="*/ 2707906 h 4034620"/>
                <a:gd name="connsiteX6" fmla="*/ 1326702 w 6858000"/>
                <a:gd name="connsiteY6" fmla="*/ 4034607 h 4034620"/>
                <a:gd name="connsiteX7" fmla="*/ 2906921 w 6858000"/>
                <a:gd name="connsiteY7" fmla="*/ 4034607 h 4034620"/>
                <a:gd name="connsiteX8" fmla="*/ 3952204 w 6858000"/>
                <a:gd name="connsiteY8" fmla="*/ 4034620 h 4034620"/>
                <a:gd name="connsiteX9" fmla="*/ 5531299 w 6858000"/>
                <a:gd name="connsiteY9" fmla="*/ 4034620 h 4034620"/>
                <a:gd name="connsiteX10" fmla="*/ 6858000 w 6858000"/>
                <a:gd name="connsiteY10" fmla="*/ 2707919 h 4034620"/>
                <a:gd name="connsiteX11" fmla="*/ 5531299 w 6858000"/>
                <a:gd name="connsiteY11" fmla="*/ 1381217 h 4034620"/>
                <a:gd name="connsiteX12" fmla="*/ 5531299 w 6858000"/>
                <a:gd name="connsiteY12" fmla="*/ 3713005 h 4034620"/>
                <a:gd name="connsiteX13" fmla="*/ 3952204 w 6858000"/>
                <a:gd name="connsiteY13" fmla="*/ 3713005 h 4034620"/>
                <a:gd name="connsiteX14" fmla="*/ 4378981 w 6858000"/>
                <a:gd name="connsiteY14" fmla="*/ 3029709 h 4034620"/>
                <a:gd name="connsiteX15" fmla="*/ 4357991 w 6858000"/>
                <a:gd name="connsiteY15" fmla="*/ 2858969 h 4034620"/>
                <a:gd name="connsiteX16" fmla="*/ 3553931 w 6858000"/>
                <a:gd name="connsiteY16" fmla="*/ 1878021 h 4034620"/>
                <a:gd name="connsiteX17" fmla="*/ 3429563 w 6858000"/>
                <a:gd name="connsiteY17" fmla="*/ 1819152 h 4034620"/>
                <a:gd name="connsiteX18" fmla="*/ 2625502 w 6858000"/>
                <a:gd name="connsiteY18" fmla="*/ 3121729 h 4034620"/>
                <a:gd name="connsiteX19" fmla="*/ 2906921 w 6858000"/>
                <a:gd name="connsiteY19" fmla="*/ 3713005 h 4034620"/>
                <a:gd name="connsiteX20" fmla="*/ 1326702 w 6858000"/>
                <a:gd name="connsiteY20" fmla="*/ 3713005 h 4034620"/>
                <a:gd name="connsiteX21" fmla="*/ 321629 w 6858000"/>
                <a:gd name="connsiteY21" fmla="*/ 2707932 h 4034620"/>
                <a:gd name="connsiteX22" fmla="*/ 1326702 w 6858000"/>
                <a:gd name="connsiteY22" fmla="*/ 1702860 h 4034620"/>
                <a:gd name="connsiteX23" fmla="*/ 1696538 w 6858000"/>
                <a:gd name="connsiteY23" fmla="*/ 1773007 h 4034620"/>
                <a:gd name="connsiteX24" fmla="*/ 1837006 w 6858000"/>
                <a:gd name="connsiteY24" fmla="*/ 1762091 h 4034620"/>
                <a:gd name="connsiteX25" fmla="*/ 1914989 w 6858000"/>
                <a:gd name="connsiteY25" fmla="*/ 1644715 h 4034620"/>
                <a:gd name="connsiteX26" fmla="*/ 3429000 w 6858000"/>
                <a:gd name="connsiteY26" fmla="*/ 321630 h 4034620"/>
                <a:gd name="connsiteX27" fmla="*/ 4942998 w 6858000"/>
                <a:gd name="connsiteY27" fmla="*/ 1644701 h 4034620"/>
                <a:gd name="connsiteX28" fmla="*/ 5020954 w 6858000"/>
                <a:gd name="connsiteY28" fmla="*/ 1762077 h 4034620"/>
                <a:gd name="connsiteX29" fmla="*/ 5161435 w 6858000"/>
                <a:gd name="connsiteY29" fmla="*/ 1772994 h 4034620"/>
                <a:gd name="connsiteX30" fmla="*/ 5531272 w 6858000"/>
                <a:gd name="connsiteY30" fmla="*/ 1702847 h 4034620"/>
                <a:gd name="connsiteX31" fmla="*/ 6536344 w 6858000"/>
                <a:gd name="connsiteY31" fmla="*/ 2707919 h 4034620"/>
                <a:gd name="connsiteX32" fmla="*/ 5531299 w 6858000"/>
                <a:gd name="connsiteY32" fmla="*/ 3713005 h 4034620"/>
                <a:gd name="connsiteX0" fmla="*/ 5531299 w 6858000"/>
                <a:gd name="connsiteY0" fmla="*/ 1381217 h 4034620"/>
                <a:gd name="connsiteX1" fmla="*/ 5227189 w 6858000"/>
                <a:gd name="connsiteY1" fmla="*/ 1416257 h 4034620"/>
                <a:gd name="connsiteX2" fmla="*/ 3429000 w 6858000"/>
                <a:gd name="connsiteY2" fmla="*/ 0 h 4034620"/>
                <a:gd name="connsiteX3" fmla="*/ 1630824 w 6858000"/>
                <a:gd name="connsiteY3" fmla="*/ 1416244 h 4034620"/>
                <a:gd name="connsiteX4" fmla="*/ 1326702 w 6858000"/>
                <a:gd name="connsiteY4" fmla="*/ 1381204 h 4034620"/>
                <a:gd name="connsiteX5" fmla="*/ 0 w 6858000"/>
                <a:gd name="connsiteY5" fmla="*/ 2707906 h 4034620"/>
                <a:gd name="connsiteX6" fmla="*/ 1326702 w 6858000"/>
                <a:gd name="connsiteY6" fmla="*/ 4034607 h 4034620"/>
                <a:gd name="connsiteX7" fmla="*/ 2906921 w 6858000"/>
                <a:gd name="connsiteY7" fmla="*/ 4034607 h 4034620"/>
                <a:gd name="connsiteX8" fmla="*/ 3952204 w 6858000"/>
                <a:gd name="connsiteY8" fmla="*/ 4034620 h 4034620"/>
                <a:gd name="connsiteX9" fmla="*/ 5531299 w 6858000"/>
                <a:gd name="connsiteY9" fmla="*/ 4034620 h 4034620"/>
                <a:gd name="connsiteX10" fmla="*/ 6858000 w 6858000"/>
                <a:gd name="connsiteY10" fmla="*/ 2707919 h 4034620"/>
                <a:gd name="connsiteX11" fmla="*/ 5531299 w 6858000"/>
                <a:gd name="connsiteY11" fmla="*/ 1381217 h 4034620"/>
                <a:gd name="connsiteX12" fmla="*/ 5531299 w 6858000"/>
                <a:gd name="connsiteY12" fmla="*/ 3713005 h 4034620"/>
                <a:gd name="connsiteX13" fmla="*/ 3952204 w 6858000"/>
                <a:gd name="connsiteY13" fmla="*/ 3713005 h 4034620"/>
                <a:gd name="connsiteX14" fmla="*/ 4378981 w 6858000"/>
                <a:gd name="connsiteY14" fmla="*/ 3029709 h 4034620"/>
                <a:gd name="connsiteX15" fmla="*/ 3553931 w 6858000"/>
                <a:gd name="connsiteY15" fmla="*/ 1878021 h 4034620"/>
                <a:gd name="connsiteX16" fmla="*/ 3429563 w 6858000"/>
                <a:gd name="connsiteY16" fmla="*/ 1819152 h 4034620"/>
                <a:gd name="connsiteX17" fmla="*/ 2625502 w 6858000"/>
                <a:gd name="connsiteY17" fmla="*/ 3121729 h 4034620"/>
                <a:gd name="connsiteX18" fmla="*/ 2906921 w 6858000"/>
                <a:gd name="connsiteY18" fmla="*/ 3713005 h 4034620"/>
                <a:gd name="connsiteX19" fmla="*/ 1326702 w 6858000"/>
                <a:gd name="connsiteY19" fmla="*/ 3713005 h 4034620"/>
                <a:gd name="connsiteX20" fmla="*/ 321629 w 6858000"/>
                <a:gd name="connsiteY20" fmla="*/ 2707932 h 4034620"/>
                <a:gd name="connsiteX21" fmla="*/ 1326702 w 6858000"/>
                <a:gd name="connsiteY21" fmla="*/ 1702860 h 4034620"/>
                <a:gd name="connsiteX22" fmla="*/ 1696538 w 6858000"/>
                <a:gd name="connsiteY22" fmla="*/ 1773007 h 4034620"/>
                <a:gd name="connsiteX23" fmla="*/ 1837006 w 6858000"/>
                <a:gd name="connsiteY23" fmla="*/ 1762091 h 4034620"/>
                <a:gd name="connsiteX24" fmla="*/ 1914989 w 6858000"/>
                <a:gd name="connsiteY24" fmla="*/ 1644715 h 4034620"/>
                <a:gd name="connsiteX25" fmla="*/ 3429000 w 6858000"/>
                <a:gd name="connsiteY25" fmla="*/ 321630 h 4034620"/>
                <a:gd name="connsiteX26" fmla="*/ 4942998 w 6858000"/>
                <a:gd name="connsiteY26" fmla="*/ 1644701 h 4034620"/>
                <a:gd name="connsiteX27" fmla="*/ 5020954 w 6858000"/>
                <a:gd name="connsiteY27" fmla="*/ 1762077 h 4034620"/>
                <a:gd name="connsiteX28" fmla="*/ 5161435 w 6858000"/>
                <a:gd name="connsiteY28" fmla="*/ 1772994 h 4034620"/>
                <a:gd name="connsiteX29" fmla="*/ 5531272 w 6858000"/>
                <a:gd name="connsiteY29" fmla="*/ 1702847 h 4034620"/>
                <a:gd name="connsiteX30" fmla="*/ 6536344 w 6858000"/>
                <a:gd name="connsiteY30" fmla="*/ 2707919 h 4034620"/>
                <a:gd name="connsiteX31" fmla="*/ 5531299 w 6858000"/>
                <a:gd name="connsiteY31" fmla="*/ 3713005 h 4034620"/>
                <a:gd name="connsiteX0" fmla="*/ 5531299 w 6858000"/>
                <a:gd name="connsiteY0" fmla="*/ 1381217 h 4034620"/>
                <a:gd name="connsiteX1" fmla="*/ 5227189 w 6858000"/>
                <a:gd name="connsiteY1" fmla="*/ 1416257 h 4034620"/>
                <a:gd name="connsiteX2" fmla="*/ 3429000 w 6858000"/>
                <a:gd name="connsiteY2" fmla="*/ 0 h 4034620"/>
                <a:gd name="connsiteX3" fmla="*/ 1630824 w 6858000"/>
                <a:gd name="connsiteY3" fmla="*/ 1416244 h 4034620"/>
                <a:gd name="connsiteX4" fmla="*/ 1326702 w 6858000"/>
                <a:gd name="connsiteY4" fmla="*/ 1381204 h 4034620"/>
                <a:gd name="connsiteX5" fmla="*/ 0 w 6858000"/>
                <a:gd name="connsiteY5" fmla="*/ 2707906 h 4034620"/>
                <a:gd name="connsiteX6" fmla="*/ 1326702 w 6858000"/>
                <a:gd name="connsiteY6" fmla="*/ 4034607 h 4034620"/>
                <a:gd name="connsiteX7" fmla="*/ 2906921 w 6858000"/>
                <a:gd name="connsiteY7" fmla="*/ 4034607 h 4034620"/>
                <a:gd name="connsiteX8" fmla="*/ 3952204 w 6858000"/>
                <a:gd name="connsiteY8" fmla="*/ 4034620 h 4034620"/>
                <a:gd name="connsiteX9" fmla="*/ 5531299 w 6858000"/>
                <a:gd name="connsiteY9" fmla="*/ 4034620 h 4034620"/>
                <a:gd name="connsiteX10" fmla="*/ 6858000 w 6858000"/>
                <a:gd name="connsiteY10" fmla="*/ 2707919 h 4034620"/>
                <a:gd name="connsiteX11" fmla="*/ 5531299 w 6858000"/>
                <a:gd name="connsiteY11" fmla="*/ 1381217 h 4034620"/>
                <a:gd name="connsiteX12" fmla="*/ 5531299 w 6858000"/>
                <a:gd name="connsiteY12" fmla="*/ 3713005 h 4034620"/>
                <a:gd name="connsiteX13" fmla="*/ 3952204 w 6858000"/>
                <a:gd name="connsiteY13" fmla="*/ 3713005 h 4034620"/>
                <a:gd name="connsiteX14" fmla="*/ 4378981 w 6858000"/>
                <a:gd name="connsiteY14" fmla="*/ 3029709 h 4034620"/>
                <a:gd name="connsiteX15" fmla="*/ 3553931 w 6858000"/>
                <a:gd name="connsiteY15" fmla="*/ 1878021 h 4034620"/>
                <a:gd name="connsiteX16" fmla="*/ 2625502 w 6858000"/>
                <a:gd name="connsiteY16" fmla="*/ 3121729 h 4034620"/>
                <a:gd name="connsiteX17" fmla="*/ 2906921 w 6858000"/>
                <a:gd name="connsiteY17" fmla="*/ 3713005 h 4034620"/>
                <a:gd name="connsiteX18" fmla="*/ 1326702 w 6858000"/>
                <a:gd name="connsiteY18" fmla="*/ 3713005 h 4034620"/>
                <a:gd name="connsiteX19" fmla="*/ 321629 w 6858000"/>
                <a:gd name="connsiteY19" fmla="*/ 2707932 h 4034620"/>
                <a:gd name="connsiteX20" fmla="*/ 1326702 w 6858000"/>
                <a:gd name="connsiteY20" fmla="*/ 1702860 h 4034620"/>
                <a:gd name="connsiteX21" fmla="*/ 1696538 w 6858000"/>
                <a:gd name="connsiteY21" fmla="*/ 1773007 h 4034620"/>
                <a:gd name="connsiteX22" fmla="*/ 1837006 w 6858000"/>
                <a:gd name="connsiteY22" fmla="*/ 1762091 h 4034620"/>
                <a:gd name="connsiteX23" fmla="*/ 1914989 w 6858000"/>
                <a:gd name="connsiteY23" fmla="*/ 1644715 h 4034620"/>
                <a:gd name="connsiteX24" fmla="*/ 3429000 w 6858000"/>
                <a:gd name="connsiteY24" fmla="*/ 321630 h 4034620"/>
                <a:gd name="connsiteX25" fmla="*/ 4942998 w 6858000"/>
                <a:gd name="connsiteY25" fmla="*/ 1644701 h 4034620"/>
                <a:gd name="connsiteX26" fmla="*/ 5020954 w 6858000"/>
                <a:gd name="connsiteY26" fmla="*/ 1762077 h 4034620"/>
                <a:gd name="connsiteX27" fmla="*/ 5161435 w 6858000"/>
                <a:gd name="connsiteY27" fmla="*/ 1772994 h 4034620"/>
                <a:gd name="connsiteX28" fmla="*/ 5531272 w 6858000"/>
                <a:gd name="connsiteY28" fmla="*/ 1702847 h 4034620"/>
                <a:gd name="connsiteX29" fmla="*/ 6536344 w 6858000"/>
                <a:gd name="connsiteY29" fmla="*/ 2707919 h 4034620"/>
                <a:gd name="connsiteX30" fmla="*/ 5531299 w 6858000"/>
                <a:gd name="connsiteY30" fmla="*/ 3713005 h 4034620"/>
                <a:gd name="connsiteX0" fmla="*/ 5531299 w 6858000"/>
                <a:gd name="connsiteY0" fmla="*/ 1381217 h 4034620"/>
                <a:gd name="connsiteX1" fmla="*/ 5227189 w 6858000"/>
                <a:gd name="connsiteY1" fmla="*/ 1416257 h 4034620"/>
                <a:gd name="connsiteX2" fmla="*/ 3429000 w 6858000"/>
                <a:gd name="connsiteY2" fmla="*/ 0 h 4034620"/>
                <a:gd name="connsiteX3" fmla="*/ 1630824 w 6858000"/>
                <a:gd name="connsiteY3" fmla="*/ 1416244 h 4034620"/>
                <a:gd name="connsiteX4" fmla="*/ 1326702 w 6858000"/>
                <a:gd name="connsiteY4" fmla="*/ 1381204 h 4034620"/>
                <a:gd name="connsiteX5" fmla="*/ 0 w 6858000"/>
                <a:gd name="connsiteY5" fmla="*/ 2707906 h 4034620"/>
                <a:gd name="connsiteX6" fmla="*/ 1326702 w 6858000"/>
                <a:gd name="connsiteY6" fmla="*/ 4034607 h 4034620"/>
                <a:gd name="connsiteX7" fmla="*/ 2906921 w 6858000"/>
                <a:gd name="connsiteY7" fmla="*/ 4034607 h 4034620"/>
                <a:gd name="connsiteX8" fmla="*/ 3952204 w 6858000"/>
                <a:gd name="connsiteY8" fmla="*/ 4034620 h 4034620"/>
                <a:gd name="connsiteX9" fmla="*/ 5531299 w 6858000"/>
                <a:gd name="connsiteY9" fmla="*/ 4034620 h 4034620"/>
                <a:gd name="connsiteX10" fmla="*/ 6858000 w 6858000"/>
                <a:gd name="connsiteY10" fmla="*/ 2707919 h 4034620"/>
                <a:gd name="connsiteX11" fmla="*/ 5531299 w 6858000"/>
                <a:gd name="connsiteY11" fmla="*/ 1381217 h 4034620"/>
                <a:gd name="connsiteX12" fmla="*/ 5531299 w 6858000"/>
                <a:gd name="connsiteY12" fmla="*/ 3713005 h 4034620"/>
                <a:gd name="connsiteX13" fmla="*/ 3952204 w 6858000"/>
                <a:gd name="connsiteY13" fmla="*/ 3713005 h 4034620"/>
                <a:gd name="connsiteX14" fmla="*/ 4378981 w 6858000"/>
                <a:gd name="connsiteY14" fmla="*/ 3029709 h 4034620"/>
                <a:gd name="connsiteX15" fmla="*/ 2625502 w 6858000"/>
                <a:gd name="connsiteY15" fmla="*/ 3121729 h 4034620"/>
                <a:gd name="connsiteX16" fmla="*/ 2906921 w 6858000"/>
                <a:gd name="connsiteY16" fmla="*/ 3713005 h 4034620"/>
                <a:gd name="connsiteX17" fmla="*/ 1326702 w 6858000"/>
                <a:gd name="connsiteY17" fmla="*/ 3713005 h 4034620"/>
                <a:gd name="connsiteX18" fmla="*/ 321629 w 6858000"/>
                <a:gd name="connsiteY18" fmla="*/ 2707932 h 4034620"/>
                <a:gd name="connsiteX19" fmla="*/ 1326702 w 6858000"/>
                <a:gd name="connsiteY19" fmla="*/ 1702860 h 4034620"/>
                <a:gd name="connsiteX20" fmla="*/ 1696538 w 6858000"/>
                <a:gd name="connsiteY20" fmla="*/ 1773007 h 4034620"/>
                <a:gd name="connsiteX21" fmla="*/ 1837006 w 6858000"/>
                <a:gd name="connsiteY21" fmla="*/ 1762091 h 4034620"/>
                <a:gd name="connsiteX22" fmla="*/ 1914989 w 6858000"/>
                <a:gd name="connsiteY22" fmla="*/ 1644715 h 4034620"/>
                <a:gd name="connsiteX23" fmla="*/ 3429000 w 6858000"/>
                <a:gd name="connsiteY23" fmla="*/ 321630 h 4034620"/>
                <a:gd name="connsiteX24" fmla="*/ 4942998 w 6858000"/>
                <a:gd name="connsiteY24" fmla="*/ 1644701 h 4034620"/>
                <a:gd name="connsiteX25" fmla="*/ 5020954 w 6858000"/>
                <a:gd name="connsiteY25" fmla="*/ 1762077 h 4034620"/>
                <a:gd name="connsiteX26" fmla="*/ 5161435 w 6858000"/>
                <a:gd name="connsiteY26" fmla="*/ 1772994 h 4034620"/>
                <a:gd name="connsiteX27" fmla="*/ 5531272 w 6858000"/>
                <a:gd name="connsiteY27" fmla="*/ 1702847 h 4034620"/>
                <a:gd name="connsiteX28" fmla="*/ 6536344 w 6858000"/>
                <a:gd name="connsiteY28" fmla="*/ 2707919 h 4034620"/>
                <a:gd name="connsiteX29" fmla="*/ 5531299 w 6858000"/>
                <a:gd name="connsiteY29" fmla="*/ 3713005 h 4034620"/>
                <a:gd name="connsiteX0" fmla="*/ 5531299 w 6858000"/>
                <a:gd name="connsiteY0" fmla="*/ 1381217 h 4034620"/>
                <a:gd name="connsiteX1" fmla="*/ 5227189 w 6858000"/>
                <a:gd name="connsiteY1" fmla="*/ 1416257 h 4034620"/>
                <a:gd name="connsiteX2" fmla="*/ 3429000 w 6858000"/>
                <a:gd name="connsiteY2" fmla="*/ 0 h 4034620"/>
                <a:gd name="connsiteX3" fmla="*/ 1630824 w 6858000"/>
                <a:gd name="connsiteY3" fmla="*/ 1416244 h 4034620"/>
                <a:gd name="connsiteX4" fmla="*/ 1326702 w 6858000"/>
                <a:gd name="connsiteY4" fmla="*/ 1381204 h 4034620"/>
                <a:gd name="connsiteX5" fmla="*/ 0 w 6858000"/>
                <a:gd name="connsiteY5" fmla="*/ 2707906 h 4034620"/>
                <a:gd name="connsiteX6" fmla="*/ 1326702 w 6858000"/>
                <a:gd name="connsiteY6" fmla="*/ 4034607 h 4034620"/>
                <a:gd name="connsiteX7" fmla="*/ 2906921 w 6858000"/>
                <a:gd name="connsiteY7" fmla="*/ 4034607 h 4034620"/>
                <a:gd name="connsiteX8" fmla="*/ 3952204 w 6858000"/>
                <a:gd name="connsiteY8" fmla="*/ 4034620 h 4034620"/>
                <a:gd name="connsiteX9" fmla="*/ 5531299 w 6858000"/>
                <a:gd name="connsiteY9" fmla="*/ 4034620 h 4034620"/>
                <a:gd name="connsiteX10" fmla="*/ 6858000 w 6858000"/>
                <a:gd name="connsiteY10" fmla="*/ 2707919 h 4034620"/>
                <a:gd name="connsiteX11" fmla="*/ 5531299 w 6858000"/>
                <a:gd name="connsiteY11" fmla="*/ 1381217 h 4034620"/>
                <a:gd name="connsiteX12" fmla="*/ 5531299 w 6858000"/>
                <a:gd name="connsiteY12" fmla="*/ 3713005 h 4034620"/>
                <a:gd name="connsiteX13" fmla="*/ 3952204 w 6858000"/>
                <a:gd name="connsiteY13" fmla="*/ 3713005 h 4034620"/>
                <a:gd name="connsiteX14" fmla="*/ 2625502 w 6858000"/>
                <a:gd name="connsiteY14" fmla="*/ 3121729 h 4034620"/>
                <a:gd name="connsiteX15" fmla="*/ 2906921 w 6858000"/>
                <a:gd name="connsiteY15" fmla="*/ 3713005 h 4034620"/>
                <a:gd name="connsiteX16" fmla="*/ 1326702 w 6858000"/>
                <a:gd name="connsiteY16" fmla="*/ 3713005 h 4034620"/>
                <a:gd name="connsiteX17" fmla="*/ 321629 w 6858000"/>
                <a:gd name="connsiteY17" fmla="*/ 2707932 h 4034620"/>
                <a:gd name="connsiteX18" fmla="*/ 1326702 w 6858000"/>
                <a:gd name="connsiteY18" fmla="*/ 1702860 h 4034620"/>
                <a:gd name="connsiteX19" fmla="*/ 1696538 w 6858000"/>
                <a:gd name="connsiteY19" fmla="*/ 1773007 h 4034620"/>
                <a:gd name="connsiteX20" fmla="*/ 1837006 w 6858000"/>
                <a:gd name="connsiteY20" fmla="*/ 1762091 h 4034620"/>
                <a:gd name="connsiteX21" fmla="*/ 1914989 w 6858000"/>
                <a:gd name="connsiteY21" fmla="*/ 1644715 h 4034620"/>
                <a:gd name="connsiteX22" fmla="*/ 3429000 w 6858000"/>
                <a:gd name="connsiteY22" fmla="*/ 321630 h 4034620"/>
                <a:gd name="connsiteX23" fmla="*/ 4942998 w 6858000"/>
                <a:gd name="connsiteY23" fmla="*/ 1644701 h 4034620"/>
                <a:gd name="connsiteX24" fmla="*/ 5020954 w 6858000"/>
                <a:gd name="connsiteY24" fmla="*/ 1762077 h 4034620"/>
                <a:gd name="connsiteX25" fmla="*/ 5161435 w 6858000"/>
                <a:gd name="connsiteY25" fmla="*/ 1772994 h 4034620"/>
                <a:gd name="connsiteX26" fmla="*/ 5531272 w 6858000"/>
                <a:gd name="connsiteY26" fmla="*/ 1702847 h 4034620"/>
                <a:gd name="connsiteX27" fmla="*/ 6536344 w 6858000"/>
                <a:gd name="connsiteY27" fmla="*/ 2707919 h 4034620"/>
                <a:gd name="connsiteX28" fmla="*/ 5531299 w 6858000"/>
                <a:gd name="connsiteY28" fmla="*/ 3713005 h 4034620"/>
                <a:gd name="connsiteX0" fmla="*/ 5531299 w 6858000"/>
                <a:gd name="connsiteY0" fmla="*/ 1381217 h 4034620"/>
                <a:gd name="connsiteX1" fmla="*/ 5227189 w 6858000"/>
                <a:gd name="connsiteY1" fmla="*/ 1416257 h 4034620"/>
                <a:gd name="connsiteX2" fmla="*/ 3429000 w 6858000"/>
                <a:gd name="connsiteY2" fmla="*/ 0 h 4034620"/>
                <a:gd name="connsiteX3" fmla="*/ 1630824 w 6858000"/>
                <a:gd name="connsiteY3" fmla="*/ 1416244 h 4034620"/>
                <a:gd name="connsiteX4" fmla="*/ 1326702 w 6858000"/>
                <a:gd name="connsiteY4" fmla="*/ 1381204 h 4034620"/>
                <a:gd name="connsiteX5" fmla="*/ 0 w 6858000"/>
                <a:gd name="connsiteY5" fmla="*/ 2707906 h 4034620"/>
                <a:gd name="connsiteX6" fmla="*/ 1326702 w 6858000"/>
                <a:gd name="connsiteY6" fmla="*/ 4034607 h 4034620"/>
                <a:gd name="connsiteX7" fmla="*/ 2906921 w 6858000"/>
                <a:gd name="connsiteY7" fmla="*/ 4034607 h 4034620"/>
                <a:gd name="connsiteX8" fmla="*/ 3952204 w 6858000"/>
                <a:gd name="connsiteY8" fmla="*/ 4034620 h 4034620"/>
                <a:gd name="connsiteX9" fmla="*/ 5531299 w 6858000"/>
                <a:gd name="connsiteY9" fmla="*/ 4034620 h 4034620"/>
                <a:gd name="connsiteX10" fmla="*/ 6858000 w 6858000"/>
                <a:gd name="connsiteY10" fmla="*/ 2707919 h 4034620"/>
                <a:gd name="connsiteX11" fmla="*/ 5531299 w 6858000"/>
                <a:gd name="connsiteY11" fmla="*/ 1381217 h 4034620"/>
                <a:gd name="connsiteX12" fmla="*/ 5531299 w 6858000"/>
                <a:gd name="connsiteY12" fmla="*/ 3713005 h 4034620"/>
                <a:gd name="connsiteX13" fmla="*/ 3952204 w 6858000"/>
                <a:gd name="connsiteY13" fmla="*/ 3713005 h 4034620"/>
                <a:gd name="connsiteX14" fmla="*/ 2906921 w 6858000"/>
                <a:gd name="connsiteY14" fmla="*/ 3713005 h 4034620"/>
                <a:gd name="connsiteX15" fmla="*/ 1326702 w 6858000"/>
                <a:gd name="connsiteY15" fmla="*/ 3713005 h 4034620"/>
                <a:gd name="connsiteX16" fmla="*/ 321629 w 6858000"/>
                <a:gd name="connsiteY16" fmla="*/ 2707932 h 4034620"/>
                <a:gd name="connsiteX17" fmla="*/ 1326702 w 6858000"/>
                <a:gd name="connsiteY17" fmla="*/ 1702860 h 4034620"/>
                <a:gd name="connsiteX18" fmla="*/ 1696538 w 6858000"/>
                <a:gd name="connsiteY18" fmla="*/ 1773007 h 4034620"/>
                <a:gd name="connsiteX19" fmla="*/ 1837006 w 6858000"/>
                <a:gd name="connsiteY19" fmla="*/ 1762091 h 4034620"/>
                <a:gd name="connsiteX20" fmla="*/ 1914989 w 6858000"/>
                <a:gd name="connsiteY20" fmla="*/ 1644715 h 4034620"/>
                <a:gd name="connsiteX21" fmla="*/ 3429000 w 6858000"/>
                <a:gd name="connsiteY21" fmla="*/ 321630 h 4034620"/>
                <a:gd name="connsiteX22" fmla="*/ 4942998 w 6858000"/>
                <a:gd name="connsiteY22" fmla="*/ 1644701 h 4034620"/>
                <a:gd name="connsiteX23" fmla="*/ 5020954 w 6858000"/>
                <a:gd name="connsiteY23" fmla="*/ 1762077 h 4034620"/>
                <a:gd name="connsiteX24" fmla="*/ 5161435 w 6858000"/>
                <a:gd name="connsiteY24" fmla="*/ 1772994 h 4034620"/>
                <a:gd name="connsiteX25" fmla="*/ 5531272 w 6858000"/>
                <a:gd name="connsiteY25" fmla="*/ 1702847 h 4034620"/>
                <a:gd name="connsiteX26" fmla="*/ 6536344 w 6858000"/>
                <a:gd name="connsiteY26" fmla="*/ 2707919 h 4034620"/>
                <a:gd name="connsiteX27" fmla="*/ 5531299 w 6858000"/>
                <a:gd name="connsiteY27" fmla="*/ 3713005 h 40346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6858000" h="4034620">
                  <a:moveTo>
                    <a:pt x="5531299" y="1381217"/>
                  </a:moveTo>
                  <a:cubicBezTo>
                    <a:pt x="5428094" y="1381217"/>
                    <a:pt x="5326362" y="1392951"/>
                    <a:pt x="5227189" y="1416257"/>
                  </a:cubicBezTo>
                  <a:cubicBezTo>
                    <a:pt x="5030370" y="596874"/>
                    <a:pt x="4288152" y="0"/>
                    <a:pt x="3429000" y="0"/>
                  </a:cubicBezTo>
                  <a:cubicBezTo>
                    <a:pt x="2569848" y="0"/>
                    <a:pt x="1827644" y="596874"/>
                    <a:pt x="1630824" y="1416244"/>
                  </a:cubicBezTo>
                  <a:cubicBezTo>
                    <a:pt x="1531638" y="1392964"/>
                    <a:pt x="1429906" y="1381204"/>
                    <a:pt x="1326702" y="1381204"/>
                  </a:cubicBezTo>
                  <a:cubicBezTo>
                    <a:pt x="595173" y="1381204"/>
                    <a:pt x="0" y="1976377"/>
                    <a:pt x="0" y="2707906"/>
                  </a:cubicBezTo>
                  <a:cubicBezTo>
                    <a:pt x="0" y="3439435"/>
                    <a:pt x="595173" y="4034607"/>
                    <a:pt x="1326702" y="4034607"/>
                  </a:cubicBezTo>
                  <a:lnTo>
                    <a:pt x="2906921" y="4034607"/>
                  </a:lnTo>
                  <a:lnTo>
                    <a:pt x="3952204" y="4034620"/>
                  </a:lnTo>
                  <a:lnTo>
                    <a:pt x="5531299" y="4034620"/>
                  </a:lnTo>
                  <a:cubicBezTo>
                    <a:pt x="6262828" y="4034620"/>
                    <a:pt x="6858000" y="3439448"/>
                    <a:pt x="6858000" y="2707919"/>
                  </a:cubicBezTo>
                  <a:cubicBezTo>
                    <a:pt x="6858000" y="1976390"/>
                    <a:pt x="6262828" y="1381217"/>
                    <a:pt x="5531299" y="1381217"/>
                  </a:cubicBezTo>
                  <a:close/>
                  <a:moveTo>
                    <a:pt x="5531299" y="3713005"/>
                  </a:moveTo>
                  <a:lnTo>
                    <a:pt x="3952204" y="3713005"/>
                  </a:lnTo>
                  <a:lnTo>
                    <a:pt x="2906921" y="3713005"/>
                  </a:lnTo>
                  <a:lnTo>
                    <a:pt x="1326702" y="3713005"/>
                  </a:lnTo>
                  <a:cubicBezTo>
                    <a:pt x="772489" y="3713005"/>
                    <a:pt x="321629" y="3262131"/>
                    <a:pt x="321629" y="2707932"/>
                  </a:cubicBezTo>
                  <a:cubicBezTo>
                    <a:pt x="321629" y="2153734"/>
                    <a:pt x="772503" y="1702860"/>
                    <a:pt x="1326702" y="1702860"/>
                  </a:cubicBezTo>
                  <a:cubicBezTo>
                    <a:pt x="1454204" y="1702860"/>
                    <a:pt x="1578626" y="1726461"/>
                    <a:pt x="1696538" y="1773007"/>
                  </a:cubicBezTo>
                  <a:cubicBezTo>
                    <a:pt x="1742508" y="1791130"/>
                    <a:pt x="1794345" y="1787139"/>
                    <a:pt x="1837006" y="1762091"/>
                  </a:cubicBezTo>
                  <a:cubicBezTo>
                    <a:pt x="1879668" y="1737030"/>
                    <a:pt x="1908426" y="1693752"/>
                    <a:pt x="1914989" y="1644715"/>
                  </a:cubicBezTo>
                  <a:cubicBezTo>
                    <a:pt x="2015770" y="890428"/>
                    <a:pt x="2666637" y="321630"/>
                    <a:pt x="3429000" y="321630"/>
                  </a:cubicBezTo>
                  <a:cubicBezTo>
                    <a:pt x="4191363" y="321630"/>
                    <a:pt x="4842257" y="890428"/>
                    <a:pt x="4942998" y="1644701"/>
                  </a:cubicBezTo>
                  <a:cubicBezTo>
                    <a:pt x="4949547" y="1693738"/>
                    <a:pt x="4978292" y="1737030"/>
                    <a:pt x="5020954" y="1762077"/>
                  </a:cubicBezTo>
                  <a:cubicBezTo>
                    <a:pt x="5063628" y="1787125"/>
                    <a:pt x="5115452" y="1791117"/>
                    <a:pt x="5161435" y="1772994"/>
                  </a:cubicBezTo>
                  <a:cubicBezTo>
                    <a:pt x="5279348" y="1726435"/>
                    <a:pt x="5403769" y="1702847"/>
                    <a:pt x="5531272" y="1702847"/>
                  </a:cubicBezTo>
                  <a:cubicBezTo>
                    <a:pt x="6085484" y="1702847"/>
                    <a:pt x="6536344" y="2153720"/>
                    <a:pt x="6536344" y="2707919"/>
                  </a:cubicBezTo>
                  <a:cubicBezTo>
                    <a:pt x="6536344" y="3262118"/>
                    <a:pt x="6085511" y="3713005"/>
                    <a:pt x="5531299" y="3713005"/>
                  </a:cubicBezTo>
                  <a:close/>
                </a:path>
              </a:pathLst>
            </a:custGeom>
            <a:solidFill>
              <a:srgbClr val="231F20"/>
            </a:solidFill>
            <a:ln w="1339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grpSp>
        <p:nvGrpSpPr>
          <p:cNvPr id="7208" name="Group 7207">
            <a:extLst>
              <a:ext uri="{FF2B5EF4-FFF2-40B4-BE49-F238E27FC236}">
                <a16:creationId xmlns:a16="http://schemas.microsoft.com/office/drawing/2014/main" id="{784CB1DC-7FB2-A266-1C6E-2BB6F44F658D}"/>
              </a:ext>
            </a:extLst>
          </p:cNvPr>
          <p:cNvGrpSpPr/>
          <p:nvPr/>
        </p:nvGrpSpPr>
        <p:grpSpPr>
          <a:xfrm>
            <a:off x="1480762" y="4185541"/>
            <a:ext cx="2826415" cy="420411"/>
            <a:chOff x="6543873" y="2470403"/>
            <a:chExt cx="2826415" cy="420411"/>
          </a:xfrm>
        </p:grpSpPr>
        <p:cxnSp>
          <p:nvCxnSpPr>
            <p:cNvPr id="7209" name="Straight Arrow Connector 7208">
              <a:extLst>
                <a:ext uri="{FF2B5EF4-FFF2-40B4-BE49-F238E27FC236}">
                  <a16:creationId xmlns:a16="http://schemas.microsoft.com/office/drawing/2014/main" id="{0D608B61-553A-FB2A-5614-497EC16C0B5F}"/>
                </a:ext>
              </a:extLst>
            </p:cNvPr>
            <p:cNvCxnSpPr/>
            <p:nvPr/>
          </p:nvCxnSpPr>
          <p:spPr>
            <a:xfrm>
              <a:off x="6972922" y="2890814"/>
              <a:ext cx="1797978" cy="0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210" name="TextBox 7209">
              <a:extLst>
                <a:ext uri="{FF2B5EF4-FFF2-40B4-BE49-F238E27FC236}">
                  <a16:creationId xmlns:a16="http://schemas.microsoft.com/office/drawing/2014/main" id="{E6FE8A2D-1357-F646-AE0D-D1E82EBECC77}"/>
                </a:ext>
              </a:extLst>
            </p:cNvPr>
            <p:cNvSpPr txBox="1"/>
            <p:nvPr/>
          </p:nvSpPr>
          <p:spPr>
            <a:xfrm>
              <a:off x="6543873" y="2470403"/>
              <a:ext cx="28264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b="1" i="1" dirty="0">
                  <a:latin typeface="Arial" panose="020B0604020202020204" pitchFamily="34" charset="0"/>
                  <a:cs typeface="Arial" panose="020B0604020202020204" pitchFamily="34" charset="0"/>
                </a:rPr>
                <a:t>“1 optimization please!”</a:t>
              </a:r>
            </a:p>
          </p:txBody>
        </p:sp>
      </p:grpSp>
      <p:grpSp>
        <p:nvGrpSpPr>
          <p:cNvPr id="7218" name="Graphic 7216">
            <a:extLst>
              <a:ext uri="{FF2B5EF4-FFF2-40B4-BE49-F238E27FC236}">
                <a16:creationId xmlns:a16="http://schemas.microsoft.com/office/drawing/2014/main" id="{0DA2B099-7EB1-E913-430F-C99460597253}"/>
              </a:ext>
            </a:extLst>
          </p:cNvPr>
          <p:cNvGrpSpPr>
            <a:grpSpLocks noChangeAspect="1"/>
          </p:cNvGrpSpPr>
          <p:nvPr/>
        </p:nvGrpSpPr>
        <p:grpSpPr>
          <a:xfrm>
            <a:off x="5389589" y="4523503"/>
            <a:ext cx="720000" cy="675429"/>
            <a:chOff x="5324899" y="4520547"/>
            <a:chExt cx="722081" cy="722081"/>
          </a:xfrm>
        </p:grpSpPr>
        <p:sp>
          <p:nvSpPr>
            <p:cNvPr id="7219" name="Freeform 7218">
              <a:extLst>
                <a:ext uri="{FF2B5EF4-FFF2-40B4-BE49-F238E27FC236}">
                  <a16:creationId xmlns:a16="http://schemas.microsoft.com/office/drawing/2014/main" id="{7880157E-2B5F-3380-6605-17C71626199F}"/>
                </a:ext>
              </a:extLst>
            </p:cNvPr>
            <p:cNvSpPr/>
            <p:nvPr/>
          </p:nvSpPr>
          <p:spPr>
            <a:xfrm>
              <a:off x="5324899" y="4520547"/>
              <a:ext cx="722081" cy="722081"/>
            </a:xfrm>
            <a:custGeom>
              <a:avLst/>
              <a:gdLst>
                <a:gd name="connsiteX0" fmla="*/ 0 w 722081"/>
                <a:gd name="connsiteY0" fmla="*/ 0 h 722081"/>
                <a:gd name="connsiteX1" fmla="*/ 722081 w 722081"/>
                <a:gd name="connsiteY1" fmla="*/ 0 h 722081"/>
                <a:gd name="connsiteX2" fmla="*/ 722081 w 722081"/>
                <a:gd name="connsiteY2" fmla="*/ 722081 h 722081"/>
                <a:gd name="connsiteX3" fmla="*/ 0 w 722081"/>
                <a:gd name="connsiteY3" fmla="*/ 722081 h 7220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2081" h="722081">
                  <a:moveTo>
                    <a:pt x="0" y="0"/>
                  </a:moveTo>
                  <a:lnTo>
                    <a:pt x="722081" y="0"/>
                  </a:lnTo>
                  <a:lnTo>
                    <a:pt x="722081" y="722081"/>
                  </a:lnTo>
                  <a:lnTo>
                    <a:pt x="0" y="722081"/>
                  </a:lnTo>
                  <a:close/>
                </a:path>
              </a:pathLst>
            </a:custGeom>
            <a:solidFill>
              <a:srgbClr val="FFFFFF">
                <a:alpha val="1000"/>
              </a:srgbClr>
            </a:solidFill>
            <a:ln w="14883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7220" name="Graphic 7216">
              <a:extLst>
                <a:ext uri="{FF2B5EF4-FFF2-40B4-BE49-F238E27FC236}">
                  <a16:creationId xmlns:a16="http://schemas.microsoft.com/office/drawing/2014/main" id="{A425EB52-529A-C16C-8732-1D32D41C3C1E}"/>
                </a:ext>
              </a:extLst>
            </p:cNvPr>
            <p:cNvGrpSpPr/>
            <p:nvPr/>
          </p:nvGrpSpPr>
          <p:grpSpPr>
            <a:xfrm>
              <a:off x="5400115" y="4640893"/>
              <a:ext cx="571647" cy="481387"/>
              <a:chOff x="5400115" y="4640893"/>
              <a:chExt cx="571647" cy="481387"/>
            </a:xfrm>
          </p:grpSpPr>
          <p:sp>
            <p:nvSpPr>
              <p:cNvPr id="7221" name="Freeform 7220">
                <a:extLst>
                  <a:ext uri="{FF2B5EF4-FFF2-40B4-BE49-F238E27FC236}">
                    <a16:creationId xmlns:a16="http://schemas.microsoft.com/office/drawing/2014/main" id="{C35B61C0-416A-0677-2E8C-8031D9819A8B}"/>
                  </a:ext>
                </a:extLst>
              </p:cNvPr>
              <p:cNvSpPr/>
              <p:nvPr/>
            </p:nvSpPr>
            <p:spPr>
              <a:xfrm>
                <a:off x="5400115" y="4640893"/>
                <a:ext cx="571647" cy="481387"/>
              </a:xfrm>
              <a:custGeom>
                <a:avLst/>
                <a:gdLst>
                  <a:gd name="connsiteX0" fmla="*/ 30092 w 571647"/>
                  <a:gd name="connsiteY0" fmla="*/ 8 h 481387"/>
                  <a:gd name="connsiteX1" fmla="*/ 541566 w 571647"/>
                  <a:gd name="connsiteY1" fmla="*/ 8 h 481387"/>
                  <a:gd name="connsiteX2" fmla="*/ 571652 w 571647"/>
                  <a:gd name="connsiteY2" fmla="*/ 30095 h 481387"/>
                  <a:gd name="connsiteX3" fmla="*/ 571652 w 571647"/>
                  <a:gd name="connsiteY3" fmla="*/ 451309 h 481387"/>
                  <a:gd name="connsiteX4" fmla="*/ 541566 w 571647"/>
                  <a:gd name="connsiteY4" fmla="*/ 481395 h 481387"/>
                  <a:gd name="connsiteX5" fmla="*/ 30092 w 571647"/>
                  <a:gd name="connsiteY5" fmla="*/ 481395 h 481387"/>
                  <a:gd name="connsiteX6" fmla="*/ 5 w 571647"/>
                  <a:gd name="connsiteY6" fmla="*/ 451309 h 481387"/>
                  <a:gd name="connsiteX7" fmla="*/ 5 w 571647"/>
                  <a:gd name="connsiteY7" fmla="*/ 30095 h 481387"/>
                  <a:gd name="connsiteX8" fmla="*/ 30092 w 571647"/>
                  <a:gd name="connsiteY8" fmla="*/ 8 h 4813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571647" h="481387">
                    <a:moveTo>
                      <a:pt x="30092" y="8"/>
                    </a:moveTo>
                    <a:lnTo>
                      <a:pt x="541566" y="8"/>
                    </a:lnTo>
                    <a:cubicBezTo>
                      <a:pt x="558183" y="8"/>
                      <a:pt x="571652" y="13478"/>
                      <a:pt x="571652" y="30095"/>
                    </a:cubicBezTo>
                    <a:lnTo>
                      <a:pt x="571652" y="451309"/>
                    </a:lnTo>
                    <a:cubicBezTo>
                      <a:pt x="571652" y="467926"/>
                      <a:pt x="558183" y="481395"/>
                      <a:pt x="541566" y="481395"/>
                    </a:cubicBezTo>
                    <a:lnTo>
                      <a:pt x="30092" y="481395"/>
                    </a:lnTo>
                    <a:cubicBezTo>
                      <a:pt x="13475" y="481395"/>
                      <a:pt x="5" y="467926"/>
                      <a:pt x="5" y="451309"/>
                    </a:cubicBezTo>
                    <a:lnTo>
                      <a:pt x="5" y="30095"/>
                    </a:lnTo>
                    <a:cubicBezTo>
                      <a:pt x="5" y="13478"/>
                      <a:pt x="13475" y="8"/>
                      <a:pt x="30092" y="8"/>
                    </a:cubicBezTo>
                    <a:close/>
                  </a:path>
                </a:pathLst>
              </a:custGeom>
              <a:noFill/>
              <a:ln w="59531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222" name="Freeform 7221">
                <a:extLst>
                  <a:ext uri="{FF2B5EF4-FFF2-40B4-BE49-F238E27FC236}">
                    <a16:creationId xmlns:a16="http://schemas.microsoft.com/office/drawing/2014/main" id="{4D25C9A3-E10A-7042-1FED-2DB161D47E9B}"/>
                  </a:ext>
                </a:extLst>
              </p:cNvPr>
              <p:cNvSpPr/>
              <p:nvPr/>
            </p:nvSpPr>
            <p:spPr>
              <a:xfrm>
                <a:off x="5520462" y="4746197"/>
                <a:ext cx="45130" cy="45130"/>
              </a:xfrm>
              <a:custGeom>
                <a:avLst/>
                <a:gdLst>
                  <a:gd name="connsiteX0" fmla="*/ 45135 w 45130"/>
                  <a:gd name="connsiteY0" fmla="*/ 22573 h 45130"/>
                  <a:gd name="connsiteX1" fmla="*/ 22570 w 45130"/>
                  <a:gd name="connsiteY1" fmla="*/ 45138 h 45130"/>
                  <a:gd name="connsiteX2" fmla="*/ 5 w 45130"/>
                  <a:gd name="connsiteY2" fmla="*/ 22573 h 45130"/>
                  <a:gd name="connsiteX3" fmla="*/ 22570 w 45130"/>
                  <a:gd name="connsiteY3" fmla="*/ 8 h 45130"/>
                  <a:gd name="connsiteX4" fmla="*/ 45135 w 45130"/>
                  <a:gd name="connsiteY4" fmla="*/ 22573 h 451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5130" h="45130">
                    <a:moveTo>
                      <a:pt x="45135" y="22573"/>
                    </a:moveTo>
                    <a:cubicBezTo>
                      <a:pt x="45135" y="35035"/>
                      <a:pt x="35032" y="45138"/>
                      <a:pt x="22570" y="45138"/>
                    </a:cubicBezTo>
                    <a:cubicBezTo>
                      <a:pt x="10108" y="45138"/>
                      <a:pt x="5" y="35035"/>
                      <a:pt x="5" y="22573"/>
                    </a:cubicBezTo>
                    <a:cubicBezTo>
                      <a:pt x="5" y="10111"/>
                      <a:pt x="10108" y="8"/>
                      <a:pt x="22570" y="8"/>
                    </a:cubicBezTo>
                    <a:cubicBezTo>
                      <a:pt x="35032" y="8"/>
                      <a:pt x="45135" y="10111"/>
                      <a:pt x="45135" y="22573"/>
                    </a:cubicBezTo>
                    <a:close/>
                  </a:path>
                </a:pathLst>
              </a:custGeom>
              <a:noFill/>
              <a:ln w="44648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223" name="Freeform 7222">
                <a:extLst>
                  <a:ext uri="{FF2B5EF4-FFF2-40B4-BE49-F238E27FC236}">
                    <a16:creationId xmlns:a16="http://schemas.microsoft.com/office/drawing/2014/main" id="{6AE3F1E6-4292-E08E-7C27-EF13CD9C559A}"/>
                  </a:ext>
                </a:extLst>
              </p:cNvPr>
              <p:cNvSpPr/>
              <p:nvPr/>
            </p:nvSpPr>
            <p:spPr>
              <a:xfrm>
                <a:off x="5400115" y="4836457"/>
                <a:ext cx="571647" cy="285823"/>
              </a:xfrm>
              <a:custGeom>
                <a:avLst/>
                <a:gdLst>
                  <a:gd name="connsiteX0" fmla="*/ 150439 w 571647"/>
                  <a:gd name="connsiteY0" fmla="*/ 45138 h 285823"/>
                  <a:gd name="connsiteX1" fmla="*/ 225655 w 571647"/>
                  <a:gd name="connsiteY1" fmla="*/ 105311 h 285823"/>
                  <a:gd name="connsiteX2" fmla="*/ 315915 w 571647"/>
                  <a:gd name="connsiteY2" fmla="*/ 8 h 285823"/>
                  <a:gd name="connsiteX3" fmla="*/ 571652 w 571647"/>
                  <a:gd name="connsiteY3" fmla="*/ 195572 h 285823"/>
                  <a:gd name="connsiteX4" fmla="*/ 571652 w 571647"/>
                  <a:gd name="connsiteY4" fmla="*/ 255745 h 285823"/>
                  <a:gd name="connsiteX5" fmla="*/ 541566 w 571647"/>
                  <a:gd name="connsiteY5" fmla="*/ 285832 h 285823"/>
                  <a:gd name="connsiteX6" fmla="*/ 30092 w 571647"/>
                  <a:gd name="connsiteY6" fmla="*/ 285832 h 285823"/>
                  <a:gd name="connsiteX7" fmla="*/ 5 w 571647"/>
                  <a:gd name="connsiteY7" fmla="*/ 255745 h 285823"/>
                  <a:gd name="connsiteX8" fmla="*/ 5 w 571647"/>
                  <a:gd name="connsiteY8" fmla="*/ 195572 h 285823"/>
                  <a:gd name="connsiteX9" fmla="*/ 150439 w 571647"/>
                  <a:gd name="connsiteY9" fmla="*/ 45138 h 2858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571647" h="285823">
                    <a:moveTo>
                      <a:pt x="150439" y="45138"/>
                    </a:moveTo>
                    <a:lnTo>
                      <a:pt x="225655" y="105311"/>
                    </a:lnTo>
                    <a:lnTo>
                      <a:pt x="315915" y="8"/>
                    </a:lnTo>
                    <a:lnTo>
                      <a:pt x="571652" y="195572"/>
                    </a:lnTo>
                    <a:lnTo>
                      <a:pt x="571652" y="255745"/>
                    </a:lnTo>
                    <a:cubicBezTo>
                      <a:pt x="571652" y="272362"/>
                      <a:pt x="558183" y="285832"/>
                      <a:pt x="541566" y="285832"/>
                    </a:cubicBezTo>
                    <a:lnTo>
                      <a:pt x="30092" y="285832"/>
                    </a:lnTo>
                    <a:cubicBezTo>
                      <a:pt x="13475" y="285832"/>
                      <a:pt x="5" y="272362"/>
                      <a:pt x="5" y="255745"/>
                    </a:cubicBezTo>
                    <a:lnTo>
                      <a:pt x="5" y="195572"/>
                    </a:lnTo>
                    <a:lnTo>
                      <a:pt x="150439" y="45138"/>
                    </a:lnTo>
                    <a:close/>
                  </a:path>
                </a:pathLst>
              </a:custGeom>
              <a:solidFill>
                <a:srgbClr val="2196F3"/>
              </a:solidFill>
              <a:ln w="59531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</p:grpSp>
      </p:grpSp>
      <p:cxnSp>
        <p:nvCxnSpPr>
          <p:cNvPr id="7224" name="Straight Arrow Connector 7223">
            <a:extLst>
              <a:ext uri="{FF2B5EF4-FFF2-40B4-BE49-F238E27FC236}">
                <a16:creationId xmlns:a16="http://schemas.microsoft.com/office/drawing/2014/main" id="{6B5230B0-B22C-D193-F9DD-A88FB3F3274E}"/>
              </a:ext>
            </a:extLst>
          </p:cNvPr>
          <p:cNvCxnSpPr/>
          <p:nvPr/>
        </p:nvCxnSpPr>
        <p:spPr>
          <a:xfrm>
            <a:off x="2603355" y="4809572"/>
            <a:ext cx="1797978" cy="0"/>
          </a:xfrm>
          <a:prstGeom prst="straightConnector1">
            <a:avLst/>
          </a:prstGeom>
          <a:ln w="34925"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27" name="TextBox 7226">
            <a:extLst>
              <a:ext uri="{FF2B5EF4-FFF2-40B4-BE49-F238E27FC236}">
                <a16:creationId xmlns:a16="http://schemas.microsoft.com/office/drawing/2014/main" id="{16D18CBC-F3B2-7281-CDDD-3ADA89DFCB84}"/>
              </a:ext>
            </a:extLst>
          </p:cNvPr>
          <p:cNvSpPr txBox="1"/>
          <p:nvPr/>
        </p:nvSpPr>
        <p:spPr>
          <a:xfrm>
            <a:off x="3041577" y="4857504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b="1" i="1" dirty="0">
                <a:latin typeface="Arial" panose="020B0604020202020204" pitchFamily="34" charset="0"/>
                <a:cs typeface="Arial" panose="020B0604020202020204" pitchFamily="34" charset="0"/>
              </a:rPr>
              <a:t>“here you go!”</a:t>
            </a:r>
          </a:p>
        </p:txBody>
      </p:sp>
      <p:pic>
        <p:nvPicPr>
          <p:cNvPr id="7235" name="Graphic 7234">
            <a:extLst>
              <a:ext uri="{FF2B5EF4-FFF2-40B4-BE49-F238E27FC236}">
                <a16:creationId xmlns:a16="http://schemas.microsoft.com/office/drawing/2014/main" id="{DAB6D28B-6D05-3390-A747-81ADAEAE5B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69089" y="4976405"/>
            <a:ext cx="499281" cy="499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68357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A132430-2CD7-33EB-D14D-FC8FCE8B4B5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prstGeom prst="rect">
            <a:avLst/>
          </a:prstGeom>
        </p:spPr>
        <p:txBody>
          <a:bodyPr/>
          <a:lstStyle/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513E6A-4EEB-8649-78B1-280AA777081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 b="1" dirty="0"/>
              <a:t>Parametrizing Optimization with Function Variants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F09A502-65A6-6BF0-1060-AEF89A5713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5256067"/>
              </p:ext>
            </p:extLst>
          </p:nvPr>
        </p:nvGraphicFramePr>
        <p:xfrm>
          <a:off x="550799" y="1371600"/>
          <a:ext cx="9721851" cy="3067960"/>
        </p:xfrm>
        <a:graphic>
          <a:graphicData uri="http://schemas.openxmlformats.org/drawingml/2006/table">
            <a:tbl>
              <a:tblPr firstRow="1" lastRow="1" bandRow="1">
                <a:tableStyleId>{5C22544A-7EE6-4342-B048-85BDC9FD1C3A}</a:tableStyleId>
              </a:tblPr>
              <a:tblGrid>
                <a:gridCol w="2976172">
                  <a:extLst>
                    <a:ext uri="{9D8B030D-6E8A-4147-A177-3AD203B41FA5}">
                      <a16:colId xmlns:a16="http://schemas.microsoft.com/office/drawing/2014/main" val="1786920759"/>
                    </a:ext>
                  </a:extLst>
                </a:gridCol>
                <a:gridCol w="4545375">
                  <a:extLst>
                    <a:ext uri="{9D8B030D-6E8A-4147-A177-3AD203B41FA5}">
                      <a16:colId xmlns:a16="http://schemas.microsoft.com/office/drawing/2014/main" val="3497598986"/>
                    </a:ext>
                  </a:extLst>
                </a:gridCol>
                <a:gridCol w="2200304">
                  <a:extLst>
                    <a:ext uri="{9D8B030D-6E8A-4147-A177-3AD203B41FA5}">
                      <a16:colId xmlns:a16="http://schemas.microsoft.com/office/drawing/2014/main" val="622832476"/>
                    </a:ext>
                  </a:extLst>
                </a:gridCol>
              </a:tblGrid>
              <a:tr h="438280">
                <a:tc>
                  <a:txBody>
                    <a:bodyPr/>
                    <a:lstStyle/>
                    <a:p>
                      <a:r>
                        <a:rPr lang="en-US" b="1" dirty="0"/>
                        <a:t>Parameter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Values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51241437"/>
                  </a:ext>
                </a:extLst>
              </a:tr>
              <a:tr h="438280">
                <a:tc>
                  <a:txBody>
                    <a:bodyPr/>
                    <a:lstStyle/>
                    <a:p>
                      <a:r>
                        <a:rPr lang="en-US" b="1" dirty="0"/>
                        <a:t>Provider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AWS Lambda / Google Cloud Run functions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03877897"/>
                  </a:ext>
                </a:extLst>
              </a:tr>
              <a:tr h="438280">
                <a:tc>
                  <a:txBody>
                    <a:bodyPr/>
                    <a:lstStyle/>
                    <a:p>
                      <a:r>
                        <a:rPr lang="en-US" b="1" dirty="0"/>
                        <a:t>Input image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“landscape” / “portrait”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0442621"/>
                  </a:ext>
                </a:extLst>
              </a:tr>
              <a:tr h="438280">
                <a:tc>
                  <a:txBody>
                    <a:bodyPr/>
                    <a:lstStyle/>
                    <a:p>
                      <a:r>
                        <a:rPr lang="en-US" b="1" dirty="0"/>
                        <a:t>Output format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JPEG / AVIF / WebP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92448705"/>
                  </a:ext>
                </a:extLst>
              </a:tr>
              <a:tr h="438280">
                <a:tc>
                  <a:txBody>
                    <a:bodyPr/>
                    <a:lstStyle/>
                    <a:p>
                      <a:r>
                        <a:rPr lang="en-US" b="1" dirty="0"/>
                        <a:t>Output width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640 / 1080 / 1920 pixels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03910239"/>
                  </a:ext>
                </a:extLst>
              </a:tr>
              <a:tr h="438280">
                <a:tc>
                  <a:txBody>
                    <a:bodyPr/>
                    <a:lstStyle/>
                    <a:p>
                      <a:r>
                        <a:rPr lang="en-US" b="1" dirty="0"/>
                        <a:t>Assigned vCPUs (memory)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0.5 / 1 / 2 (885 / 1769 / 3538 MB)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675333"/>
                  </a:ext>
                </a:extLst>
              </a:tr>
              <a:tr h="438280">
                <a:tc>
                  <a:txBody>
                    <a:bodyPr/>
                    <a:lstStyle/>
                    <a:p>
                      <a:endParaRPr lang="en-US" b="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b="0" dirty="0"/>
                        <a:t>2</a:t>
                      </a:r>
                      <a:r>
                        <a:rPr lang="en-US" b="0" baseline="30000" dirty="0"/>
                        <a:t>2</a:t>
                      </a:r>
                      <a:r>
                        <a:rPr lang="en-US" b="0" dirty="0"/>
                        <a:t> * 3</a:t>
                      </a:r>
                      <a:r>
                        <a:rPr lang="en-US" b="0" baseline="30000" dirty="0"/>
                        <a:t>3</a:t>
                      </a:r>
                      <a:r>
                        <a:rPr lang="en-US" b="0" dirty="0"/>
                        <a:t> = </a:t>
                      </a:r>
                      <a:r>
                        <a:rPr lang="en-US" dirty="0"/>
                        <a:t>108 variants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39645966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BC7B3F5E-8354-EFCD-9686-CAEB495EC205}"/>
              </a:ext>
            </a:extLst>
          </p:cNvPr>
          <p:cNvSpPr txBox="1"/>
          <p:nvPr/>
        </p:nvSpPr>
        <p:spPr>
          <a:xfrm>
            <a:off x="550797" y="4285582"/>
            <a:ext cx="9792989" cy="16363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  <a:spcAft>
                <a:spcPts val="400"/>
              </a:spcAft>
            </a:pPr>
            <a:r>
              <a:rPr lang="en-US" noProof="1">
                <a:latin typeface="Arial" panose="020B0604020202020204" pitchFamily="34" charset="0"/>
                <a:cs typeface="Arial" panose="020B0604020202020204" pitchFamily="34" charset="0"/>
              </a:rPr>
              <a:t>Side notes:</a:t>
            </a:r>
          </a:p>
          <a:p>
            <a:pPr marL="285750" indent="-285750" algn="l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noProof="1">
                <a:latin typeface="Arial" panose="020B0604020202020204" pitchFamily="34" charset="0"/>
                <a:cs typeface="Arial" panose="020B0604020202020204" pitchFamily="34" charset="0"/>
              </a:rPr>
              <a:t>AWS Lambda allocates CPU time proportionally to assigned memory</a:t>
            </a:r>
          </a:p>
          <a:p>
            <a:pPr marL="285750" indent="-285750" algn="l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noProof="1">
                <a:latin typeface="Arial" panose="020B0604020202020204" pitchFamily="34" charset="0"/>
                <a:cs typeface="Arial" panose="020B0604020202020204" pitchFamily="34" charset="0"/>
              </a:rPr>
              <a:t>Google Cloud Run offers independent settings for assigned vCPUs and memory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b="1" noProof="1">
                <a:latin typeface="Arial" panose="020B0604020202020204" pitchFamily="34" charset="0"/>
                <a:cs typeface="Arial" panose="020B0604020202020204" pitchFamily="34" charset="0"/>
              </a:rPr>
              <a:t>Every variant deployed as separate function </a:t>
            </a:r>
            <a:r>
              <a:rPr lang="en-US" noProof="1">
                <a:latin typeface="Arial" panose="020B0604020202020204" pitchFamily="34" charset="0"/>
                <a:cs typeface="Arial" panose="020B0604020202020204" pitchFamily="34" charset="0"/>
              </a:rPr>
              <a:t>to minimize interference between resources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3C6CE60-F251-CEFE-DA1B-1FB46B177E47}"/>
              </a:ext>
            </a:extLst>
          </p:cNvPr>
          <p:cNvSpPr txBox="1"/>
          <p:nvPr/>
        </p:nvSpPr>
        <p:spPr>
          <a:xfrm>
            <a:off x="5349922" y="-204716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45408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A9F39D-2965-DD7B-0944-4762BA2DE9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12BCCD9B-553E-386A-C965-CD4C8EEB5202}"/>
              </a:ext>
            </a:extLst>
          </p:cNvPr>
          <p:cNvSpPr/>
          <p:nvPr/>
        </p:nvSpPr>
        <p:spPr>
          <a:xfrm>
            <a:off x="6236123" y="2334938"/>
            <a:ext cx="2448000" cy="1242000"/>
          </a:xfrm>
          <a:prstGeom prst="roundRect">
            <a:avLst/>
          </a:prstGeom>
          <a:solidFill>
            <a:schemeClr val="accent1">
              <a:alpha val="0"/>
            </a:schemeClr>
          </a:solidFill>
          <a:ln w="31750">
            <a:solidFill>
              <a:srgbClr val="2196F3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6EFC25CE-E776-EFF0-F18D-743ABCBC0B87}"/>
              </a:ext>
            </a:extLst>
          </p:cNvPr>
          <p:cNvSpPr/>
          <p:nvPr/>
        </p:nvSpPr>
        <p:spPr>
          <a:xfrm>
            <a:off x="6236123" y="1092938"/>
            <a:ext cx="2448000" cy="1242000"/>
          </a:xfrm>
          <a:prstGeom prst="roundRect">
            <a:avLst/>
          </a:prstGeom>
          <a:solidFill>
            <a:schemeClr val="accent1">
              <a:alpha val="0"/>
            </a:schemeClr>
          </a:solidFill>
          <a:ln w="31750">
            <a:solidFill>
              <a:srgbClr val="2196F3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88EC968A-278F-CA62-6D7C-5D648859C129}"/>
              </a:ext>
            </a:extLst>
          </p:cNvPr>
          <p:cNvSpPr/>
          <p:nvPr/>
        </p:nvSpPr>
        <p:spPr>
          <a:xfrm>
            <a:off x="552068" y="1762514"/>
            <a:ext cx="5126360" cy="3373251"/>
          </a:xfrm>
          <a:prstGeom prst="roundRect">
            <a:avLst/>
          </a:prstGeom>
          <a:solidFill>
            <a:schemeClr val="accent1">
              <a:alpha val="0"/>
            </a:schemeClr>
          </a:solidFill>
          <a:ln w="31750">
            <a:solidFill>
              <a:srgbClr val="2196F3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C47BF0-5F07-8204-2970-F790850BB6D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b="1" dirty="0"/>
              <a:t>Benchmark design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A339455-950C-2287-8B71-27FDBDD30B03}"/>
              </a:ext>
            </a:extLst>
          </p:cNvPr>
          <p:cNvSpPr txBox="1"/>
          <p:nvPr/>
        </p:nvSpPr>
        <p:spPr>
          <a:xfrm>
            <a:off x="910411" y="2671600"/>
            <a:ext cx="159851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Events scheduled</a:t>
            </a:r>
            <a:b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every 5 mins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D2CA2AD-F274-24CB-4F3B-2999792FE844}"/>
              </a:ext>
            </a:extLst>
          </p:cNvPr>
          <p:cNvSpPr txBox="1"/>
          <p:nvPr/>
        </p:nvSpPr>
        <p:spPr>
          <a:xfrm>
            <a:off x="3396952" y="2671599"/>
            <a:ext cx="18725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Workload Generation</a:t>
            </a:r>
          </a:p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Functions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627B3B1-E445-40C8-A939-D86ECF74E399}"/>
              </a:ext>
            </a:extLst>
          </p:cNvPr>
          <p:cNvSpPr txBox="1"/>
          <p:nvPr/>
        </p:nvSpPr>
        <p:spPr>
          <a:xfrm>
            <a:off x="3745191" y="4730637"/>
            <a:ext cx="10823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Results DB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A7FBF591-C99A-F9AE-79E5-F04BABDEAA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49669" y="1905792"/>
            <a:ext cx="720000" cy="7200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3AF29E9D-19FD-F63D-C2CE-C3259B2B8A6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39189" y="1905792"/>
            <a:ext cx="720000" cy="7200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E903211-CE35-73CD-76D1-FAB0BF8CCB5B}"/>
              </a:ext>
            </a:extLst>
          </p:cNvPr>
          <p:cNvSpPr txBox="1"/>
          <p:nvPr/>
        </p:nvSpPr>
        <p:spPr>
          <a:xfrm>
            <a:off x="6236123" y="1997417"/>
            <a:ext cx="2448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Image Processing 1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45425A9B-5DF2-2FE9-C1CC-E530F974926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05803" y="1236767"/>
            <a:ext cx="720000" cy="7200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4E355C62-F76A-9D26-91E8-C9B6EC4F674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939189" y="3964774"/>
            <a:ext cx="720000" cy="720000"/>
          </a:xfrm>
          <a:prstGeom prst="rect">
            <a:avLst/>
          </a:prstGeom>
        </p:spPr>
      </p:pic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D49A00A-B43F-9A61-4CE3-03BFEDBDB0FD}"/>
              </a:ext>
            </a:extLst>
          </p:cNvPr>
          <p:cNvCxnSpPr/>
          <p:nvPr/>
        </p:nvCxnSpPr>
        <p:spPr>
          <a:xfrm>
            <a:off x="2440712" y="2288425"/>
            <a:ext cx="1080000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ABE91F3-2F38-4BFB-38F6-6559F8B164AC}"/>
              </a:ext>
            </a:extLst>
          </p:cNvPr>
          <p:cNvCxnSpPr>
            <a:cxnSpLocks/>
          </p:cNvCxnSpPr>
          <p:nvPr/>
        </p:nvCxnSpPr>
        <p:spPr>
          <a:xfrm flipV="1">
            <a:off x="4866347" y="1660836"/>
            <a:ext cx="1800000" cy="64800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1C91425-1458-C552-8E98-599529370CAC}"/>
              </a:ext>
            </a:extLst>
          </p:cNvPr>
          <p:cNvCxnSpPr>
            <a:cxnSpLocks/>
          </p:cNvCxnSpPr>
          <p:nvPr/>
        </p:nvCxnSpPr>
        <p:spPr>
          <a:xfrm>
            <a:off x="4863332" y="2317439"/>
            <a:ext cx="1800000" cy="64800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F318A4C3-FD86-199E-1B07-BD32901A5120}"/>
              </a:ext>
            </a:extLst>
          </p:cNvPr>
          <p:cNvSpPr txBox="1"/>
          <p:nvPr/>
        </p:nvSpPr>
        <p:spPr>
          <a:xfrm>
            <a:off x="6236123" y="3235620"/>
            <a:ext cx="2448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Image Processing 2</a:t>
            </a:r>
          </a:p>
        </p:txBody>
      </p:sp>
      <p:pic>
        <p:nvPicPr>
          <p:cNvPr id="24" name="Graphic 23">
            <a:extLst>
              <a:ext uri="{FF2B5EF4-FFF2-40B4-BE49-F238E27FC236}">
                <a16:creationId xmlns:a16="http://schemas.microsoft.com/office/drawing/2014/main" id="{A782C454-9099-0F1D-288E-7B745199322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066265" y="2474970"/>
            <a:ext cx="799075" cy="720000"/>
          </a:xfrm>
          <a:prstGeom prst="rect">
            <a:avLst/>
          </a:prstGeom>
        </p:spPr>
      </p:pic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EC3AD383-3B56-0CB7-A575-723B4FA41E03}"/>
              </a:ext>
            </a:extLst>
          </p:cNvPr>
          <p:cNvCxnSpPr>
            <a:cxnSpLocks/>
          </p:cNvCxnSpPr>
          <p:nvPr/>
        </p:nvCxnSpPr>
        <p:spPr>
          <a:xfrm>
            <a:off x="4286365" y="3317930"/>
            <a:ext cx="0" cy="535033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589727B7-B083-A00B-11F3-1333C637B444}"/>
              </a:ext>
            </a:extLst>
          </p:cNvPr>
          <p:cNvSpPr txBox="1"/>
          <p:nvPr/>
        </p:nvSpPr>
        <p:spPr>
          <a:xfrm>
            <a:off x="6236122" y="3986843"/>
            <a:ext cx="5602951" cy="14260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1000"/>
              </a:spcBef>
              <a:spcAft>
                <a:spcPts val="400"/>
              </a:spcAft>
            </a:pPr>
            <a:r>
              <a:rPr lang="en-US" sz="1400" i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Predictable endpoints for individual functions</a:t>
            </a:r>
          </a:p>
          <a:p>
            <a:pPr marL="285750" indent="-285750" algn="l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400" dirty="0">
                <a:latin typeface="Consolas" panose="020B0609020204030204" pitchFamily="49" charset="0"/>
                <a:ea typeface="Menlo" panose="020B0609030804020204" pitchFamily="49" charset="0"/>
                <a:cs typeface="Consolas" panose="020B0609020204030204" pitchFamily="49" charset="0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https://123456.lambda.aws/landscape-885-avif-640</a:t>
            </a:r>
            <a:endParaRPr lang="en-US" sz="1400" dirty="0">
              <a:latin typeface="Consolas" panose="020B0609020204030204" pitchFamily="49" charset="0"/>
              <a:ea typeface="Menlo" panose="020B0609030804020204" pitchFamily="49" charset="0"/>
              <a:cs typeface="Consolas" panose="020B0609020204030204" pitchFamily="49" charset="0"/>
            </a:endParaRPr>
          </a:p>
          <a:p>
            <a:pPr marL="285750" indent="-28575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400" dirty="0">
                <a:latin typeface="Consolas" panose="020B0609020204030204" pitchFamily="49" charset="0"/>
                <a:ea typeface="Menlo" panose="020B0609030804020204" pitchFamily="49" charset="0"/>
                <a:cs typeface="Consolas" panose="020B0609020204030204" pitchFamily="49" charset="0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</a:t>
            </a:r>
            <a:r>
              <a:rPr lang="en-US" sz="1400" dirty="0">
                <a:latin typeface="Consolas" panose="020B0609020204030204" pitchFamily="49" charset="0"/>
                <a:ea typeface="Menlo" panose="020B0609030804020204" pitchFamily="49" charset="0"/>
                <a:cs typeface="Consolas" panose="020B0609020204030204" pitchFamily="49" charset="0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123456.lambda.aws</a:t>
            </a:r>
            <a:r>
              <a:rPr lang="en-US" sz="1400" dirty="0">
                <a:latin typeface="Consolas" panose="020B0609020204030204" pitchFamily="49" charset="0"/>
                <a:ea typeface="Menlo" panose="020B0609030804020204" pitchFamily="49" charset="0"/>
                <a:cs typeface="Consolas" panose="020B0609020204030204" pitchFamily="49" charset="0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/landscape-885-avif-1080</a:t>
            </a:r>
            <a:endParaRPr lang="en-US" sz="1400" dirty="0">
              <a:latin typeface="Consolas" panose="020B0609020204030204" pitchFamily="49" charset="0"/>
              <a:ea typeface="Menlo" panose="020B0609030804020204" pitchFamily="49" charset="0"/>
              <a:cs typeface="Consolas" panose="020B0609020204030204" pitchFamily="49" charset="0"/>
            </a:endParaRPr>
          </a:p>
          <a:p>
            <a:pPr marL="285750" indent="-28575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400" dirty="0">
                <a:latin typeface="Consolas" panose="020B0609020204030204" pitchFamily="49" charset="0"/>
                <a:ea typeface="Menlo" panose="020B0609030804020204" pitchFamily="49" charset="0"/>
                <a:cs typeface="Consolas" panose="020B0609020204030204" pitchFamily="49" charset="0"/>
                <a:hlinkClick r:id="rId1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</a:t>
            </a:r>
            <a:r>
              <a:rPr lang="en-US" sz="1400" dirty="0">
                <a:latin typeface="Consolas" panose="020B0609020204030204" pitchFamily="49" charset="0"/>
                <a:ea typeface="Menlo" panose="020B0609030804020204" pitchFamily="49" charset="0"/>
                <a:cs typeface="Consolas" panose="020B0609020204030204" pitchFamily="49" charset="0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123456.lambda.aws</a:t>
            </a:r>
            <a:r>
              <a:rPr lang="en-US" sz="1400" dirty="0">
                <a:latin typeface="Consolas" panose="020B0609020204030204" pitchFamily="49" charset="0"/>
                <a:ea typeface="Menlo" panose="020B0609030804020204" pitchFamily="49" charset="0"/>
                <a:cs typeface="Consolas" panose="020B0609020204030204" pitchFamily="49" charset="0"/>
                <a:hlinkClick r:id="rId1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/landscape-885-avif-1920</a:t>
            </a:r>
            <a:endParaRPr lang="en-US" sz="1400" dirty="0">
              <a:latin typeface="Consolas" panose="020B0609020204030204" pitchFamily="49" charset="0"/>
              <a:ea typeface="Menlo" panose="020B0609030804020204" pitchFamily="49" charset="0"/>
              <a:cs typeface="Consolas" panose="020B0609020204030204" pitchFamily="49" charset="0"/>
            </a:endParaRPr>
          </a:p>
          <a:p>
            <a:pPr marL="285750" indent="-28575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400" dirty="0">
                <a:latin typeface="Consolas" panose="020B0609020204030204" pitchFamily="49" charset="0"/>
                <a:ea typeface="Menlo" panose="020B0609030804020204" pitchFamily="49" charset="0"/>
                <a:cs typeface="Consolas" panose="020B0609020204030204" pitchFamily="49" charset="0"/>
                <a:hlinkClick r:id="rId1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https://123456.cloudfunctions.net/...</a:t>
            </a:r>
            <a:r>
              <a:rPr lang="en-US" sz="1400" dirty="0">
                <a:latin typeface="Consolas" panose="020B0609020204030204" pitchFamily="49" charset="0"/>
                <a:ea typeface="Menlo" panose="020B0609030804020204" pitchFamily="49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latin typeface="Arial" panose="020B0604020202020204" pitchFamily="34" charset="0"/>
                <a:ea typeface="Menlo" panose="020B0609030804020204" pitchFamily="49" charset="0"/>
                <a:cs typeface="Arial" panose="020B0604020202020204" pitchFamily="34" charset="0"/>
              </a:rPr>
              <a:t>(100+ more)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1B9B2D7-B1C2-3CA8-EFE4-81BE5C629ABD}"/>
              </a:ext>
            </a:extLst>
          </p:cNvPr>
          <p:cNvSpPr txBox="1"/>
          <p:nvPr/>
        </p:nvSpPr>
        <p:spPr>
          <a:xfrm>
            <a:off x="1928063" y="1393181"/>
            <a:ext cx="23743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i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Workload Generation Stack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164609E-1224-C52C-7269-C5357C265B2B}"/>
              </a:ext>
            </a:extLst>
          </p:cNvPr>
          <p:cNvSpPr txBox="1"/>
          <p:nvPr/>
        </p:nvSpPr>
        <p:spPr>
          <a:xfrm>
            <a:off x="6428462" y="734097"/>
            <a:ext cx="206332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i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Provider-specific stacks</a:t>
            </a:r>
          </a:p>
        </p:txBody>
      </p:sp>
    </p:spTree>
    <p:extLst>
      <p:ext uri="{BB962C8B-B14F-4D97-AF65-F5344CB8AC3E}">
        <p14:creationId xmlns:p14="http://schemas.microsoft.com/office/powerpoint/2010/main" val="34742994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CCE6A2-AB4F-BBB6-D181-A5C237380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5993BEC2-B92F-8774-6C1E-547EE71AAF2D}"/>
              </a:ext>
            </a:extLst>
          </p:cNvPr>
          <p:cNvSpPr/>
          <p:nvPr/>
        </p:nvSpPr>
        <p:spPr>
          <a:xfrm>
            <a:off x="5105947" y="3769981"/>
            <a:ext cx="2982123" cy="1536429"/>
          </a:xfrm>
          <a:prstGeom prst="roundRect">
            <a:avLst/>
          </a:prstGeom>
          <a:solidFill>
            <a:schemeClr val="accent1">
              <a:alpha val="0"/>
            </a:schemeClr>
          </a:solidFill>
          <a:ln w="31750">
            <a:solidFill>
              <a:srgbClr val="2196F3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5637FCC7-FC4F-71AF-D704-C041AC6FF0EC}"/>
              </a:ext>
            </a:extLst>
          </p:cNvPr>
          <p:cNvSpPr/>
          <p:nvPr/>
        </p:nvSpPr>
        <p:spPr>
          <a:xfrm>
            <a:off x="5109746" y="2233552"/>
            <a:ext cx="2982123" cy="1536430"/>
          </a:xfrm>
          <a:prstGeom prst="roundRect">
            <a:avLst/>
          </a:prstGeom>
          <a:solidFill>
            <a:schemeClr val="accent1">
              <a:alpha val="0"/>
            </a:schemeClr>
          </a:solidFill>
          <a:ln w="31750">
            <a:solidFill>
              <a:srgbClr val="2196F3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329684-DA27-9E68-5CA6-235273BFCB7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b="1" dirty="0"/>
              <a:t>Benchmark design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AB17FF-625E-09E3-9613-5F27A04E3A08}"/>
              </a:ext>
            </a:extLst>
          </p:cNvPr>
          <p:cNvSpPr txBox="1"/>
          <p:nvPr/>
        </p:nvSpPr>
        <p:spPr>
          <a:xfrm>
            <a:off x="384661" y="1818198"/>
            <a:ext cx="226215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Scheduler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Events every 5 mins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2E2CC77-8A11-65F0-809E-47D0CE1D102F}"/>
              </a:ext>
            </a:extLst>
          </p:cNvPr>
          <p:cNvSpPr txBox="1"/>
          <p:nvPr/>
        </p:nvSpPr>
        <p:spPr>
          <a:xfrm>
            <a:off x="384661" y="3308388"/>
            <a:ext cx="12234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Workload</a:t>
            </a:r>
            <a:b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Generator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669F861-8668-6DC7-F13D-B3D80F5C1F7D}"/>
              </a:ext>
            </a:extLst>
          </p:cNvPr>
          <p:cNvSpPr txBox="1"/>
          <p:nvPr/>
        </p:nvSpPr>
        <p:spPr>
          <a:xfrm>
            <a:off x="384661" y="4937078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Results DB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724A9F9F-0C38-32A8-F5A2-38C77BEE6E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09336" y="1760364"/>
            <a:ext cx="762000" cy="7620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C684FCB3-0252-8841-D6CB-763F69EDF75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09336" y="3250554"/>
            <a:ext cx="762000" cy="762000"/>
          </a:xfrm>
          <a:prstGeom prst="rect">
            <a:avLst/>
          </a:prstGeom>
        </p:spPr>
      </p:pic>
      <p:grpSp>
        <p:nvGrpSpPr>
          <p:cNvPr id="30" name="Group 29">
            <a:extLst>
              <a:ext uri="{FF2B5EF4-FFF2-40B4-BE49-F238E27FC236}">
                <a16:creationId xmlns:a16="http://schemas.microsoft.com/office/drawing/2014/main" id="{4D34FA7F-61E0-4F75-E05F-C8F3F5D0B257}"/>
              </a:ext>
            </a:extLst>
          </p:cNvPr>
          <p:cNvGrpSpPr/>
          <p:nvPr/>
        </p:nvGrpSpPr>
        <p:grpSpPr>
          <a:xfrm>
            <a:off x="5206420" y="2488556"/>
            <a:ext cx="2740943" cy="1135302"/>
            <a:chOff x="7126168" y="1075072"/>
            <a:chExt cx="2740943" cy="113530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863A450-452E-B55A-594E-2E112D3A88DF}"/>
                </a:ext>
              </a:extLst>
            </p:cNvPr>
            <p:cNvSpPr txBox="1"/>
            <p:nvPr/>
          </p:nvSpPr>
          <p:spPr>
            <a:xfrm>
              <a:off x="7126168" y="1841042"/>
              <a:ext cx="274094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>
                  <a:latin typeface="Arial" panose="020B0604020202020204" pitchFamily="34" charset="0"/>
                  <a:cs typeface="Arial" panose="020B0604020202020204" pitchFamily="34" charset="0"/>
                </a:rPr>
                <a:t>Image Processing - AWS</a:t>
              </a:r>
            </a:p>
          </p:txBody>
        </p:sp>
        <p:pic>
          <p:nvPicPr>
            <p:cNvPr id="11" name="Graphic 10">
              <a:extLst>
                <a:ext uri="{FF2B5EF4-FFF2-40B4-BE49-F238E27FC236}">
                  <a16:creationId xmlns:a16="http://schemas.microsoft.com/office/drawing/2014/main" id="{AAC7E71B-E78B-844A-E24C-DF9031ED138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115639" y="1075072"/>
              <a:ext cx="762000" cy="762000"/>
            </a:xfrm>
            <a:prstGeom prst="rect">
              <a:avLst/>
            </a:prstGeom>
          </p:spPr>
        </p:pic>
      </p:grpSp>
      <p:pic>
        <p:nvPicPr>
          <p:cNvPr id="13" name="Graphic 12">
            <a:extLst>
              <a:ext uri="{FF2B5EF4-FFF2-40B4-BE49-F238E27FC236}">
                <a16:creationId xmlns:a16="http://schemas.microsoft.com/office/drawing/2014/main" id="{20EDDDB7-49DE-CB34-65E1-F18DDE597A9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809336" y="4740744"/>
            <a:ext cx="762000" cy="762000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57891BD-2983-8B3A-B2BF-ECDAF7412664}"/>
              </a:ext>
            </a:extLst>
          </p:cNvPr>
          <p:cNvCxnSpPr>
            <a:cxnSpLocks/>
          </p:cNvCxnSpPr>
          <p:nvPr/>
        </p:nvCxnSpPr>
        <p:spPr>
          <a:xfrm flipV="1">
            <a:off x="3732785" y="3014887"/>
            <a:ext cx="1800000" cy="64800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53AAAF9-2B02-28F7-E653-56D225EA604B}"/>
              </a:ext>
            </a:extLst>
          </p:cNvPr>
          <p:cNvCxnSpPr>
            <a:cxnSpLocks/>
          </p:cNvCxnSpPr>
          <p:nvPr/>
        </p:nvCxnSpPr>
        <p:spPr>
          <a:xfrm>
            <a:off x="3729770" y="3671490"/>
            <a:ext cx="1800000" cy="64800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9" name="Group 28">
            <a:extLst>
              <a:ext uri="{FF2B5EF4-FFF2-40B4-BE49-F238E27FC236}">
                <a16:creationId xmlns:a16="http://schemas.microsoft.com/office/drawing/2014/main" id="{0B79D1D3-ECFA-5F3F-C607-BA51BD093F3D}"/>
              </a:ext>
            </a:extLst>
          </p:cNvPr>
          <p:cNvGrpSpPr/>
          <p:nvPr/>
        </p:nvGrpSpPr>
        <p:grpSpPr>
          <a:xfrm>
            <a:off x="5210716" y="4038825"/>
            <a:ext cx="2736647" cy="1126664"/>
            <a:chOff x="7128316" y="2604683"/>
            <a:chExt cx="2736647" cy="1126664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00F6B9B-6D6A-766C-8DDD-245C2CAB5729}"/>
                </a:ext>
              </a:extLst>
            </p:cNvPr>
            <p:cNvSpPr txBox="1"/>
            <p:nvPr/>
          </p:nvSpPr>
          <p:spPr>
            <a:xfrm>
              <a:off x="7128316" y="3362015"/>
              <a:ext cx="27366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>
                  <a:latin typeface="Arial" panose="020B0604020202020204" pitchFamily="34" charset="0"/>
                  <a:cs typeface="Arial" panose="020B0604020202020204" pitchFamily="34" charset="0"/>
                </a:rPr>
                <a:t>Image Processing - GCP</a:t>
              </a:r>
            </a:p>
          </p:txBody>
        </p:sp>
        <p:pic>
          <p:nvPicPr>
            <p:cNvPr id="24" name="Graphic 23">
              <a:extLst>
                <a:ext uri="{FF2B5EF4-FFF2-40B4-BE49-F238E27FC236}">
                  <a16:creationId xmlns:a16="http://schemas.microsoft.com/office/drawing/2014/main" id="{F3841147-65AA-6E09-2E3D-CF6923B3D71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073795" y="2604683"/>
              <a:ext cx="845688" cy="762000"/>
            </a:xfrm>
            <a:prstGeom prst="rect">
              <a:avLst/>
            </a:prstGeom>
          </p:spPr>
        </p:pic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5D6D63AB-650C-CD93-9A50-34F966E6EB5D}"/>
              </a:ext>
            </a:extLst>
          </p:cNvPr>
          <p:cNvSpPr txBox="1"/>
          <p:nvPr/>
        </p:nvSpPr>
        <p:spPr>
          <a:xfrm>
            <a:off x="4837945" y="903045"/>
            <a:ext cx="5450997" cy="12208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Aft>
                <a:spcPts val="400"/>
              </a:spcAft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Predictable URLs:</a:t>
            </a:r>
          </a:p>
          <a:p>
            <a:pPr algn="l"/>
            <a:r>
              <a:rPr lang="en-US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  <a:hlinkClick r:id="rId10"/>
              </a:rPr>
              <a:t>https://123456.lambda.aws/landscape-885-avif-640</a:t>
            </a:r>
            <a:endParaRPr lang="en-US" sz="14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  <a:hlinkClick r:id="rId11"/>
              </a:rPr>
              <a:t>https://</a:t>
            </a:r>
            <a:r>
              <a:rPr lang="en-US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  <a:hlinkClick r:id="rId10"/>
              </a:rPr>
              <a:t>123456.lambda.aws</a:t>
            </a:r>
            <a:r>
              <a:rPr lang="en-US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  <a:hlinkClick r:id="rId11"/>
              </a:rPr>
              <a:t>/landscape-885-avif-1080</a:t>
            </a:r>
            <a:endParaRPr lang="en-US" sz="14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  <a:hlinkClick r:id="rId12"/>
              </a:rPr>
              <a:t>https://</a:t>
            </a:r>
            <a:r>
              <a:rPr lang="en-US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  <a:hlinkClick r:id="rId10"/>
              </a:rPr>
              <a:t>123456.lambda.aws</a:t>
            </a:r>
            <a:r>
              <a:rPr lang="en-US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  <a:hlinkClick r:id="rId12"/>
              </a:rPr>
              <a:t>/landscape-885-avif-1920</a:t>
            </a:r>
            <a:endParaRPr lang="en-US" sz="14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  <a:hlinkClick r:id="rId13"/>
              </a:rPr>
              <a:t>https://123456.cloudfunctions.net/...</a:t>
            </a:r>
            <a:r>
              <a:rPr lang="en-US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(105 more)</a:t>
            </a:r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99459425-E81B-2F6B-DE27-A85C7AE6E756}"/>
              </a:ext>
            </a:extLst>
          </p:cNvPr>
          <p:cNvCxnSpPr>
            <a:cxnSpLocks/>
          </p:cNvCxnSpPr>
          <p:nvPr/>
        </p:nvCxnSpPr>
        <p:spPr>
          <a:xfrm>
            <a:off x="3159876" y="2633737"/>
            <a:ext cx="0" cy="535033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FFB4243-69F4-0026-E3E9-5B1A0687C332}"/>
              </a:ext>
            </a:extLst>
          </p:cNvPr>
          <p:cNvCxnSpPr>
            <a:cxnSpLocks/>
          </p:cNvCxnSpPr>
          <p:nvPr/>
        </p:nvCxnSpPr>
        <p:spPr>
          <a:xfrm>
            <a:off x="3159876" y="4120951"/>
            <a:ext cx="0" cy="535033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32523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357EAFBC-0333-B379-73F8-8A3B0C1278E1}"/>
              </a:ext>
            </a:extLst>
          </p:cNvPr>
          <p:cNvSpPr/>
          <p:nvPr/>
        </p:nvSpPr>
        <p:spPr>
          <a:xfrm>
            <a:off x="6972232" y="2351745"/>
            <a:ext cx="2982123" cy="1536429"/>
          </a:xfrm>
          <a:prstGeom prst="roundRect">
            <a:avLst/>
          </a:prstGeom>
          <a:solidFill>
            <a:schemeClr val="accent1">
              <a:alpha val="0"/>
            </a:schemeClr>
          </a:solidFill>
          <a:ln w="31750">
            <a:solidFill>
              <a:srgbClr val="2196F3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5207F463-0882-4144-6958-F6F4F6A2441B}"/>
              </a:ext>
            </a:extLst>
          </p:cNvPr>
          <p:cNvSpPr/>
          <p:nvPr/>
        </p:nvSpPr>
        <p:spPr>
          <a:xfrm>
            <a:off x="6976031" y="815316"/>
            <a:ext cx="2982123" cy="1536430"/>
          </a:xfrm>
          <a:prstGeom prst="roundRect">
            <a:avLst/>
          </a:prstGeom>
          <a:solidFill>
            <a:schemeClr val="accent1">
              <a:alpha val="0"/>
            </a:schemeClr>
          </a:solidFill>
          <a:ln w="31750">
            <a:solidFill>
              <a:srgbClr val="2196F3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55677059-A133-37C9-18CB-0A8E3F9F023C}"/>
              </a:ext>
            </a:extLst>
          </p:cNvPr>
          <p:cNvSpPr/>
          <p:nvPr/>
        </p:nvSpPr>
        <p:spPr>
          <a:xfrm>
            <a:off x="555867" y="1596651"/>
            <a:ext cx="5792540" cy="3651805"/>
          </a:xfrm>
          <a:prstGeom prst="roundRect">
            <a:avLst/>
          </a:prstGeom>
          <a:solidFill>
            <a:schemeClr val="accent1">
              <a:alpha val="0"/>
            </a:schemeClr>
          </a:solidFill>
          <a:ln w="31750">
            <a:solidFill>
              <a:srgbClr val="2196F3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41055E-E0FD-9F3B-B19F-EE7CE0BC705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b="1" dirty="0"/>
              <a:t>Benchmark design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E679D4-1B3C-21B0-B588-BFD453C293A8}"/>
              </a:ext>
            </a:extLst>
          </p:cNvPr>
          <p:cNvSpPr txBox="1"/>
          <p:nvPr/>
        </p:nvSpPr>
        <p:spPr>
          <a:xfrm>
            <a:off x="659117" y="2637982"/>
            <a:ext cx="187743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Event Scheduler</a:t>
            </a:r>
            <a:b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Rules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422735-898A-70F7-5EC4-1D05AE8CF719}"/>
              </a:ext>
            </a:extLst>
          </p:cNvPr>
          <p:cNvSpPr txBox="1"/>
          <p:nvPr/>
        </p:nvSpPr>
        <p:spPr>
          <a:xfrm>
            <a:off x="3752040" y="2637982"/>
            <a:ext cx="22579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Workload Generator</a:t>
            </a:r>
            <a:b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Functions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2656C02-8FDE-7FA1-0A82-DA45C9FEE622}"/>
              </a:ext>
            </a:extLst>
          </p:cNvPr>
          <p:cNvSpPr txBox="1"/>
          <p:nvPr/>
        </p:nvSpPr>
        <p:spPr>
          <a:xfrm>
            <a:off x="4211622" y="4696964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Results DB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3927D40F-1C6D-00DA-37B7-BD27635D51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16836" y="1875982"/>
            <a:ext cx="762000" cy="7620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03A71450-762B-8BB3-4242-3EEEB63AD62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00035" y="1875982"/>
            <a:ext cx="762000" cy="762000"/>
          </a:xfrm>
          <a:prstGeom prst="rect">
            <a:avLst/>
          </a:prstGeom>
        </p:spPr>
      </p:pic>
      <p:grpSp>
        <p:nvGrpSpPr>
          <p:cNvPr id="30" name="Group 29">
            <a:extLst>
              <a:ext uri="{FF2B5EF4-FFF2-40B4-BE49-F238E27FC236}">
                <a16:creationId xmlns:a16="http://schemas.microsoft.com/office/drawing/2014/main" id="{C0DA41C5-D8B6-646E-C18D-BFDD8C1070A5}"/>
              </a:ext>
            </a:extLst>
          </p:cNvPr>
          <p:cNvGrpSpPr/>
          <p:nvPr/>
        </p:nvGrpSpPr>
        <p:grpSpPr>
          <a:xfrm>
            <a:off x="7072705" y="1070320"/>
            <a:ext cx="2740943" cy="1135302"/>
            <a:chOff x="7126168" y="1075072"/>
            <a:chExt cx="2740943" cy="113530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2DEFCDF-1CCB-ECD8-3138-992F97407825}"/>
                </a:ext>
              </a:extLst>
            </p:cNvPr>
            <p:cNvSpPr txBox="1"/>
            <p:nvPr/>
          </p:nvSpPr>
          <p:spPr>
            <a:xfrm>
              <a:off x="7126168" y="1841042"/>
              <a:ext cx="274094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>
                  <a:latin typeface="Arial" panose="020B0604020202020204" pitchFamily="34" charset="0"/>
                  <a:cs typeface="Arial" panose="020B0604020202020204" pitchFamily="34" charset="0"/>
                </a:rPr>
                <a:t>Image Processing - AWS</a:t>
              </a:r>
            </a:p>
          </p:txBody>
        </p:sp>
        <p:pic>
          <p:nvPicPr>
            <p:cNvPr id="11" name="Graphic 10">
              <a:extLst>
                <a:ext uri="{FF2B5EF4-FFF2-40B4-BE49-F238E27FC236}">
                  <a16:creationId xmlns:a16="http://schemas.microsoft.com/office/drawing/2014/main" id="{BD20258B-C66C-E965-3A54-CCBE2A0F077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115639" y="1075072"/>
              <a:ext cx="762000" cy="762000"/>
            </a:xfrm>
            <a:prstGeom prst="rect">
              <a:avLst/>
            </a:prstGeom>
          </p:spPr>
        </p:pic>
      </p:grpSp>
      <p:pic>
        <p:nvPicPr>
          <p:cNvPr id="13" name="Graphic 12">
            <a:extLst>
              <a:ext uri="{FF2B5EF4-FFF2-40B4-BE49-F238E27FC236}">
                <a16:creationId xmlns:a16="http://schemas.microsoft.com/office/drawing/2014/main" id="{04E9E3A4-16D7-7C34-FA0C-F114DF0E770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500035" y="3934964"/>
            <a:ext cx="762000" cy="762000"/>
          </a:xfrm>
          <a:prstGeom prst="rect">
            <a:avLst/>
          </a:prstGeom>
        </p:spPr>
      </p:pic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C7C454E-1F12-BC34-FAE8-E4D4523B6376}"/>
              </a:ext>
            </a:extLst>
          </p:cNvPr>
          <p:cNvCxnSpPr/>
          <p:nvPr/>
        </p:nvCxnSpPr>
        <p:spPr>
          <a:xfrm>
            <a:off x="2307879" y="2258615"/>
            <a:ext cx="1800000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20FC646-0D39-9779-A39A-510BB5C56F59}"/>
              </a:ext>
            </a:extLst>
          </p:cNvPr>
          <p:cNvCxnSpPr>
            <a:cxnSpLocks/>
          </p:cNvCxnSpPr>
          <p:nvPr/>
        </p:nvCxnSpPr>
        <p:spPr>
          <a:xfrm flipV="1">
            <a:off x="5599070" y="1596651"/>
            <a:ext cx="1800000" cy="64800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7599475-1DE5-D41B-109B-91E71800D59B}"/>
              </a:ext>
            </a:extLst>
          </p:cNvPr>
          <p:cNvCxnSpPr>
            <a:cxnSpLocks/>
          </p:cNvCxnSpPr>
          <p:nvPr/>
        </p:nvCxnSpPr>
        <p:spPr>
          <a:xfrm>
            <a:off x="5596055" y="2253254"/>
            <a:ext cx="1800000" cy="64800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9" name="Group 28">
            <a:extLst>
              <a:ext uri="{FF2B5EF4-FFF2-40B4-BE49-F238E27FC236}">
                <a16:creationId xmlns:a16="http://schemas.microsoft.com/office/drawing/2014/main" id="{34AB26B5-EA17-273C-DF8B-0D93985063C0}"/>
              </a:ext>
            </a:extLst>
          </p:cNvPr>
          <p:cNvGrpSpPr/>
          <p:nvPr/>
        </p:nvGrpSpPr>
        <p:grpSpPr>
          <a:xfrm>
            <a:off x="7077001" y="2620589"/>
            <a:ext cx="2736647" cy="1126664"/>
            <a:chOff x="7128316" y="2604683"/>
            <a:chExt cx="2736647" cy="1126664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41251FE-95FE-9DB7-9273-E5AC1D58A5CA}"/>
                </a:ext>
              </a:extLst>
            </p:cNvPr>
            <p:cNvSpPr txBox="1"/>
            <p:nvPr/>
          </p:nvSpPr>
          <p:spPr>
            <a:xfrm>
              <a:off x="7128316" y="3362015"/>
              <a:ext cx="27366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>
                  <a:latin typeface="Arial" panose="020B0604020202020204" pitchFamily="34" charset="0"/>
                  <a:cs typeface="Arial" panose="020B0604020202020204" pitchFamily="34" charset="0"/>
                </a:rPr>
                <a:t>Image Processing - GCP</a:t>
              </a:r>
            </a:p>
          </p:txBody>
        </p:sp>
        <p:pic>
          <p:nvPicPr>
            <p:cNvPr id="24" name="Graphic 23">
              <a:extLst>
                <a:ext uri="{FF2B5EF4-FFF2-40B4-BE49-F238E27FC236}">
                  <a16:creationId xmlns:a16="http://schemas.microsoft.com/office/drawing/2014/main" id="{9FA21BCA-58A5-EFFA-D4A4-C3684AF6F0B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073795" y="2604683"/>
              <a:ext cx="845688" cy="762000"/>
            </a:xfrm>
            <a:prstGeom prst="rect">
              <a:avLst/>
            </a:prstGeom>
          </p:spPr>
        </p:pic>
      </p:grp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4F8A71E-8AF0-CA03-F416-D4CDE4A9D8C3}"/>
              </a:ext>
            </a:extLst>
          </p:cNvPr>
          <p:cNvCxnSpPr>
            <a:cxnSpLocks/>
          </p:cNvCxnSpPr>
          <p:nvPr/>
        </p:nvCxnSpPr>
        <p:spPr>
          <a:xfrm>
            <a:off x="4894081" y="3284313"/>
            <a:ext cx="0" cy="535033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E9E34633-6819-3B8B-4A51-18D71EB67943}"/>
              </a:ext>
            </a:extLst>
          </p:cNvPr>
          <p:cNvSpPr txBox="1"/>
          <p:nvPr/>
        </p:nvSpPr>
        <p:spPr>
          <a:xfrm>
            <a:off x="3544572" y="1897207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6435E87-83AE-5382-6C7A-4B4F5E79C6FB}"/>
              </a:ext>
            </a:extLst>
          </p:cNvPr>
          <p:cNvSpPr txBox="1"/>
          <p:nvPr/>
        </p:nvSpPr>
        <p:spPr>
          <a:xfrm>
            <a:off x="6322927" y="1551319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4FFDC5B-B6BA-504A-2074-4F869CF92148}"/>
              </a:ext>
            </a:extLst>
          </p:cNvPr>
          <p:cNvCxnSpPr/>
          <p:nvPr/>
        </p:nvCxnSpPr>
        <p:spPr>
          <a:xfrm>
            <a:off x="3027879" y="4315964"/>
            <a:ext cx="1080000" cy="0"/>
          </a:xfrm>
          <a:prstGeom prst="straightConnector1">
            <a:avLst/>
          </a:prstGeom>
          <a:ln w="34925"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4" name="Graphic 33">
            <a:extLst>
              <a:ext uri="{FF2B5EF4-FFF2-40B4-BE49-F238E27FC236}">
                <a16:creationId xmlns:a16="http://schemas.microsoft.com/office/drawing/2014/main" id="{F6C2A87D-6D23-9BCB-AECA-471807E48B9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019255" y="3934964"/>
            <a:ext cx="762000" cy="762000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E293CA39-481B-B709-3EA8-95365E170139}"/>
              </a:ext>
            </a:extLst>
          </p:cNvPr>
          <p:cNvSpPr txBox="1"/>
          <p:nvPr/>
        </p:nvSpPr>
        <p:spPr>
          <a:xfrm>
            <a:off x="1525657" y="4696964"/>
            <a:ext cx="17491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Results Export</a:t>
            </a:r>
          </a:p>
        </p:txBody>
      </p:sp>
    </p:spTree>
    <p:extLst>
      <p:ext uri="{BB962C8B-B14F-4D97-AF65-F5344CB8AC3E}">
        <p14:creationId xmlns:p14="http://schemas.microsoft.com/office/powerpoint/2010/main" val="3676593026"/>
      </p:ext>
    </p:extLst>
  </p:cSld>
  <p:clrMapOvr>
    <a:masterClrMapping/>
  </p:clrMapOvr>
</p:sld>
</file>

<file path=ppt/theme/theme1.xml><?xml version="1.0" encoding="utf-8"?>
<a:theme xmlns:a="http://schemas.openxmlformats.org/drawingml/2006/main" name="Titelfolien zur Auswahl">
  <a:themeElements>
    <a:clrScheme name="TU Berlin">
      <a:dk1>
        <a:srgbClr val="434343"/>
      </a:dk1>
      <a:lt1>
        <a:srgbClr val="FFFFFF"/>
      </a:lt1>
      <a:dk2>
        <a:srgbClr val="434343"/>
      </a:dk2>
      <a:lt2>
        <a:srgbClr val="E7E6E6"/>
      </a:lt2>
      <a:accent1>
        <a:srgbClr val="C30D1E"/>
      </a:accent1>
      <a:accent2>
        <a:srgbClr val="B2B2B2"/>
      </a:accent2>
      <a:accent3>
        <a:srgbClr val="FF6C00"/>
      </a:accent3>
      <a:accent4>
        <a:srgbClr val="1F90CC"/>
      </a:accent4>
      <a:accent5>
        <a:srgbClr val="9013FE"/>
      </a:accent5>
      <a:accent6>
        <a:srgbClr val="49CB40"/>
      </a:accent6>
      <a:hlink>
        <a:srgbClr val="C30D1E"/>
      </a:hlink>
      <a:folHlink>
        <a:srgbClr val="C30D1E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 dirty="0" smtClean="0">
            <a:latin typeface="Arial" panose="020B0604020202020204" pitchFamily="34" charset="0"/>
            <a:cs typeface="Arial" panose="020B0604020202020204" pitchFamily="34" charset="0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dirty="0" smtClean="0"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7D34F491-0C1F-384C-A9AB-399CED3A6A26}" vid="{1896851A-46E5-804A-8DED-7501D21357FE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Titelfolien zur Auswahl</Template>
  <TotalTime>4328</TotalTime>
  <Words>573</Words>
  <Application>Microsoft Macintosh PowerPoint</Application>
  <PresentationFormat>Widescreen</PresentationFormat>
  <Paragraphs>118</Paragraphs>
  <Slides>13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0" baseType="lpstr">
      <vt:lpstr>Arial</vt:lpstr>
      <vt:lpstr>Calibri</vt:lpstr>
      <vt:lpstr>Consolas</vt:lpstr>
      <vt:lpstr>Lucida</vt:lpstr>
      <vt:lpstr>Menlo</vt:lpstr>
      <vt:lpstr>Symbol</vt:lpstr>
      <vt:lpstr>Titelfolien zur Auswahl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Piotrek Witkowski</dc:creator>
  <cp:lastModifiedBy>Piotrek Witkowski</cp:lastModifiedBy>
  <cp:revision>7</cp:revision>
  <cp:lastPrinted>2021-03-24T16:10:50Z</cp:lastPrinted>
  <dcterms:created xsi:type="dcterms:W3CDTF">2024-12-08T20:37:45Z</dcterms:created>
  <dcterms:modified xsi:type="dcterms:W3CDTF">2025-01-29T15:49:10Z</dcterms:modified>
</cp:coreProperties>
</file>